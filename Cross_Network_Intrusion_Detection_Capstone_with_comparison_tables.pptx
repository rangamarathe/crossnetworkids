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2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3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4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5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slides/charts/chart6.xml" ContentType="application/vnd.openxmlformats-officedocument.drawingml.chart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f2811f7138d485b" /><Relationship Type="http://schemas.openxmlformats.org/officeDocument/2006/relationships/extended-properties" Target="/docProps/app.xml" Id="Rbae3d7fe356547b5" /><Relationship Type="http://schemas.openxmlformats.org/officeDocument/2006/relationships/officeDocument" Target="/ppt/presentation.xml" Id="Ra8d5126c96c04a0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c0a8a76cf0f4cb9"/>
  </p:sldMasterIdLst>
  <p:notesMasterIdLst>
    <p:notesMasterId xmlns:r="http://schemas.openxmlformats.org/officeDocument/2006/relationships" r:id="R338ad3f9ec494fbb"/>
  </p:notesMasterIdLst>
  <p:sldIdLst>
    <p:sldId xmlns:r="http://schemas.openxmlformats.org/officeDocument/2006/relationships" id="256" r:id="R663ab5f6c61440db"/>
    <p:sldId xmlns:r="http://schemas.openxmlformats.org/officeDocument/2006/relationships" id="257" r:id="Rc779454b929f451a"/>
    <p:sldId xmlns:r="http://schemas.openxmlformats.org/officeDocument/2006/relationships" id="258" r:id="Rd364d2fa19c747a7"/>
    <p:sldId xmlns:r="http://schemas.openxmlformats.org/officeDocument/2006/relationships" id="259" r:id="Rece168cb5e6f44f5"/>
    <p:sldId xmlns:r="http://schemas.openxmlformats.org/officeDocument/2006/relationships" id="260" r:id="R3ebbbd4f00b74c9d"/>
    <p:sldId xmlns:r="http://schemas.openxmlformats.org/officeDocument/2006/relationships" id="261" r:id="Rff3ea10ca5e24e7f"/>
    <p:sldId xmlns:r="http://schemas.openxmlformats.org/officeDocument/2006/relationships" id="262" r:id="Rb226f72d26894369"/>
    <p:sldId xmlns:r="http://schemas.openxmlformats.org/officeDocument/2006/relationships" id="263" r:id="R0557af07d102431e"/>
    <p:sldId xmlns:r="http://schemas.openxmlformats.org/officeDocument/2006/relationships" id="264" r:id="R73e7f708e40f4368"/>
    <p:sldId xmlns:r="http://schemas.openxmlformats.org/officeDocument/2006/relationships" id="265" r:id="Rc8a79f41479942b2"/>
    <p:sldId xmlns:r="http://schemas.openxmlformats.org/officeDocument/2006/relationships" id="266" r:id="R44709b71ca48404f"/>
    <p:sldId xmlns:r="http://schemas.openxmlformats.org/officeDocument/2006/relationships" id="267" r:id="R5b1442c0c2254f38"/>
    <p:sldId xmlns:r="http://schemas.openxmlformats.org/officeDocument/2006/relationships" id="268" r:id="Rb682a69d213f456f"/>
    <p:sldId xmlns:r="http://schemas.openxmlformats.org/officeDocument/2006/relationships" id="269" r:id="R498c3e29f05e47b4"/>
    <p:sldId xmlns:r="http://schemas.openxmlformats.org/officeDocument/2006/relationships" id="270" r:id="R0935a69b79ef48c7"/>
    <p:sldId xmlns:r="http://schemas.openxmlformats.org/officeDocument/2006/relationships" id="271" r:id="R32c5d4f9bf374292"/>
    <p:sldId xmlns:r="http://schemas.openxmlformats.org/officeDocument/2006/relationships" id="272" r:id="R8cdddf9f07a64410"/>
    <p:sldId xmlns:r="http://schemas.openxmlformats.org/officeDocument/2006/relationships" id="273" r:id="R3f5a08d9f04c4fa2"/>
    <p:sldId xmlns:r="http://schemas.openxmlformats.org/officeDocument/2006/relationships" id="274" r:id="R1a1cbfa242794970"/>
    <p:sldId xmlns:r="http://schemas.openxmlformats.org/officeDocument/2006/relationships" id="275" r:id="Rf3966396592d445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bbc266df4eb4828" /><Relationship Type="http://schemas.openxmlformats.org/officeDocument/2006/relationships/slideMaster" Target="/ppt/slideMasters/slideMaster1.xml" Id="R5c0a8a76cf0f4cb9" /><Relationship Type="http://schemas.openxmlformats.org/officeDocument/2006/relationships/notesMaster" Target="/ppt/notesMasters/notesMaster1.xml" Id="R338ad3f9ec494fbb" /><Relationship Type="http://schemas.openxmlformats.org/officeDocument/2006/relationships/presProps" Target="/ppt/presProps.xml" Id="R0c3a95e42c844130" /><Relationship Type="http://schemas.openxmlformats.org/officeDocument/2006/relationships/tableStyles" Target="/ppt/tableStyles.xml" Id="R5db8bcc23ad3450f" /><Relationship Type="http://schemas.openxmlformats.org/officeDocument/2006/relationships/slide" Target="/ppt/slides/slide1.xml" Id="R663ab5f6c61440db" /><Relationship Type="http://schemas.openxmlformats.org/officeDocument/2006/relationships/slide" Target="/ppt/slides/slide2.xml" Id="Rc779454b929f451a" /><Relationship Type="http://schemas.openxmlformats.org/officeDocument/2006/relationships/slide" Target="/ppt/slides/slide3.xml" Id="Rd364d2fa19c747a7" /><Relationship Type="http://schemas.openxmlformats.org/officeDocument/2006/relationships/slide" Target="/ppt/slides/slide4.xml" Id="Rece168cb5e6f44f5" /><Relationship Type="http://schemas.openxmlformats.org/officeDocument/2006/relationships/slide" Target="/ppt/slides/slide5.xml" Id="R3ebbbd4f00b74c9d" /><Relationship Type="http://schemas.openxmlformats.org/officeDocument/2006/relationships/slide" Target="/ppt/slides/slide6.xml" Id="Rff3ea10ca5e24e7f" /><Relationship Type="http://schemas.openxmlformats.org/officeDocument/2006/relationships/slide" Target="/ppt/slides/slide7.xml" Id="Rb226f72d26894369" /><Relationship Type="http://schemas.openxmlformats.org/officeDocument/2006/relationships/slide" Target="/ppt/slides/slide8.xml" Id="R0557af07d102431e" /><Relationship Type="http://schemas.openxmlformats.org/officeDocument/2006/relationships/slide" Target="/ppt/slides/slide9.xml" Id="R73e7f708e40f4368" /><Relationship Type="http://schemas.openxmlformats.org/officeDocument/2006/relationships/slide" Target="/ppt/slides/slide10.xml" Id="Rc8a79f41479942b2" /><Relationship Type="http://schemas.openxmlformats.org/officeDocument/2006/relationships/slide" Target="/ppt/slides/slide11.xml" Id="R44709b71ca48404f" /><Relationship Type="http://schemas.openxmlformats.org/officeDocument/2006/relationships/slide" Target="/ppt/slides/slide12.xml" Id="R5b1442c0c2254f38" /><Relationship Type="http://schemas.openxmlformats.org/officeDocument/2006/relationships/slide" Target="/ppt/slides/slide13.xml" Id="Rb682a69d213f456f" /><Relationship Type="http://schemas.openxmlformats.org/officeDocument/2006/relationships/slide" Target="/ppt/slides/slide14.xml" Id="R498c3e29f05e47b4" /><Relationship Type="http://schemas.openxmlformats.org/officeDocument/2006/relationships/slide" Target="/ppt/slides/slide15.xml" Id="R0935a69b79ef48c7" /><Relationship Type="http://schemas.openxmlformats.org/officeDocument/2006/relationships/slide" Target="/ppt/slides/slide16.xml" Id="R32c5d4f9bf374292" /><Relationship Type="http://schemas.openxmlformats.org/officeDocument/2006/relationships/slide" Target="/ppt/slides/slide17.xml" Id="R8cdddf9f07a64410" /><Relationship Type="http://schemas.openxmlformats.org/officeDocument/2006/relationships/slide" Target="/ppt/slides/slide18.xml" Id="R3f5a08d9f04c4fa2" /><Relationship Type="http://schemas.openxmlformats.org/officeDocument/2006/relationships/slide" Target="/ppt/slides/slide19.xml" Id="R1a1cbfa242794970" /><Relationship Type="http://schemas.openxmlformats.org/officeDocument/2006/relationships/slide" Target="/ppt/slides/slide20.xml" Id="Rf3966396592d445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47737dc4f28426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dcce3dbc3e74360" /><Relationship Type="http://schemas.openxmlformats.org/officeDocument/2006/relationships/notesMaster" Target="/ppt/notesMasters/notesMaster1.xml" Id="Rf497289a45cb4bc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73c38d916944ab0" /><Relationship Type="http://schemas.openxmlformats.org/officeDocument/2006/relationships/notesMaster" Target="/ppt/notesMasters/notesMaster1.xml" Id="Rddd1193eca66450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65dbb5e759c4779" /><Relationship Type="http://schemas.openxmlformats.org/officeDocument/2006/relationships/notesMaster" Target="/ppt/notesMasters/notesMaster1.xml" Id="Ra64456e77922434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e2a0861025444bb" /><Relationship Type="http://schemas.openxmlformats.org/officeDocument/2006/relationships/notesMaster" Target="/ppt/notesMasters/notesMaster1.xml" Id="R27734f942fe3484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eb655f959294040" /><Relationship Type="http://schemas.openxmlformats.org/officeDocument/2006/relationships/notesMaster" Target="/ppt/notesMasters/notesMaster1.xml" Id="Rc29124b8d98d479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df46a9711f34c48" /><Relationship Type="http://schemas.openxmlformats.org/officeDocument/2006/relationships/notesMaster" Target="/ppt/notesMasters/notesMaster1.xml" Id="R39a1e3688f244da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7b247a533cc4947" /><Relationship Type="http://schemas.openxmlformats.org/officeDocument/2006/relationships/notesMaster" Target="/ppt/notesMasters/notesMaster1.xml" Id="R5b55f1b80d5b476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ff13c74dc0c462a" /><Relationship Type="http://schemas.openxmlformats.org/officeDocument/2006/relationships/notesMaster" Target="/ppt/notesMasters/notesMaster1.xml" Id="Rc7bc6cec872e41b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6a94ce1eeaf4d1e" /><Relationship Type="http://schemas.openxmlformats.org/officeDocument/2006/relationships/notesMaster" Target="/ppt/notesMasters/notesMaster1.xml" Id="R9f8261d1d52641b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31c8751351c4714" /><Relationship Type="http://schemas.openxmlformats.org/officeDocument/2006/relationships/notesMaster" Target="/ppt/notesMasters/notesMaster1.xml" Id="R763d1254f922419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e64c7becb5e4722" /><Relationship Type="http://schemas.openxmlformats.org/officeDocument/2006/relationships/notesMaster" Target="/ppt/notesMasters/notesMaster1.xml" Id="R73633faf647f4af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ce099c23a5740eb" /><Relationship Type="http://schemas.openxmlformats.org/officeDocument/2006/relationships/notesMaster" Target="/ppt/notesMasters/notesMaster1.xml" Id="Ree79f1778bc748a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e6a85c7029d4262" /><Relationship Type="http://schemas.openxmlformats.org/officeDocument/2006/relationships/notesMaster" Target="/ppt/notesMasters/notesMaster1.xml" Id="R1353a4ec796f407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d77ad2ba9204854" /><Relationship Type="http://schemas.openxmlformats.org/officeDocument/2006/relationships/notesMaster" Target="/ppt/notesMasters/notesMaster1.xml" Id="R7d6e9228c8f048d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e3556d2eef14c23" /><Relationship Type="http://schemas.openxmlformats.org/officeDocument/2006/relationships/notesMaster" Target="/ppt/notesMasters/notesMaster1.xml" Id="R8de194176d75466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3de3de4c1a248a2" /><Relationship Type="http://schemas.openxmlformats.org/officeDocument/2006/relationships/notesMaster" Target="/ppt/notesMasters/notesMaster1.xml" Id="Ra1d46337163c428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de9e7dde7c04e72" /><Relationship Type="http://schemas.openxmlformats.org/officeDocument/2006/relationships/notesMaster" Target="/ppt/notesMasters/notesMaster1.xml" Id="R3ff2e346f18c4ad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d20995417c14f7c" /><Relationship Type="http://schemas.openxmlformats.org/officeDocument/2006/relationships/notesMaster" Target="/ppt/notesMasters/notesMaster1.xml" Id="R25cf56b317b04c5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721a4c343db400c" /><Relationship Type="http://schemas.openxmlformats.org/officeDocument/2006/relationships/notesMaster" Target="/ppt/notesMasters/notesMaster1.xml" Id="Rdfffaf315e4645e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28aaa137c5246b8" /><Relationship Type="http://schemas.openxmlformats.org/officeDocument/2006/relationships/notesMaster" Target="/ppt/notesMasters/notesMaster1.xml" Id="Rab7696e90cf044d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Opening: frame this as a generalization problem, not only a benchmark-score problem.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/Users/ranga/BerkeleyCourse/Capstone-IDS/README.md</a:t>
            </a:r>
          </a:p>
          <a:p xmlns:a="http://schemas.openxmlformats.org/drawingml/2006/main">
            <a:r>
              <a:t>- /Users/ranga/BerkeleyCourse/Capstone-IDS/phase2/WHITEPAPER.md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/Users/ranga/BerkeleyCourse/Capstone-IDS/phase2/PROJECT_BUSINESS_GOAL.md</a:t>
            </a:r>
          </a:p>
          <a:p xmlns:a="http://schemas.openxmlformats.org/drawingml/2006/main">
            <a:r>
              <a:t>- /Users/ranga/BerkeleyCourse/Capstone-IDS/phase2/DEPLOYMENT_ARCHITECTURE.md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/Users/ranga/BerkeleyCourse/Capstone-IDS/phase2/PROJECT_BUSINESS_GOAL.md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/Users/ranga/BerkeleyCourse/Capstone-IDS/README_EDA.md</a:t>
            </a:r>
          </a:p>
          <a:p xmlns:a="http://schemas.openxmlformats.org/drawingml/2006/main">
            <a:r>
              <a:t>- /Users/ranga/BerkeleyCourse/Capstone-IDS/phase2/WHITEPAPER.md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/Users/ranga/BerkeleyCourse/Capstone-IDS/README_EDA.md</a:t>
            </a:r>
          </a:p>
          <a:p xmlns:a="http://schemas.openxmlformats.org/drawingml/2006/main">
            <a:r>
              <a:t>- /Users/ranga/BerkeleyCourse/Capstone-IDS/01_eda.ipynb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/Users/ranga/BerkeleyCourse/Capstone-IDS/README_EDA.md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/Users/ranga/BerkeleyCourse/Capstone-IDS/README.md</a:t>
            </a:r>
          </a:p>
          <a:p xmlns:a="http://schemas.openxmlformats.org/drawingml/2006/main">
            <a:r>
              <a:t>- /Users/ranga/BerkeleyCourse/Capstone-IDS/phase2/06_cross_dataset_summary.csv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/Users/ranga/BerkeleyCourse/Capstone-IDS/README.md</a:t>
            </a:r>
          </a:p>
          <a:p xmlns:a="http://schemas.openxmlformats.org/drawingml/2006/main">
            <a:r>
              <a:t>- /Users/ranga/BerkeleyCourse/Capstone-IDS/Logistic_Regression_Baseline.ipynb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/Users/ranga/BerkeleyCourse/Capstone-IDS/phase2/02_summary.csv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/Users/ranga/BerkeleyCourse/Capstone-IDS/phase2/05_base_vs_tuned_comparison.csv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/Users/ranga/BerkeleyCourse/Capstone-IDS/phase2/06_cross_dataset_summary.csv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/Users/ranga/BerkeleyCourse/Capstone-IDS/phase2/06_cross_dataset_summary.csv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/Users/ranga/BerkeleyCourse/Capstone-IDS/phase2/WHITEPAPER.md</a:t>
            </a:r>
          </a:p>
          <a:p xmlns:a="http://schemas.openxmlformats.org/drawingml/2006/main">
            <a:r>
              <a:t>- /Users/ranga/BerkeleyCourse/Capstone-IDS/phase2/MLOPS_AIOPS_OPERATING_MODEL.md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/Users/ranga/BerkeleyCourse/Capstone-IDS/phase2/DEPLOYMENT_ARCHITECTURE.md</a:t>
            </a:r>
          </a:p>
          <a:p xmlns:a="http://schemas.openxmlformats.org/drawingml/2006/main">
            <a:r>
              <a:t>- https://csrc.nist.gov/pubs/sp/800/207/final</a:t>
            </a:r>
          </a:p>
          <a:p xmlns:a="http://schemas.openxmlformats.org/drawingml/2006/main">
            <a:r>
              <a:t>- https://www.nist.gov/itl/ai-risk-management-framework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/Users/ranga/BerkeleyCourse/Capstone-IDS/phase2/WHITEPAPER.md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/Users/ranga/BerkeleyCourse/Capstone-IDS/README.md</a:t>
            </a:r>
          </a:p>
          <a:p xmlns:a="http://schemas.openxmlformats.org/drawingml/2006/main">
            <a:r>
              <a:t>- /Users/ranga/BerkeleyCourse/Capstone-IDS/README_EDA.md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/Users/ranga/BerkeleyCourse/Capstone-IDS/phase2/06_cross_dataset_summary.csv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/Users/ranga/BerkeleyCourse/Capstone-IDS/phase2/TECHNOLOGY_COMPONENTS.md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/Users/ranga/BerkeleyCourse/Capstone-IDS/phase2/MLOPS_AIOPS_OPERATING_MODEL.md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/Users/ranga/BerkeleyCourse/Capstone-IDS/phase2/WHITEPAPER.md</a:t>
            </a:r>
          </a:p>
          <a:p xmlns:a="http://schemas.openxmlformats.org/drawingml/2006/main">
            <a:r>
              <a:t>- /Users/ranga/BerkeleyCourse/Capstone-IDS/phase2/DEPLOYMENT_ARCHITECTURE.md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dc14d2c3a844d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b727a33f7f46d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9d6457274d476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be913bc569406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50294e4bea435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b860b28a03483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642F99B-0BCD-47CF-AC98-090AF93F78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D430C65-7E77-47F3-8A7F-31D00406CE8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FB7E868-F246-4B3D-8BB9-FB47ECE855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D82B7E9-D9B3-4D3C-9A6F-38436F30247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3A37834-B1F8-43CD-9D26-0B0210661A2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27AC06A-DE3E-402A-A3E7-7EC09303F7F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DBEFA29-2F2E-488A-AB52-A45D5B0A89E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A4CA26A-E011-41B9-AAEE-FB4F7920975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9521790-43F2-4B6B-BF60-D7AC1932932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5D84087-172B-4D57-934E-07166AFD0FA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72b0a43fe874fb0" /><Relationship Type="http://schemas.openxmlformats.org/officeDocument/2006/relationships/slideLayout" Target="/ppt/slideLayouts/slideLayout1.xml" Id="R2e42c34297a3491f" /><Relationship Type="http://schemas.openxmlformats.org/officeDocument/2006/relationships/slideLayout" Target="/ppt/slideLayouts/slideLayout2.xml" Id="R67cd1b9c372e4d07" /><Relationship Type="http://schemas.openxmlformats.org/officeDocument/2006/relationships/slideLayout" Target="/ppt/slideLayouts/slideLayout3.xml" Id="R71e3af8f1fc740f6" /><Relationship Type="http://schemas.openxmlformats.org/officeDocument/2006/relationships/slideLayout" Target="/ppt/slideLayouts/slideLayout4.xml" Id="Rad48132765af4e09" /><Relationship Type="http://schemas.openxmlformats.org/officeDocument/2006/relationships/slideLayout" Target="/ppt/slideLayouts/slideLayout5.xml" Id="R74ec2a54c7af488a" /><Relationship Type="http://schemas.openxmlformats.org/officeDocument/2006/relationships/slideLayout" Target="/ppt/slideLayouts/slideLayout6.xml" Id="Rc45de129d54c449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e42c34297a3491f"/>
    <p:sldLayoutId xmlns:r="http://schemas.openxmlformats.org/officeDocument/2006/relationships" id="2147483650" r:id="R67cd1b9c372e4d07"/>
    <p:sldLayoutId xmlns:r="http://schemas.openxmlformats.org/officeDocument/2006/relationships" id="2147483651" r:id="R71e3af8f1fc740f6"/>
    <p:sldLayoutId xmlns:r="http://schemas.openxmlformats.org/officeDocument/2006/relationships" id="2147483652" r:id="Rad48132765af4e09"/>
    <p:sldLayoutId xmlns:r="http://schemas.openxmlformats.org/officeDocument/2006/relationships" id="2147483653" r:id="R74ec2a54c7af488a"/>
    <p:sldLayoutId xmlns:r="http://schemas.openxmlformats.org/officeDocument/2006/relationships" id="2147483654" r:id="Rc45de129d54c449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a7fa7eba414485" /><Relationship Type="http://schemas.openxmlformats.org/officeDocument/2006/relationships/notesSlide" Target="/ppt/notesSlides/notesSlide1.xml" Id="Rf161a59fe85a409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904cac323742e4" /><Relationship Type="http://schemas.openxmlformats.org/officeDocument/2006/relationships/notesSlide" Target="/ppt/notesSlides/notesSlide2.xml" Id="Rcb294c39380e420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62e8fea3914121" /><Relationship Type="http://schemas.openxmlformats.org/officeDocument/2006/relationships/notesSlide" Target="/ppt/notesSlides/notesSlide3.xml" Id="R40aab756ceb2454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211a0370e44c54" /><Relationship Type="http://schemas.openxmlformats.org/officeDocument/2006/relationships/notesSlide" Target="/ppt/notesSlides/notesSlide4.xml" Id="R0bc2891cb9984eb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fc909694704b2d" /><Relationship Type="http://schemas.openxmlformats.org/officeDocument/2006/relationships/notesSlide" Target="/ppt/notesSlides/notesSlide5.xml" Id="Rcc8281ffe1164e0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395fc24fa0149bb" /><Relationship Type="http://schemas.openxmlformats.org/officeDocument/2006/relationships/notesSlide" Target="/ppt/notesSlides/notesSlide6.xml" Id="R4fbf1c6796b849d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bd7f234a0d4e54" /><Relationship Type="http://schemas.openxmlformats.org/officeDocument/2006/relationships/notesSlide" Target="/ppt/notesSlides/notesSlide7.xml" Id="R8b61adcf757340c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ee33d68c5647be" /><Relationship Type="http://schemas.openxmlformats.org/officeDocument/2006/relationships/chart" Target="/ppt/slides/charts/chart1.xml" Id="Ra892fc8dbcdd415c" /><Relationship Type="http://schemas.openxmlformats.org/officeDocument/2006/relationships/notesSlide" Target="/ppt/notesSlides/notesSlide8.xml" Id="R21efcab4ad784b3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40d3058a804361" /><Relationship Type="http://schemas.openxmlformats.org/officeDocument/2006/relationships/chart" Target="/ppt/slides/charts/chart2.xml" Id="Rf140ee7be6894655" /><Relationship Type="http://schemas.openxmlformats.org/officeDocument/2006/relationships/notesSlide" Target="/ppt/notesSlides/notesSlide9.xml" Id="Rcc32726ebe5c429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75762a0012f48ee" /><Relationship Type="http://schemas.openxmlformats.org/officeDocument/2006/relationships/chart" Target="/ppt/slides/charts/chart3.xml" Id="R8e825a35974545fe" /><Relationship Type="http://schemas.openxmlformats.org/officeDocument/2006/relationships/notesSlide" Target="/ppt/notesSlides/notesSlide10.xml" Id="R17b9c6fc5ca94bd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e3b03c2e274d44" /><Relationship Type="http://schemas.openxmlformats.org/officeDocument/2006/relationships/chart" Target="/ppt/slides/charts/chart4.xml" Id="R470f6244849843e4" /><Relationship Type="http://schemas.openxmlformats.org/officeDocument/2006/relationships/notesSlide" Target="/ppt/notesSlides/notesSlide11.xml" Id="R7e352555ae2f446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71194309234303" /><Relationship Type="http://schemas.openxmlformats.org/officeDocument/2006/relationships/chart" Target="/ppt/slides/charts/chart5.xml" Id="Ree11eed7a3344f70" /><Relationship Type="http://schemas.openxmlformats.org/officeDocument/2006/relationships/notesSlide" Target="/ppt/notesSlides/notesSlide12.xml" Id="R24e86073c6f4472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201238b5a24aa6" /><Relationship Type="http://schemas.openxmlformats.org/officeDocument/2006/relationships/notesSlide" Target="/ppt/notesSlides/notesSlide13.xml" Id="R1a37c2a2677540b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fb43344361427a" /><Relationship Type="http://schemas.openxmlformats.org/officeDocument/2006/relationships/notesSlide" Target="/ppt/notesSlides/notesSlide14.xml" Id="R2d510eb043e54b7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57a188612a4299" /><Relationship Type="http://schemas.openxmlformats.org/officeDocument/2006/relationships/notesSlide" Target="/ppt/notesSlides/notesSlide15.xml" Id="R4021d26edc19461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d1cc32f5c5464b" /><Relationship Type="http://schemas.openxmlformats.org/officeDocument/2006/relationships/notesSlide" Target="/ppt/notesSlides/notesSlide16.xml" Id="Rff54f028f5c8433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a98fe80452f465e" /><Relationship Type="http://schemas.openxmlformats.org/officeDocument/2006/relationships/chart" Target="/ppt/slides/charts/chart6.xml" Id="R06b8d99493564acc" /><Relationship Type="http://schemas.openxmlformats.org/officeDocument/2006/relationships/notesSlide" Target="/ppt/notesSlides/notesSlide17.xml" Id="R0ff9637c828d4e0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f3753c31e14e49" /><Relationship Type="http://schemas.openxmlformats.org/officeDocument/2006/relationships/notesSlide" Target="/ppt/notesSlides/notesSlide18.xml" Id="R83a512985189495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3d1d31bcda4f76" /><Relationship Type="http://schemas.openxmlformats.org/officeDocument/2006/relationships/notesSlide" Target="/ppt/notesSlides/notesSlide19.xml" Id="Rfc76b9e594f24d7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7295c2ec944184" /><Relationship Type="http://schemas.openxmlformats.org/officeDocument/2006/relationships/notesSlide" Target="/ppt/notesSlides/notesSlide20.xml" Id="R069a0747e04c452c" 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F5F8FA"/>
                </a:solidFill>
                <a:latin typeface="Avenir Next"/>
                <a:ea typeface="Avenir Next"/>
                <a:cs typeface="Avenir Next"/>
              </a:rPr>
              <a:t>Macro F1 by evaluation view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 b="1">
              <a:solidFill>
                <a:srgbClr val="F5F8FA"/>
              </a:solidFill>
              <a:latin typeface="Avenir Next"/>
              <a:ea typeface="Avenir Next"/>
              <a:cs typeface="Avenir Next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Base</c:v>
          </c:tx>
          <c:spPr>
            <a:solidFill xmlns:a="http://schemas.openxmlformats.org/drawingml/2006/main">
              <a:srgbClr val="A8BAC8"/>
            </a:solidFill>
          </c:spPr>
          <c:invertIfNegative val="0"/>
          <c:cat>
            <c:strLit>
              <c:ptCount val="3"/>
              <c:pt idx="0">
                <c:v>Random split</c:v>
              </c:pt>
              <c:pt idx="1">
                <c:v>Chronological</c:v>
              </c:pt>
              <c:pt idx="2">
                <c:v>Chronological attack</c:v>
              </c:pt>
            </c:strLit>
          </c:cat>
          <c:val>
            <c:numLit>
              <c:formatCode>0.0</c:formatCode>
              <c:ptCount val="3"/>
              <c:pt idx="0">
                <c:v>0.8241</c:v>
              </c:pt>
              <c:pt idx="1">
                <c:v>0.7278</c:v>
              </c:pt>
              <c:pt idx="2">
                <c:v>0.7101</c:v>
              </c:pt>
            </c:numLit>
          </c:val>
        </c:ser>
        <c:ser>
          <c:idx val="1"/>
          <c:order val="1"/>
          <c:tx>
            <c:v>Tuned</c:v>
          </c:tx>
          <c:spPr>
            <a:solidFill xmlns:a="http://schemas.openxmlformats.org/drawingml/2006/main">
              <a:srgbClr val="29C7D8"/>
            </a:solidFill>
          </c:spPr>
          <c:invertIfNegative val="0"/>
          <c:cat>
            <c:strLit>
              <c:ptCount val="3"/>
              <c:pt idx="0">
                <c:v>Random split</c:v>
              </c:pt>
              <c:pt idx="1">
                <c:v>Chronological</c:v>
              </c:pt>
              <c:pt idx="2">
                <c:v>Chronological attack</c:v>
              </c:pt>
            </c:strLit>
          </c:cat>
          <c:val>
            <c:numLit>
              <c:formatCode>0.0</c:formatCode>
              <c:ptCount val="3"/>
              <c:pt idx="0">
                <c:v>0.8298</c:v>
              </c:pt>
              <c:pt idx="1">
                <c:v>0.7746</c:v>
              </c:pt>
              <c:pt idx="2">
                <c:v>0.7598</c:v>
              </c:pt>
            </c:numLit>
          </c:val>
        </c:ser>
        <c:dLbls>
          <c:numFmt formatCode="0.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F5F8FA"/>
                  </a:solidFill>
                  <a:latin typeface="Avenir Next"/>
                  <a:ea typeface="Avenir Next"/>
                  <a:cs typeface="Avenir Next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7465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F5F8FA"/>
                </a:solidFill>
                <a:latin typeface="Avenir Next"/>
                <a:ea typeface="Avenir Next"/>
                <a:cs typeface="Avenir Next"/>
              </a:defRPr>
            </a:pPr>
          </a:p>
        </c:txPr>
        <c:crossAx val="48672768"/>
      </c:catAx>
      <c:valAx>
        <c:axId val="48672768"/>
        <c:scaling>
          <c:orientation val="minMax"/>
          <c:max val="0.9"/>
          <c:min val="0.6"/>
        </c:scaling>
        <c:delete val="0"/>
        <c:axPos val="l"/>
        <c:majorGridlines>
          <c:spPr>
            <a:ln xmlns:a="http://schemas.openxmlformats.org/drawingml/2006/main" w="9525">
              <a:solidFill>
                <a:srgbClr val="27465C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A8BAC8"/>
                </a:solidFill>
                <a:latin typeface="Avenir Next"/>
                <a:ea typeface="Avenir Next"/>
                <a:cs typeface="Avenir Next"/>
              </a:defRPr>
            </a:pPr>
          </a:p>
        </c:txPr>
        <c:crossAx val="48650112"/>
        <c:crossBetween val="between"/>
        <c:majorUnit val="0.1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F5F8FA"/>
              </a:solidFill>
              <a:latin typeface="Avenir Next"/>
              <a:ea typeface="Avenir Next"/>
              <a:cs typeface="Avenir Next"/>
            </a:defRPr>
          </a:pPr>
        </a:p>
      </c:txPr>
    </c:legend>
    <c:plotVisOnly val="1"/>
  </c:chart>
</c:chartSpace>
</file>

<file path=ppt/slides/charts/chart2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F5F8FA"/>
                </a:solidFill>
                <a:latin typeface="Avenir Next"/>
                <a:ea typeface="Avenir Next"/>
                <a:cs typeface="Avenir Next"/>
              </a:rPr>
              <a:t>Chronological macro F1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 b="1">
              <a:solidFill>
                <a:srgbClr val="F5F8FA"/>
              </a:solidFill>
              <a:latin typeface="Avenir Next"/>
              <a:ea typeface="Avenir Next"/>
              <a:cs typeface="Avenir Next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Macro F1</c:v>
          </c:tx>
          <c:spPr>
            <a:solidFill xmlns:a="http://schemas.openxmlformats.org/drawingml/2006/main">
              <a:srgbClr val="2EC4A6"/>
            </a:solidFill>
          </c:spPr>
          <c:invertIfNegative val="0"/>
          <c:cat>
            <c:strLit>
              <c:ptCount val="7"/>
              <c:pt idx="0">
                <c:v>HistGradientBoosting</c:v>
              </c:pt>
              <c:pt idx="1">
                <c:v>LightGBM</c:v>
              </c:pt>
              <c:pt idx="2">
                <c:v>XGBoost</c:v>
              </c:pt>
              <c:pt idx="3">
                <c:v>Extra Trees</c:v>
              </c:pt>
              <c:pt idx="4">
                <c:v>Random Forest</c:v>
              </c:pt>
              <c:pt idx="5">
                <c:v>Tuned MLP</c:v>
              </c:pt>
              <c:pt idx="6">
                <c:v>Logistic Regression</c:v>
              </c:pt>
            </c:strLit>
          </c:cat>
          <c:val>
            <c:numLit>
              <c:formatCode>General</c:formatCode>
              <c:ptCount val="7"/>
              <c:pt idx="0">
                <c:v>0.923597</c:v>
              </c:pt>
              <c:pt idx="1">
                <c:v>0.918177</c:v>
              </c:pt>
              <c:pt idx="2">
                <c:v>0.910812</c:v>
              </c:pt>
              <c:pt idx="3">
                <c:v>0.89242</c:v>
              </c:pt>
              <c:pt idx="4">
                <c:v>0.890761</c:v>
              </c:pt>
              <c:pt idx="5">
                <c:v>0.807475</c:v>
              </c:pt>
              <c:pt idx="6">
                <c:v>0.7278</c:v>
              </c:pt>
            </c:numLit>
          </c:val>
        </c:ser>
        <c:dLbls>
          <c:numFmt formatCode="0.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F5F8FA"/>
                  </a:solidFill>
                  <a:latin typeface="Avenir Next"/>
                  <a:ea typeface="Avenir Next"/>
                  <a:cs typeface="Avenir Next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27465C"/>
              </a:solidFill>
              <a:prstDash val="solid"/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A8BAC8"/>
                </a:solidFill>
                <a:latin typeface="Avenir Next"/>
                <a:ea typeface="Avenir Next"/>
                <a:cs typeface="Avenir Next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7465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F5F8FA"/>
                </a:solidFill>
                <a:latin typeface="Avenir Next"/>
                <a:ea typeface="Avenir Next"/>
                <a:cs typeface="Avenir Next"/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charts/chart3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F5F8FA"/>
                </a:solidFill>
                <a:latin typeface="Avenir Next"/>
                <a:ea typeface="Avenir Next"/>
                <a:cs typeface="Avenir Next"/>
              </a:rPr>
              <a:t>Positive tuning lift in chronological macro F1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 b="1">
              <a:solidFill>
                <a:srgbClr val="F5F8FA"/>
              </a:solidFill>
              <a:latin typeface="Avenir Next"/>
              <a:ea typeface="Avenir Next"/>
              <a:cs typeface="Avenir Next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Positive change in macro F1</c:v>
          </c:tx>
          <c:spPr>
            <a:solidFill xmlns:a="http://schemas.openxmlformats.org/drawingml/2006/main">
              <a:srgbClr val="29C7D8"/>
            </a:solidFill>
          </c:spPr>
          <c:invertIfNegative val="0"/>
          <c:cat>
            <c:strLit>
              <c:ptCount val="6"/>
              <c:pt idx="0">
                <c:v>MLP</c:v>
              </c:pt>
              <c:pt idx="1">
                <c:v>Random Forest</c:v>
              </c:pt>
              <c:pt idx="2">
                <c:v>Extra Trees</c:v>
              </c:pt>
              <c:pt idx="3">
                <c:v>XGBoost</c:v>
              </c:pt>
              <c:pt idx="4">
                <c:v>LightGBM</c:v>
              </c:pt>
              <c:pt idx="5">
                <c:v>HistGradientBoosting</c:v>
              </c:pt>
            </c:strLit>
          </c:cat>
          <c:val>
            <c:numLit>
              <c:formatCode>0.00</c:formatCode>
              <c:ptCount val="6"/>
              <c:pt idx="0">
                <c:v>0.07631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</c:numLit>
          </c:val>
        </c:ser>
        <c:dLbls>
          <c:numFmt formatCode="0.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50" b="1">
                  <a:solidFill>
                    <a:srgbClr val="F5F8FA"/>
                  </a:solidFill>
                  <a:latin typeface="Avenir Next"/>
                  <a:ea typeface="Avenir Next"/>
                  <a:cs typeface="Avenir Next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7465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F5F8FA"/>
                </a:solidFill>
                <a:latin typeface="Avenir Next"/>
                <a:ea typeface="Avenir Next"/>
                <a:cs typeface="Avenir Next"/>
              </a:defRPr>
            </a:pPr>
          </a:p>
        </c:txPr>
        <c:crossAx val="48672768"/>
      </c:catAx>
      <c:valAx>
        <c:axId val="48672768"/>
        <c:scaling>
          <c:orientation val="minMax"/>
          <c:max val="0.09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27465C"/>
              </a:solidFill>
              <a:prstDash val="solid"/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A8BAC8"/>
                </a:solidFill>
                <a:latin typeface="Avenir Next"/>
                <a:ea typeface="Avenir Next"/>
                <a:cs typeface="Avenir Next"/>
              </a:defRPr>
            </a:pPr>
          </a:p>
        </c:txPr>
        <c:crossAx val="48650112"/>
        <c:crossBetween val="between"/>
        <c:majorUnit val="0.02"/>
      </c:valAx>
    </c:plotArea>
    <c:plotVisOnly val="1"/>
  </c:chart>
</c:chartSpace>
</file>

<file path=ppt/slides/charts/chart4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F5F8FA"/>
                </a:solidFill>
                <a:latin typeface="Avenir Next"/>
                <a:ea typeface="Avenir Next"/>
                <a:cs typeface="Avenir Next"/>
              </a:rPr>
              <a:t>Cross-dataset macro F1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 b="1">
              <a:solidFill>
                <a:srgbClr val="F5F8FA"/>
              </a:solidFill>
              <a:latin typeface="Avenir Next"/>
              <a:ea typeface="Avenir Next"/>
              <a:cs typeface="Avenir Next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Train 2017</c:v>
          </c:tx>
          <c:spPr>
            <a:solidFill xmlns:a="http://schemas.openxmlformats.org/drawingml/2006/main">
              <a:srgbClr val="29C7D8"/>
            </a:solidFill>
          </c:spPr>
          <c:invertIfNegative val="0"/>
          <c:cat>
            <c:strLit>
              <c:ptCount val="2"/>
              <c:pt idx="0">
                <c:v>Test on 2017</c:v>
              </c:pt>
              <c:pt idx="1">
                <c:v>Test on 2018</c:v>
              </c:pt>
            </c:strLit>
          </c:cat>
          <c:val>
            <c:numLit>
              <c:formatCode>0.0</c:formatCode>
              <c:ptCount val="2"/>
              <c:pt idx="0">
                <c:v>0.989957</c:v>
              </c:pt>
              <c:pt idx="1">
                <c:v>0.693647</c:v>
              </c:pt>
            </c:numLit>
          </c:val>
        </c:ser>
        <c:ser>
          <c:idx val="1"/>
          <c:order val="1"/>
          <c:tx>
            <c:v>Train 2018</c:v>
          </c:tx>
          <c:spPr>
            <a:solidFill xmlns:a="http://schemas.openxmlformats.org/drawingml/2006/main">
              <a:srgbClr val="2EC4A6"/>
            </a:solidFill>
          </c:spPr>
          <c:invertIfNegative val="0"/>
          <c:cat>
            <c:strLit>
              <c:ptCount val="2"/>
              <c:pt idx="0">
                <c:v>Test on 2017</c:v>
              </c:pt>
              <c:pt idx="1">
                <c:v>Test on 2018</c:v>
              </c:pt>
            </c:strLit>
          </c:cat>
          <c:val>
            <c:numLit>
              <c:formatCode>0.0</c:formatCode>
              <c:ptCount val="2"/>
              <c:pt idx="0">
                <c:v>0.794497</c:v>
              </c:pt>
              <c:pt idx="1">
                <c:v>0.985101</c:v>
              </c:pt>
            </c:numLit>
          </c:val>
        </c:ser>
        <c:dLbls>
          <c:numFmt formatCode="0.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F5F8FA"/>
                  </a:solidFill>
                  <a:latin typeface="Avenir Next"/>
                  <a:ea typeface="Avenir Next"/>
                  <a:cs typeface="Avenir Next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F5F8FA"/>
                </a:solidFill>
                <a:latin typeface="Avenir Next"/>
                <a:ea typeface="Avenir Next"/>
                <a:cs typeface="Avenir Next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.6"/>
        </c:scaling>
        <c:delete val="0"/>
        <c:axPos val="l"/>
        <c:majorGridlines>
          <c:spPr>
            <a:ln xmlns:a="http://schemas.openxmlformats.org/drawingml/2006/main" w="9525">
              <a:solidFill>
                <a:srgbClr val="27465C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A8BAC8"/>
                </a:solidFill>
                <a:latin typeface="Avenir Next"/>
                <a:ea typeface="Avenir Next"/>
                <a:cs typeface="Avenir Next"/>
              </a:defRPr>
            </a:pPr>
          </a:p>
        </c:txPr>
        <c:crossAx val="48650112"/>
        <c:crossBetween val="between"/>
        <c:majorUnit val="0.1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F5F8FA"/>
              </a:solidFill>
              <a:latin typeface="Avenir Next"/>
              <a:ea typeface="Avenir Next"/>
              <a:cs typeface="Avenir Next"/>
            </a:defRPr>
          </a:pPr>
        </a:p>
      </c:txPr>
    </c:legend>
    <c:plotVisOnly val="1"/>
  </c:chart>
</c:chartSpace>
</file>

<file path=ppt/slides/charts/chart5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F5F8FA"/>
                </a:solidFill>
                <a:latin typeface="Avenir Next"/>
                <a:ea typeface="Avenir Next"/>
                <a:cs typeface="Avenir Next"/>
              </a:rPr>
              <a:t>Macro F1 by training strategy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 b="1">
              <a:solidFill>
                <a:srgbClr val="F5F8FA"/>
              </a:solidFill>
              <a:latin typeface="Avenir Next"/>
              <a:ea typeface="Avenir Next"/>
              <a:cs typeface="Avenir Next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2017 only</c:v>
          </c:tx>
          <c:spPr>
            <a:solidFill xmlns:a="http://schemas.openxmlformats.org/drawingml/2006/main">
              <a:srgbClr val="A8BAC8"/>
            </a:solidFill>
          </c:spPr>
          <c:invertIfNegative val="0"/>
          <c:cat>
            <c:strLit>
              <c:ptCount val="2"/>
              <c:pt idx="0">
                <c:v>2017 test</c:v>
              </c:pt>
              <c:pt idx="1">
                <c:v>2018 test</c:v>
              </c:pt>
            </c:strLit>
          </c:cat>
          <c:val>
            <c:numLit>
              <c:formatCode>0.0</c:formatCode>
              <c:ptCount val="2"/>
              <c:pt idx="0">
                <c:v>0.989957</c:v>
              </c:pt>
              <c:pt idx="1">
                <c:v>0.693647</c:v>
              </c:pt>
            </c:numLit>
          </c:val>
        </c:ser>
        <c:ser>
          <c:idx val="1"/>
          <c:order val="1"/>
          <c:tx>
            <c:v>Mixed equal</c:v>
          </c:tx>
          <c:spPr>
            <a:solidFill xmlns:a="http://schemas.openxmlformats.org/drawingml/2006/main">
              <a:srgbClr val="29C7D8"/>
            </a:solidFill>
          </c:spPr>
          <c:invertIfNegative val="0"/>
          <c:cat>
            <c:strLit>
              <c:ptCount val="2"/>
              <c:pt idx="0">
                <c:v>2017 test</c:v>
              </c:pt>
              <c:pt idx="1">
                <c:v>2018 test</c:v>
              </c:pt>
            </c:strLit>
          </c:cat>
          <c:val>
            <c:numLit>
              <c:formatCode>0.0</c:formatCode>
              <c:ptCount val="2"/>
              <c:pt idx="0">
                <c:v>0.961682</c:v>
              </c:pt>
              <c:pt idx="1">
                <c:v>0.96666</c:v>
              </c:pt>
            </c:numLit>
          </c:val>
        </c:ser>
        <c:ser>
          <c:idx val="2"/>
          <c:order val="2"/>
          <c:tx>
            <c:v>Mixed expanded</c:v>
          </c:tx>
          <c:spPr>
            <a:solidFill xmlns:a="http://schemas.openxmlformats.org/drawingml/2006/main">
              <a:srgbClr val="2EC4A6"/>
            </a:solidFill>
          </c:spPr>
          <c:invertIfNegative val="0"/>
          <c:cat>
            <c:strLit>
              <c:ptCount val="2"/>
              <c:pt idx="0">
                <c:v>2017 test</c:v>
              </c:pt>
              <c:pt idx="1">
                <c:v>2018 test</c:v>
              </c:pt>
            </c:strLit>
          </c:cat>
          <c:val>
            <c:numLit>
              <c:formatCode>0.0</c:formatCode>
              <c:ptCount val="2"/>
              <c:pt idx="0">
                <c:v>0.962869</c:v>
              </c:pt>
              <c:pt idx="1">
                <c:v>0.967468</c:v>
              </c:pt>
            </c:numLit>
          </c:val>
        </c:ser>
        <c:dLbls>
          <c:numFmt formatCode="0.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50" b="1">
                  <a:solidFill>
                    <a:srgbClr val="F5F8FA"/>
                  </a:solidFill>
                  <a:latin typeface="Avenir Next"/>
                  <a:ea typeface="Avenir Next"/>
                  <a:cs typeface="Avenir Next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F5F8FA"/>
                </a:solidFill>
                <a:latin typeface="Avenir Next"/>
                <a:ea typeface="Avenir Next"/>
                <a:cs typeface="Avenir Next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.6"/>
        </c:scaling>
        <c:delete val="0"/>
        <c:axPos val="l"/>
        <c:majorGridlines>
          <c:spPr>
            <a:ln xmlns:a="http://schemas.openxmlformats.org/drawingml/2006/main" w="9525">
              <a:solidFill>
                <a:srgbClr val="27465C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A8BAC8"/>
                </a:solidFill>
                <a:latin typeface="Avenir Next"/>
                <a:ea typeface="Avenir Next"/>
                <a:cs typeface="Avenir Next"/>
              </a:defRPr>
            </a:pPr>
          </a:p>
        </c:txPr>
        <c:crossAx val="48650112"/>
        <c:crossBetween val="between"/>
        <c:majorUnit val="0.1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F5F8FA"/>
              </a:solidFill>
              <a:latin typeface="Avenir Next"/>
              <a:ea typeface="Avenir Next"/>
              <a:cs typeface="Avenir Next"/>
            </a:defRPr>
          </a:pPr>
        </a:p>
      </c:txPr>
    </c:legend>
    <c:plotVisOnly val="1"/>
  </c:chart>
</c:chartSpace>
</file>

<file path=ppt/slides/charts/chart6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F5F8FA"/>
                </a:solidFill>
                <a:latin typeface="Avenir Next"/>
                <a:ea typeface="Avenir Next"/>
                <a:cs typeface="Avenir Next"/>
              </a:rPr>
              <a:t>Attack recall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 b="1">
              <a:solidFill>
                <a:srgbClr val="F5F8FA"/>
              </a:solidFill>
              <a:latin typeface="Avenir Next"/>
              <a:ea typeface="Avenir Next"/>
              <a:cs typeface="Avenir Next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Attack recall</c:v>
          </c:tx>
          <c:spPr>
            <a:solidFill xmlns:a="http://schemas.openxmlformats.org/drawingml/2006/main">
              <a:srgbClr val="2EC4A6"/>
            </a:solidFill>
          </c:spPr>
          <c:invertIfNegative val="0"/>
          <c:cat>
            <c:strLit>
              <c:ptCount val="6"/>
              <c:pt idx="0">
                <c:v>17→17</c:v>
              </c:pt>
              <c:pt idx="1">
                <c:v>17→18</c:v>
              </c:pt>
              <c:pt idx="2">
                <c:v>18→17</c:v>
              </c:pt>
              <c:pt idx="3">
                <c:v>18→18</c:v>
              </c:pt>
              <c:pt idx="4">
                <c:v>Mixed→17</c:v>
              </c:pt>
              <c:pt idx="5">
                <c:v>Mixed→18</c:v>
              </c:pt>
            </c:strLit>
          </c:cat>
          <c:val>
            <c:numLit>
              <c:formatCode>0.0</c:formatCode>
              <c:ptCount val="6"/>
              <c:pt idx="0">
                <c:v>0.991245</c:v>
              </c:pt>
              <c:pt idx="1">
                <c:v>0.442415</c:v>
              </c:pt>
              <c:pt idx="2">
                <c:v>0.683173</c:v>
              </c:pt>
              <c:pt idx="3">
                <c:v>0.984078</c:v>
              </c:pt>
              <c:pt idx="4">
                <c:v>0.987005</c:v>
              </c:pt>
              <c:pt idx="5">
                <c:v>0.977613</c:v>
              </c:pt>
            </c:numLit>
          </c:val>
        </c:ser>
        <c:dLbls>
          <c:numFmt formatCode="0.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675" b="1">
                  <a:solidFill>
                    <a:srgbClr val="F5F8FA"/>
                  </a:solidFill>
                  <a:latin typeface="Avenir Next"/>
                  <a:ea typeface="Avenir Next"/>
                  <a:cs typeface="Avenir Next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8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F5F8FA"/>
                </a:solidFill>
                <a:latin typeface="Avenir Next"/>
                <a:ea typeface="Avenir Next"/>
                <a:cs typeface="Avenir Next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27465C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A8BAC8"/>
                </a:solidFill>
                <a:latin typeface="Avenir Next"/>
                <a:ea typeface="Avenir Next"/>
                <a:cs typeface="Avenir Next"/>
              </a:defRPr>
            </a:pPr>
          </a:p>
        </c:txPr>
        <c:crossAx val="48650112"/>
        <c:crossBetween val="between"/>
        <c:majorUnit val="0.2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1FD91D-B0C8-411A-A264-6B89AB1D3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C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8526D5-0E27-4134-A981-4AE4BC246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29C7D8"/>
                </a:solidFill>
              </a:defRPr>
            </a:defPPr>
            <a:lvl1pPr>
              <a:defRPr sz="1050" b="1">
                <a:solidFill>
                  <a:srgbClr val="29C7D8"/>
                </a:solidFill>
              </a:defRPr>
            </a:lvl1pPr>
            <a:lvl2pPr>
              <a:defRPr sz="1050" b="1">
                <a:solidFill>
                  <a:srgbClr val="29C7D8"/>
                </a:solidFill>
              </a:defRPr>
            </a:lvl2pPr>
            <a:lvl3pPr>
              <a:defRPr sz="1050" b="1">
                <a:solidFill>
                  <a:srgbClr val="29C7D8"/>
                </a:solidFill>
              </a:defRPr>
            </a:lvl3pPr>
            <a:lvl4pPr>
              <a:defRPr sz="1050" b="1">
                <a:solidFill>
                  <a:srgbClr val="29C7D8"/>
                </a:solidFill>
              </a:defRPr>
            </a:lvl4pPr>
            <a:lvl5pPr>
              <a:defRPr sz="1050" b="1">
                <a:solidFill>
                  <a:srgbClr val="29C7D8"/>
                </a:solidFill>
              </a:defRPr>
            </a:lvl5pPr>
            <a:lvl6pPr>
              <a:defRPr sz="1050" b="1">
                <a:solidFill>
                  <a:srgbClr val="29C7D8"/>
                </a:solidFill>
              </a:defRPr>
            </a:lvl6pPr>
            <a:lvl7pPr>
              <a:defRPr sz="1050" b="1">
                <a:solidFill>
                  <a:srgbClr val="29C7D8"/>
                </a:solidFill>
              </a:defRPr>
            </a:lvl7pPr>
            <a:lvl8pPr>
              <a:defRPr sz="1050" b="1">
                <a:solidFill>
                  <a:srgbClr val="29C7D8"/>
                </a:solidFill>
              </a:defRPr>
            </a:lvl8pPr>
            <a:lvl9pPr>
              <a:defRPr sz="1050" b="1">
                <a:solidFill>
                  <a:srgbClr val="29C7D8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9C7D8"/>
                </a:solidFill>
              </a:defRPr>
            </a:pPr>
            <a:r>
              <a:rPr sz="1050" b="1">
                <a:solidFill>
                  <a:srgbClr val="29C7D8"/>
                </a:solidFill>
              </a:rPr>
              <a:t>BERKELEY CAPSTONE PROJECT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B4D0AB-8E20-4277-8D7E-387E016C3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666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600" b="1">
                <a:solidFill>
                  <a:srgbClr val="F5F8FA"/>
                </a:solidFill>
              </a:defRPr>
            </a:defPPr>
            <a:lvl1pPr>
              <a:defRPr sz="3600" b="1">
                <a:solidFill>
                  <a:srgbClr val="F5F8FA"/>
                </a:solidFill>
              </a:defRPr>
            </a:lvl1pPr>
            <a:lvl2pPr>
              <a:defRPr sz="3600" b="1">
                <a:solidFill>
                  <a:srgbClr val="F5F8FA"/>
                </a:solidFill>
              </a:defRPr>
            </a:lvl2pPr>
            <a:lvl3pPr>
              <a:defRPr sz="3600" b="1">
                <a:solidFill>
                  <a:srgbClr val="F5F8FA"/>
                </a:solidFill>
              </a:defRPr>
            </a:lvl3pPr>
            <a:lvl4pPr>
              <a:defRPr sz="3600" b="1">
                <a:solidFill>
                  <a:srgbClr val="F5F8FA"/>
                </a:solidFill>
              </a:defRPr>
            </a:lvl4pPr>
            <a:lvl5pPr>
              <a:defRPr sz="3600" b="1">
                <a:solidFill>
                  <a:srgbClr val="F5F8FA"/>
                </a:solidFill>
              </a:defRPr>
            </a:lvl5pPr>
            <a:lvl6pPr>
              <a:defRPr sz="3600" b="1">
                <a:solidFill>
                  <a:srgbClr val="F5F8FA"/>
                </a:solidFill>
              </a:defRPr>
            </a:lvl6pPr>
            <a:lvl7pPr>
              <a:defRPr sz="3600" b="1">
                <a:solidFill>
                  <a:srgbClr val="F5F8FA"/>
                </a:solidFill>
              </a:defRPr>
            </a:lvl7pPr>
            <a:lvl8pPr>
              <a:defRPr sz="3600" b="1">
                <a:solidFill>
                  <a:srgbClr val="F5F8FA"/>
                </a:solidFill>
              </a:defRPr>
            </a:lvl8pPr>
            <a:lvl9pPr>
              <a:defRPr sz="360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F5F8FA"/>
                </a:solidFill>
              </a:defRPr>
            </a:pPr>
            <a:r>
              <a:rPr sz="3600" b="1">
                <a:solidFill>
                  <a:srgbClr val="F5F8FA"/>
                </a:solidFill>
              </a:rPr>
              <a:t>Cross-Network</a:t>
            </a:r>
          </a:p>
          <a:p xmlns:a="http://schemas.openxmlformats.org/drawingml/2006/main">
            <a:pPr>
              <a:defRPr sz="3600" b="1">
                <a:solidFill>
                  <a:srgbClr val="F5F8FA"/>
                </a:solidFill>
              </a:defRPr>
            </a:pPr>
            <a:r>
              <a:rPr sz="3600" b="1">
                <a:solidFill>
                  <a:srgbClr val="F5F8FA"/>
                </a:solidFill>
              </a:rPr>
              <a:t>Intrusion Detection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2A720E-753F-4BA5-9A74-17BD49AF4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48000"/>
            <a:ext cx="666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650" b="0">
                <a:solidFill>
                  <a:srgbClr val="A8BAC8"/>
                </a:solidFill>
              </a:defRPr>
            </a:defPPr>
            <a:lvl1pPr>
              <a:defRPr sz="1650" b="0">
                <a:solidFill>
                  <a:srgbClr val="A8BAC8"/>
                </a:solidFill>
              </a:defRPr>
            </a:lvl1pPr>
            <a:lvl2pPr>
              <a:defRPr sz="1650" b="0">
                <a:solidFill>
                  <a:srgbClr val="A8BAC8"/>
                </a:solidFill>
              </a:defRPr>
            </a:lvl2pPr>
            <a:lvl3pPr>
              <a:defRPr sz="1650" b="0">
                <a:solidFill>
                  <a:srgbClr val="A8BAC8"/>
                </a:solidFill>
              </a:defRPr>
            </a:lvl3pPr>
            <a:lvl4pPr>
              <a:defRPr sz="1650" b="0">
                <a:solidFill>
                  <a:srgbClr val="A8BAC8"/>
                </a:solidFill>
              </a:defRPr>
            </a:lvl4pPr>
            <a:lvl5pPr>
              <a:defRPr sz="1650" b="0">
                <a:solidFill>
                  <a:srgbClr val="A8BAC8"/>
                </a:solidFill>
              </a:defRPr>
            </a:lvl5pPr>
            <a:lvl6pPr>
              <a:defRPr sz="1650" b="0">
                <a:solidFill>
                  <a:srgbClr val="A8BAC8"/>
                </a:solidFill>
              </a:defRPr>
            </a:lvl6pPr>
            <a:lvl7pPr>
              <a:defRPr sz="1650" b="0">
                <a:solidFill>
                  <a:srgbClr val="A8BAC8"/>
                </a:solidFill>
              </a:defRPr>
            </a:lvl7pPr>
            <a:lvl8pPr>
              <a:defRPr sz="1650" b="0">
                <a:solidFill>
                  <a:srgbClr val="A8BAC8"/>
                </a:solidFill>
              </a:defRPr>
            </a:lvl8pPr>
            <a:lvl9pPr>
              <a:defRPr sz="1650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A8BAC8"/>
                </a:solidFill>
              </a:defRPr>
            </a:pPr>
            <a:r>
              <a:rPr sz="1650" b="0">
                <a:solidFill>
                  <a:srgbClr val="A8BAC8"/>
                </a:solidFill>
              </a:rPr>
              <a:t>Exploratory analysis, model comparison, and deployment design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1AC4B3-86BA-471E-98DF-029EB0D92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066800"/>
            <a:ext cx="3143250" cy="37147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E2638"/>
          </a:solidFill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EAB189-F5DB-4E24-86C7-993CE38A8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1885950"/>
            <a:ext cx="1666875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06D555-5E9A-4367-B220-993F03838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1885950"/>
            <a:ext cx="333375" cy="1285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36ACB7-B0B7-4FC6-A494-95A0ADE77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124075"/>
            <a:ext cx="142875" cy="1762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EE3A47-C3A2-4D91-8379-AB7812C5F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171825"/>
            <a:ext cx="1476375" cy="714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571CF4-5D66-4E42-9A65-27C21875D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171825"/>
            <a:ext cx="285750" cy="1333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73A7D1-D370-431F-886B-4C65124B5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886200"/>
            <a:ext cx="1190625" cy="619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B3B3E5-FB7A-4AB4-B2D3-D52B94DCB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714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922866-99D7-4D2C-B282-C8CB17B5A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9526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C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34E8F1-E639-4D99-80C6-92D309088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003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54A4C2-4AFA-44E9-BCDF-454AF0933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7147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A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C98410-3661-4793-9D90-9966F3E93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3338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C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4E181D-6D50-4910-9343-FC0666ED5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00062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425" b="1">
                <a:solidFill>
                  <a:srgbClr val="F5F8FA"/>
                </a:solidFill>
              </a:defRPr>
            </a:defPPr>
            <a:lvl1pPr>
              <a:defRPr sz="1425" b="1">
                <a:solidFill>
                  <a:srgbClr val="F5F8FA"/>
                </a:solidFill>
              </a:defRPr>
            </a:lvl1pPr>
            <a:lvl2pPr>
              <a:defRPr sz="1425" b="1">
                <a:solidFill>
                  <a:srgbClr val="F5F8FA"/>
                </a:solidFill>
              </a:defRPr>
            </a:lvl2pPr>
            <a:lvl3pPr>
              <a:defRPr sz="1425" b="1">
                <a:solidFill>
                  <a:srgbClr val="F5F8FA"/>
                </a:solidFill>
              </a:defRPr>
            </a:lvl3pPr>
            <a:lvl4pPr>
              <a:defRPr sz="1425" b="1">
                <a:solidFill>
                  <a:srgbClr val="F5F8FA"/>
                </a:solidFill>
              </a:defRPr>
            </a:lvl4pPr>
            <a:lvl5pPr>
              <a:defRPr sz="1425" b="1">
                <a:solidFill>
                  <a:srgbClr val="F5F8FA"/>
                </a:solidFill>
              </a:defRPr>
            </a:lvl5pPr>
            <a:lvl6pPr>
              <a:defRPr sz="1425" b="1">
                <a:solidFill>
                  <a:srgbClr val="F5F8FA"/>
                </a:solidFill>
              </a:defRPr>
            </a:lvl6pPr>
            <a:lvl7pPr>
              <a:defRPr sz="1425" b="1">
                <a:solidFill>
                  <a:srgbClr val="F5F8FA"/>
                </a:solidFill>
              </a:defRPr>
            </a:lvl7pPr>
            <a:lvl8pPr>
              <a:defRPr sz="1425" b="1">
                <a:solidFill>
                  <a:srgbClr val="F5F8FA"/>
                </a:solidFill>
              </a:defRPr>
            </a:lvl8pPr>
            <a:lvl9pPr>
              <a:defRPr sz="1425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F5F8FA"/>
                </a:solidFill>
              </a:defRPr>
            </a:pPr>
            <a:r>
              <a:rPr sz="1425" b="1">
                <a:solidFill>
                  <a:srgbClr val="F5F8FA"/>
                </a:solidFill>
              </a:rPr>
              <a:t>Can a detector trained in one network</a:t>
            </a:r>
          </a:p>
          <a:p xmlns:a="http://schemas.openxmlformats.org/drawingml/2006/main">
            <a:pPr>
              <a:defRPr sz="1425" b="1">
                <a:solidFill>
                  <a:srgbClr val="F5F8FA"/>
                </a:solidFill>
              </a:defRPr>
            </a:pPr>
            <a:r>
              <a:rPr sz="1425" b="1">
                <a:solidFill>
                  <a:srgbClr val="F5F8FA"/>
                </a:solidFill>
              </a:rPr>
              <a:t>remain reliable in another?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C130D5-2404-47DB-BD53-44FA9547A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07695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0">
                <a:solidFill>
                  <a:srgbClr val="A8BAC8"/>
                </a:solidFill>
              </a:defRPr>
            </a:defPPr>
            <a:lvl1pPr>
              <a:defRPr sz="1050" b="0">
                <a:solidFill>
                  <a:srgbClr val="A8BAC8"/>
                </a:solidFill>
              </a:defRPr>
            </a:lvl1pPr>
            <a:lvl2pPr>
              <a:defRPr sz="1050" b="0">
                <a:solidFill>
                  <a:srgbClr val="A8BAC8"/>
                </a:solidFill>
              </a:defRPr>
            </a:lvl2pPr>
            <a:lvl3pPr>
              <a:defRPr sz="1050" b="0">
                <a:solidFill>
                  <a:srgbClr val="A8BAC8"/>
                </a:solidFill>
              </a:defRPr>
            </a:lvl3pPr>
            <a:lvl4pPr>
              <a:defRPr sz="1050" b="0">
                <a:solidFill>
                  <a:srgbClr val="A8BAC8"/>
                </a:solidFill>
              </a:defRPr>
            </a:lvl4pPr>
            <a:lvl5pPr>
              <a:defRPr sz="1050" b="0">
                <a:solidFill>
                  <a:srgbClr val="A8BAC8"/>
                </a:solidFill>
              </a:defRPr>
            </a:lvl5pPr>
            <a:lvl6pPr>
              <a:defRPr sz="1050" b="0">
                <a:solidFill>
                  <a:srgbClr val="A8BAC8"/>
                </a:solidFill>
              </a:defRPr>
            </a:lvl6pPr>
            <a:lvl7pPr>
              <a:defRPr sz="1050" b="0">
                <a:solidFill>
                  <a:srgbClr val="A8BAC8"/>
                </a:solidFill>
              </a:defRPr>
            </a:lvl7pPr>
            <a:lvl8pPr>
              <a:defRPr sz="1050" b="0">
                <a:solidFill>
                  <a:srgbClr val="A8BAC8"/>
                </a:solidFill>
              </a:defRPr>
            </a:lvl8pPr>
            <a:lvl9pPr>
              <a:defRPr sz="1050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A8BAC8"/>
                </a:solidFill>
              </a:defRPr>
            </a:pPr>
            <a:r>
              <a:rPr sz="1050" b="0">
                <a:solidFill>
                  <a:srgbClr val="A8BAC8"/>
                </a:solidFill>
              </a:rPr>
              <a:t>Phase 1: EDA + baseline  •  Phase 2: transfer, tuning, deployment</a:t>
            </a:r>
          </a:p>
        </p:txBody>
      </p:sp>
    </p:spTree>
    <p:extLst>
      <p:ext uri="{BB962C8B-B14F-4D97-AF65-F5344CB8AC3E}">
        <p14:creationId xmlns:p14="http://schemas.microsoft.com/office/powerpoint/2010/main" val="99587488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7C9A3F-2FFE-4025-95FD-41E771279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C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953F1F-7C1B-4418-929A-773D3441A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6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29C7D8"/>
                </a:solidFill>
              </a:defRPr>
            </a:defPPr>
            <a:lvl1pPr>
              <a:defRPr sz="900" b="1">
                <a:solidFill>
                  <a:srgbClr val="29C7D8"/>
                </a:solidFill>
              </a:defRPr>
            </a:lvl1pPr>
            <a:lvl2pPr>
              <a:defRPr sz="900" b="1">
                <a:solidFill>
                  <a:srgbClr val="29C7D8"/>
                </a:solidFill>
              </a:defRPr>
            </a:lvl2pPr>
            <a:lvl3pPr>
              <a:defRPr sz="900" b="1">
                <a:solidFill>
                  <a:srgbClr val="29C7D8"/>
                </a:solidFill>
              </a:defRPr>
            </a:lvl3pPr>
            <a:lvl4pPr>
              <a:defRPr sz="900" b="1">
                <a:solidFill>
                  <a:srgbClr val="29C7D8"/>
                </a:solidFill>
              </a:defRPr>
            </a:lvl4pPr>
            <a:lvl5pPr>
              <a:defRPr sz="900" b="1">
                <a:solidFill>
                  <a:srgbClr val="29C7D8"/>
                </a:solidFill>
              </a:defRPr>
            </a:lvl5pPr>
            <a:lvl6pPr>
              <a:defRPr sz="900" b="1">
                <a:solidFill>
                  <a:srgbClr val="29C7D8"/>
                </a:solidFill>
              </a:defRPr>
            </a:lvl6pPr>
            <a:lvl7pPr>
              <a:defRPr sz="900" b="1">
                <a:solidFill>
                  <a:srgbClr val="29C7D8"/>
                </a:solidFill>
              </a:defRPr>
            </a:lvl7pPr>
            <a:lvl8pPr>
              <a:defRPr sz="900" b="1">
                <a:solidFill>
                  <a:srgbClr val="29C7D8"/>
                </a:solidFill>
              </a:defRPr>
            </a:lvl8pPr>
            <a:lvl9pPr>
              <a:defRPr sz="900" b="1">
                <a:solidFill>
                  <a:srgbClr val="29C7D8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29C7D8"/>
                </a:solidFill>
              </a:defRPr>
            </a:pPr>
            <a:r>
              <a:rPr sz="900" b="1">
                <a:solidFill>
                  <a:srgbClr val="29C7D8"/>
                </a:solidFill>
              </a:rPr>
              <a:t>CAPSTONE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CC1BF0-B2F0-425B-B034-BD0863B5C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43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F5F8FA"/>
                </a:solidFill>
              </a:defRPr>
            </a:defPPr>
            <a:lvl1pPr>
              <a:defRPr sz="2550" b="1">
                <a:solidFill>
                  <a:srgbClr val="F5F8FA"/>
                </a:solidFill>
              </a:defRPr>
            </a:lvl1pPr>
            <a:lvl2pPr>
              <a:defRPr sz="2550" b="1">
                <a:solidFill>
                  <a:srgbClr val="F5F8FA"/>
                </a:solidFill>
              </a:defRPr>
            </a:lvl2pPr>
            <a:lvl3pPr>
              <a:defRPr sz="2550" b="1">
                <a:solidFill>
                  <a:srgbClr val="F5F8FA"/>
                </a:solidFill>
              </a:defRPr>
            </a:lvl3pPr>
            <a:lvl4pPr>
              <a:defRPr sz="2550" b="1">
                <a:solidFill>
                  <a:srgbClr val="F5F8FA"/>
                </a:solidFill>
              </a:defRPr>
            </a:lvl4pPr>
            <a:lvl5pPr>
              <a:defRPr sz="2550" b="1">
                <a:solidFill>
                  <a:srgbClr val="F5F8FA"/>
                </a:solidFill>
              </a:defRPr>
            </a:lvl5pPr>
            <a:lvl6pPr>
              <a:defRPr sz="2550" b="1">
                <a:solidFill>
                  <a:srgbClr val="F5F8FA"/>
                </a:solidFill>
              </a:defRPr>
            </a:lvl6pPr>
            <a:lvl7pPr>
              <a:defRPr sz="2550" b="1">
                <a:solidFill>
                  <a:srgbClr val="F5F8FA"/>
                </a:solidFill>
              </a:defRPr>
            </a:lvl7pPr>
            <a:lvl8pPr>
              <a:defRPr sz="2550" b="1">
                <a:solidFill>
                  <a:srgbClr val="F5F8FA"/>
                </a:solidFill>
              </a:defRPr>
            </a:lvl8pPr>
            <a:lvl9pPr>
              <a:defRPr sz="255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5F8FA"/>
                </a:solidFill>
              </a:defRPr>
            </a:pPr>
            <a:r>
              <a:rPr sz="2550" b="1">
                <a:solidFill>
                  <a:srgbClr val="F5F8FA"/>
                </a:solidFill>
              </a:rPr>
              <a:t>The business problem is trust across environments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D066BC-BB38-4EB1-9A59-FCCD5E452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287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A8BAC8"/>
                </a:solidFill>
              </a:defRPr>
            </a:defPPr>
            <a:lvl1pPr>
              <a:defRPr sz="1275" b="0">
                <a:solidFill>
                  <a:srgbClr val="A8BAC8"/>
                </a:solidFill>
              </a:defRPr>
            </a:lvl1pPr>
            <a:lvl2pPr>
              <a:defRPr sz="1275" b="0">
                <a:solidFill>
                  <a:srgbClr val="A8BAC8"/>
                </a:solidFill>
              </a:defRPr>
            </a:lvl2pPr>
            <a:lvl3pPr>
              <a:defRPr sz="1275" b="0">
                <a:solidFill>
                  <a:srgbClr val="A8BAC8"/>
                </a:solidFill>
              </a:defRPr>
            </a:lvl3pPr>
            <a:lvl4pPr>
              <a:defRPr sz="1275" b="0">
                <a:solidFill>
                  <a:srgbClr val="A8BAC8"/>
                </a:solidFill>
              </a:defRPr>
            </a:lvl4pPr>
            <a:lvl5pPr>
              <a:defRPr sz="1275" b="0">
                <a:solidFill>
                  <a:srgbClr val="A8BAC8"/>
                </a:solidFill>
              </a:defRPr>
            </a:lvl5pPr>
            <a:lvl6pPr>
              <a:defRPr sz="1275" b="0">
                <a:solidFill>
                  <a:srgbClr val="A8BAC8"/>
                </a:solidFill>
              </a:defRPr>
            </a:lvl6pPr>
            <a:lvl7pPr>
              <a:defRPr sz="1275" b="0">
                <a:solidFill>
                  <a:srgbClr val="A8BAC8"/>
                </a:solidFill>
              </a:defRPr>
            </a:lvl7pPr>
            <a:lvl8pPr>
              <a:defRPr sz="1275" b="0">
                <a:solidFill>
                  <a:srgbClr val="A8BAC8"/>
                </a:solidFill>
              </a:defRPr>
            </a:lvl8pPr>
            <a:lvl9pPr>
              <a:defRPr sz="127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A8BAC8"/>
                </a:solidFill>
              </a:defRPr>
            </a:pPr>
            <a:r>
              <a:rPr sz="1275" b="0">
                <a:solidFill>
                  <a:srgbClr val="A8BAC8"/>
                </a:solidFill>
              </a:rPr>
              <a:t>High laboratory accuracy is not enough if customer traffic looks different.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DE9C25-B5A6-4942-8730-26C39DF5E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71600"/>
            <a:ext cx="11239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017A1F-9F01-4C3C-B975-187839892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A8BAC8"/>
                </a:solidFill>
              </a:defRPr>
            </a:defPPr>
            <a:lvl1pPr>
              <a:defRPr sz="900" b="1">
                <a:solidFill>
                  <a:srgbClr val="A8BAC8"/>
                </a:solidFill>
              </a:defRPr>
            </a:lvl1pPr>
            <a:lvl2pPr>
              <a:defRPr sz="900" b="1">
                <a:solidFill>
                  <a:srgbClr val="A8BAC8"/>
                </a:solidFill>
              </a:defRPr>
            </a:lvl2pPr>
            <a:lvl3pPr>
              <a:defRPr sz="900" b="1">
                <a:solidFill>
                  <a:srgbClr val="A8BAC8"/>
                </a:solidFill>
              </a:defRPr>
            </a:lvl3pPr>
            <a:lvl4pPr>
              <a:defRPr sz="900" b="1">
                <a:solidFill>
                  <a:srgbClr val="A8BAC8"/>
                </a:solidFill>
              </a:defRPr>
            </a:lvl4pPr>
            <a:lvl5pPr>
              <a:defRPr sz="900" b="1">
                <a:solidFill>
                  <a:srgbClr val="A8BAC8"/>
                </a:solidFill>
              </a:defRPr>
            </a:lvl5pPr>
            <a:lvl6pPr>
              <a:defRPr sz="900" b="1">
                <a:solidFill>
                  <a:srgbClr val="A8BAC8"/>
                </a:solidFill>
              </a:defRPr>
            </a:lvl6pPr>
            <a:lvl7pPr>
              <a:defRPr sz="900" b="1">
                <a:solidFill>
                  <a:srgbClr val="A8BAC8"/>
                </a:solidFill>
              </a:defRPr>
            </a:lvl7pPr>
            <a:lvl8pPr>
              <a:defRPr sz="900" b="1">
                <a:solidFill>
                  <a:srgbClr val="A8BAC8"/>
                </a:solidFill>
              </a:defRPr>
            </a:lvl8pPr>
            <a:lvl9pPr>
              <a:defRPr sz="900" b="1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A8BAC8"/>
                </a:solidFill>
              </a:defRPr>
            </a:pPr>
            <a:r>
              <a:rPr sz="900" b="1">
                <a:solidFill>
                  <a:srgbClr val="A8BAC8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CAB9EE-CD94-47D0-8DB8-D62F46C25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33550"/>
            <a:ext cx="333375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0E2638"/>
          </a:solidFill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CB6835-DA79-407D-A5C9-FECCA4F17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33550"/>
            <a:ext cx="6667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C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D24E65-53C5-4C81-9465-87D8AC8AB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905000"/>
            <a:ext cx="2905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F5F8FA"/>
                </a:solidFill>
              </a:defRPr>
            </a:defPPr>
            <a:lvl1pPr>
              <a:defRPr sz="1350" b="1">
                <a:solidFill>
                  <a:srgbClr val="F5F8FA"/>
                </a:solidFill>
              </a:defRPr>
            </a:lvl1pPr>
            <a:lvl2pPr>
              <a:defRPr sz="1350" b="1">
                <a:solidFill>
                  <a:srgbClr val="F5F8FA"/>
                </a:solidFill>
              </a:defRPr>
            </a:lvl2pPr>
            <a:lvl3pPr>
              <a:defRPr sz="1350" b="1">
                <a:solidFill>
                  <a:srgbClr val="F5F8FA"/>
                </a:solidFill>
              </a:defRPr>
            </a:lvl3pPr>
            <a:lvl4pPr>
              <a:defRPr sz="1350" b="1">
                <a:solidFill>
                  <a:srgbClr val="F5F8FA"/>
                </a:solidFill>
              </a:defRPr>
            </a:lvl4pPr>
            <a:lvl5pPr>
              <a:defRPr sz="1350" b="1">
                <a:solidFill>
                  <a:srgbClr val="F5F8FA"/>
                </a:solidFill>
              </a:defRPr>
            </a:lvl5pPr>
            <a:lvl6pPr>
              <a:defRPr sz="1350" b="1">
                <a:solidFill>
                  <a:srgbClr val="F5F8FA"/>
                </a:solidFill>
              </a:defRPr>
            </a:lvl6pPr>
            <a:lvl7pPr>
              <a:defRPr sz="1350" b="1">
                <a:solidFill>
                  <a:srgbClr val="F5F8FA"/>
                </a:solidFill>
              </a:defRPr>
            </a:lvl7pPr>
            <a:lvl8pPr>
              <a:defRPr sz="1350" b="1">
                <a:solidFill>
                  <a:srgbClr val="F5F8FA"/>
                </a:solidFill>
              </a:defRPr>
            </a:lvl8pPr>
            <a:lvl9pPr>
              <a:defRPr sz="135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5F8FA"/>
                </a:solidFill>
              </a:defRPr>
            </a:pPr>
            <a:r>
              <a:rPr sz="1350" b="1">
                <a:solidFill>
                  <a:srgbClr val="F5F8FA"/>
                </a:solidFill>
              </a:rPr>
              <a:t>Detection need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90A01E-9DA0-4F6A-B3AE-2BCD98AAC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05050"/>
            <a:ext cx="29051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A8BAC8"/>
                </a:solidFill>
              </a:defRPr>
            </a:defPPr>
            <a:lvl1pPr>
              <a:defRPr sz="1125" b="0">
                <a:solidFill>
                  <a:srgbClr val="A8BAC8"/>
                </a:solidFill>
              </a:defRPr>
            </a:lvl1pPr>
            <a:lvl2pPr>
              <a:defRPr sz="1125" b="0">
                <a:solidFill>
                  <a:srgbClr val="A8BAC8"/>
                </a:solidFill>
              </a:defRPr>
            </a:lvl2pPr>
            <a:lvl3pPr>
              <a:defRPr sz="1125" b="0">
                <a:solidFill>
                  <a:srgbClr val="A8BAC8"/>
                </a:solidFill>
              </a:defRPr>
            </a:lvl3pPr>
            <a:lvl4pPr>
              <a:defRPr sz="1125" b="0">
                <a:solidFill>
                  <a:srgbClr val="A8BAC8"/>
                </a:solidFill>
              </a:defRPr>
            </a:lvl4pPr>
            <a:lvl5pPr>
              <a:defRPr sz="1125" b="0">
                <a:solidFill>
                  <a:srgbClr val="A8BAC8"/>
                </a:solidFill>
              </a:defRPr>
            </a:lvl5pPr>
            <a:lvl6pPr>
              <a:defRPr sz="1125" b="0">
                <a:solidFill>
                  <a:srgbClr val="A8BAC8"/>
                </a:solidFill>
              </a:defRPr>
            </a:lvl6pPr>
            <a:lvl7pPr>
              <a:defRPr sz="1125" b="0">
                <a:solidFill>
                  <a:srgbClr val="A8BAC8"/>
                </a:solidFill>
              </a:defRPr>
            </a:lvl7pPr>
            <a:lvl8pPr>
              <a:defRPr sz="1125" b="0">
                <a:solidFill>
                  <a:srgbClr val="A8BAC8"/>
                </a:solidFill>
              </a:defRPr>
            </a:lvl8pPr>
            <a:lvl9pPr>
              <a:defRPr sz="112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Flag malicious network flows quickly enough to support triage and response while keeping false alarms operationally manageable.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B3D0E4-F351-4AD9-BAAC-9AEC58586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733550"/>
            <a:ext cx="333375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0E2638"/>
          </a:solidFill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29622A-3971-4843-8F2A-F8CF9672D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733550"/>
            <a:ext cx="6667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D06F58-5695-4DB3-95A7-3D4C97A64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905000"/>
            <a:ext cx="2905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F5F8FA"/>
                </a:solidFill>
              </a:defRPr>
            </a:defPPr>
            <a:lvl1pPr>
              <a:defRPr sz="1350" b="1">
                <a:solidFill>
                  <a:srgbClr val="F5F8FA"/>
                </a:solidFill>
              </a:defRPr>
            </a:lvl1pPr>
            <a:lvl2pPr>
              <a:defRPr sz="1350" b="1">
                <a:solidFill>
                  <a:srgbClr val="F5F8FA"/>
                </a:solidFill>
              </a:defRPr>
            </a:lvl2pPr>
            <a:lvl3pPr>
              <a:defRPr sz="1350" b="1">
                <a:solidFill>
                  <a:srgbClr val="F5F8FA"/>
                </a:solidFill>
              </a:defRPr>
            </a:lvl3pPr>
            <a:lvl4pPr>
              <a:defRPr sz="1350" b="1">
                <a:solidFill>
                  <a:srgbClr val="F5F8FA"/>
                </a:solidFill>
              </a:defRPr>
            </a:lvl4pPr>
            <a:lvl5pPr>
              <a:defRPr sz="1350" b="1">
                <a:solidFill>
                  <a:srgbClr val="F5F8FA"/>
                </a:solidFill>
              </a:defRPr>
            </a:lvl5pPr>
            <a:lvl6pPr>
              <a:defRPr sz="1350" b="1">
                <a:solidFill>
                  <a:srgbClr val="F5F8FA"/>
                </a:solidFill>
              </a:defRPr>
            </a:lvl6pPr>
            <a:lvl7pPr>
              <a:defRPr sz="1350" b="1">
                <a:solidFill>
                  <a:srgbClr val="F5F8FA"/>
                </a:solidFill>
              </a:defRPr>
            </a:lvl7pPr>
            <a:lvl8pPr>
              <a:defRPr sz="1350" b="1">
                <a:solidFill>
                  <a:srgbClr val="F5F8FA"/>
                </a:solidFill>
              </a:defRPr>
            </a:lvl8pPr>
            <a:lvl9pPr>
              <a:defRPr sz="135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5F8FA"/>
                </a:solidFill>
              </a:defRPr>
            </a:pPr>
            <a:r>
              <a:rPr sz="1350" b="1">
                <a:solidFill>
                  <a:srgbClr val="F5F8FA"/>
                </a:solidFill>
              </a:rPr>
              <a:t>Deployment constraint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BDBB9C-AF69-47EE-81E2-E61774BB3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05050"/>
            <a:ext cx="29051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A8BAC8"/>
                </a:solidFill>
              </a:defRPr>
            </a:defPPr>
            <a:lvl1pPr>
              <a:defRPr sz="1125" b="0">
                <a:solidFill>
                  <a:srgbClr val="A8BAC8"/>
                </a:solidFill>
              </a:defRPr>
            </a:lvl1pPr>
            <a:lvl2pPr>
              <a:defRPr sz="1125" b="0">
                <a:solidFill>
                  <a:srgbClr val="A8BAC8"/>
                </a:solidFill>
              </a:defRPr>
            </a:lvl2pPr>
            <a:lvl3pPr>
              <a:defRPr sz="1125" b="0">
                <a:solidFill>
                  <a:srgbClr val="A8BAC8"/>
                </a:solidFill>
              </a:defRPr>
            </a:lvl3pPr>
            <a:lvl4pPr>
              <a:defRPr sz="1125" b="0">
                <a:solidFill>
                  <a:srgbClr val="A8BAC8"/>
                </a:solidFill>
              </a:defRPr>
            </a:lvl4pPr>
            <a:lvl5pPr>
              <a:defRPr sz="1125" b="0">
                <a:solidFill>
                  <a:srgbClr val="A8BAC8"/>
                </a:solidFill>
              </a:defRPr>
            </a:lvl5pPr>
            <a:lvl6pPr>
              <a:defRPr sz="1125" b="0">
                <a:solidFill>
                  <a:srgbClr val="A8BAC8"/>
                </a:solidFill>
              </a:defRPr>
            </a:lvl6pPr>
            <a:lvl7pPr>
              <a:defRPr sz="1125" b="0">
                <a:solidFill>
                  <a:srgbClr val="A8BAC8"/>
                </a:solidFill>
              </a:defRPr>
            </a:lvl7pPr>
            <a:lvl8pPr>
              <a:defRPr sz="1125" b="0">
                <a:solidFill>
                  <a:srgbClr val="A8BAC8"/>
                </a:solidFill>
              </a:defRPr>
            </a:lvl8pPr>
            <a:lvl9pPr>
              <a:defRPr sz="112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Customer traffic can be sensitive. Raw packets, identifiers, and proprietary behavior may not be allowed to leave the site.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35821E-B517-452B-AD54-9211C8BFB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33550"/>
            <a:ext cx="3667125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0E2638"/>
          </a:solidFill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414E85-80DD-4727-8B5E-233ADBC1C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33550"/>
            <a:ext cx="6667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4B141F-09D3-491B-A06F-FACE38430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9050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F5F8FA"/>
                </a:solidFill>
              </a:defRPr>
            </a:defPPr>
            <a:lvl1pPr>
              <a:defRPr sz="1350" b="1">
                <a:solidFill>
                  <a:srgbClr val="F5F8FA"/>
                </a:solidFill>
              </a:defRPr>
            </a:lvl1pPr>
            <a:lvl2pPr>
              <a:defRPr sz="1350" b="1">
                <a:solidFill>
                  <a:srgbClr val="F5F8FA"/>
                </a:solidFill>
              </a:defRPr>
            </a:lvl2pPr>
            <a:lvl3pPr>
              <a:defRPr sz="1350" b="1">
                <a:solidFill>
                  <a:srgbClr val="F5F8FA"/>
                </a:solidFill>
              </a:defRPr>
            </a:lvl3pPr>
            <a:lvl4pPr>
              <a:defRPr sz="1350" b="1">
                <a:solidFill>
                  <a:srgbClr val="F5F8FA"/>
                </a:solidFill>
              </a:defRPr>
            </a:lvl4pPr>
            <a:lvl5pPr>
              <a:defRPr sz="1350" b="1">
                <a:solidFill>
                  <a:srgbClr val="F5F8FA"/>
                </a:solidFill>
              </a:defRPr>
            </a:lvl5pPr>
            <a:lvl6pPr>
              <a:defRPr sz="1350" b="1">
                <a:solidFill>
                  <a:srgbClr val="F5F8FA"/>
                </a:solidFill>
              </a:defRPr>
            </a:lvl6pPr>
            <a:lvl7pPr>
              <a:defRPr sz="1350" b="1">
                <a:solidFill>
                  <a:srgbClr val="F5F8FA"/>
                </a:solidFill>
              </a:defRPr>
            </a:lvl7pPr>
            <a:lvl8pPr>
              <a:defRPr sz="1350" b="1">
                <a:solidFill>
                  <a:srgbClr val="F5F8FA"/>
                </a:solidFill>
              </a:defRPr>
            </a:lvl8pPr>
            <a:lvl9pPr>
              <a:defRPr sz="135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5F8FA"/>
                </a:solidFill>
              </a:defRPr>
            </a:pPr>
            <a:r>
              <a:rPr sz="1350" b="1">
                <a:solidFill>
                  <a:srgbClr val="F5F8FA"/>
                </a:solidFill>
              </a:rPr>
              <a:t>Core risk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2F791B-680C-4C6C-B185-2433036BF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305050"/>
            <a:ext cx="323850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A8BAC8"/>
                </a:solidFill>
              </a:defRPr>
            </a:defPPr>
            <a:lvl1pPr>
              <a:defRPr sz="1125" b="0">
                <a:solidFill>
                  <a:srgbClr val="A8BAC8"/>
                </a:solidFill>
              </a:defRPr>
            </a:lvl1pPr>
            <a:lvl2pPr>
              <a:defRPr sz="1125" b="0">
                <a:solidFill>
                  <a:srgbClr val="A8BAC8"/>
                </a:solidFill>
              </a:defRPr>
            </a:lvl2pPr>
            <a:lvl3pPr>
              <a:defRPr sz="1125" b="0">
                <a:solidFill>
                  <a:srgbClr val="A8BAC8"/>
                </a:solidFill>
              </a:defRPr>
            </a:lvl3pPr>
            <a:lvl4pPr>
              <a:defRPr sz="1125" b="0">
                <a:solidFill>
                  <a:srgbClr val="A8BAC8"/>
                </a:solidFill>
              </a:defRPr>
            </a:lvl4pPr>
            <a:lvl5pPr>
              <a:defRPr sz="1125" b="0">
                <a:solidFill>
                  <a:srgbClr val="A8BAC8"/>
                </a:solidFill>
              </a:defRPr>
            </a:lvl5pPr>
            <a:lvl6pPr>
              <a:defRPr sz="1125" b="0">
                <a:solidFill>
                  <a:srgbClr val="A8BAC8"/>
                </a:solidFill>
              </a:defRPr>
            </a:lvl6pPr>
            <a:lvl7pPr>
              <a:defRPr sz="1125" b="0">
                <a:solidFill>
                  <a:srgbClr val="A8BAC8"/>
                </a:solidFill>
              </a:defRPr>
            </a:lvl7pPr>
            <a:lvl8pPr>
              <a:defRPr sz="1125" b="0">
                <a:solidFill>
                  <a:srgbClr val="A8BAC8"/>
                </a:solidFill>
              </a:defRPr>
            </a:lvl8pPr>
            <a:lvl9pPr>
              <a:defRPr sz="112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A model may learn dataset-specific shortcuts, then lose attack recall or create alert fatigue when moved to another network.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C59750-D68B-4416-9D50-2895C9514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24550"/>
            <a:ext cx="10810875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9525">
            <a:solidFill>
              <a:srgbClr val="2EC4A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62420E-1CC9-4A04-9A7F-61BD5C6E5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24550"/>
            <a:ext cx="104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2EC4A6"/>
                </a:solidFill>
              </a:defRPr>
            </a:defPPr>
            <a:lvl1pPr>
              <a:defRPr sz="900" b="1">
                <a:solidFill>
                  <a:srgbClr val="2EC4A6"/>
                </a:solidFill>
              </a:defRPr>
            </a:lvl1pPr>
            <a:lvl2pPr>
              <a:defRPr sz="900" b="1">
                <a:solidFill>
                  <a:srgbClr val="2EC4A6"/>
                </a:solidFill>
              </a:defRPr>
            </a:lvl2pPr>
            <a:lvl3pPr>
              <a:defRPr sz="900" b="1">
                <a:solidFill>
                  <a:srgbClr val="2EC4A6"/>
                </a:solidFill>
              </a:defRPr>
            </a:lvl3pPr>
            <a:lvl4pPr>
              <a:defRPr sz="900" b="1">
                <a:solidFill>
                  <a:srgbClr val="2EC4A6"/>
                </a:solidFill>
              </a:defRPr>
            </a:lvl4pPr>
            <a:lvl5pPr>
              <a:defRPr sz="900" b="1">
                <a:solidFill>
                  <a:srgbClr val="2EC4A6"/>
                </a:solidFill>
              </a:defRPr>
            </a:lvl5pPr>
            <a:lvl6pPr>
              <a:defRPr sz="900" b="1">
                <a:solidFill>
                  <a:srgbClr val="2EC4A6"/>
                </a:solidFill>
              </a:defRPr>
            </a:lvl6pPr>
            <a:lvl7pPr>
              <a:defRPr sz="900" b="1">
                <a:solidFill>
                  <a:srgbClr val="2EC4A6"/>
                </a:solidFill>
              </a:defRPr>
            </a:lvl7pPr>
            <a:lvl8pPr>
              <a:defRPr sz="900" b="1">
                <a:solidFill>
                  <a:srgbClr val="2EC4A6"/>
                </a:solidFill>
              </a:defRPr>
            </a:lvl8pPr>
            <a:lvl9pPr>
              <a:defRPr sz="900" b="1">
                <a:solidFill>
                  <a:srgbClr val="2EC4A6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2EC4A6"/>
                </a:solidFill>
              </a:defRPr>
            </a:pPr>
            <a:r>
              <a:rPr sz="900" b="1">
                <a:solidFill>
                  <a:srgbClr val="2EC4A6"/>
                </a:solidFill>
              </a:rPr>
              <a:t>TAKEAWAY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359C91-23AA-421F-A5A9-461C5E259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924550"/>
            <a:ext cx="938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F5F8FA"/>
                </a:solidFill>
              </a:defRPr>
            </a:defPPr>
            <a:lvl1pPr>
              <a:defRPr sz="1125" b="1">
                <a:solidFill>
                  <a:srgbClr val="F5F8FA"/>
                </a:solidFill>
              </a:defRPr>
            </a:lvl1pPr>
            <a:lvl2pPr>
              <a:defRPr sz="1125" b="1">
                <a:solidFill>
                  <a:srgbClr val="F5F8FA"/>
                </a:solidFill>
              </a:defRPr>
            </a:lvl2pPr>
            <a:lvl3pPr>
              <a:defRPr sz="1125" b="1">
                <a:solidFill>
                  <a:srgbClr val="F5F8FA"/>
                </a:solidFill>
              </a:defRPr>
            </a:lvl3pPr>
            <a:lvl4pPr>
              <a:defRPr sz="1125" b="1">
                <a:solidFill>
                  <a:srgbClr val="F5F8FA"/>
                </a:solidFill>
              </a:defRPr>
            </a:lvl4pPr>
            <a:lvl5pPr>
              <a:defRPr sz="1125" b="1">
                <a:solidFill>
                  <a:srgbClr val="F5F8FA"/>
                </a:solidFill>
              </a:defRPr>
            </a:lvl5pPr>
            <a:lvl6pPr>
              <a:defRPr sz="1125" b="1">
                <a:solidFill>
                  <a:srgbClr val="F5F8FA"/>
                </a:solidFill>
              </a:defRPr>
            </a:lvl6pPr>
            <a:lvl7pPr>
              <a:defRPr sz="1125" b="1">
                <a:solidFill>
                  <a:srgbClr val="F5F8FA"/>
                </a:solidFill>
              </a:defRPr>
            </a:lvl7pPr>
            <a:lvl8pPr>
              <a:defRPr sz="1125" b="1">
                <a:solidFill>
                  <a:srgbClr val="F5F8FA"/>
                </a:solidFill>
              </a:defRPr>
            </a:lvl8pPr>
            <a:lvl9pPr>
              <a:defRPr sz="1125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F5F8FA"/>
                </a:solidFill>
              </a:defRPr>
            </a:pPr>
            <a:r>
              <a:rPr sz="1125" b="1">
                <a:solidFill>
                  <a:srgbClr val="F5F8FA"/>
                </a:solidFill>
              </a:rPr>
              <a:t>Success means useful detection plus stable behavior when the operating environment changes.</a:t>
            </a:r>
          </a:p>
        </p:txBody>
      </p:sp>
    </p:spTree>
    <p:extLst>
      <p:ext uri="{BB962C8B-B14F-4D97-AF65-F5344CB8AC3E}">
        <p14:creationId xmlns:p14="http://schemas.microsoft.com/office/powerpoint/2010/main" val="6322138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34FC514-A4E4-4663-BF14-E86E72B5F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C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F02C8A-C8A2-405D-8108-460B7A885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6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29C7D8"/>
                </a:solidFill>
              </a:defRPr>
            </a:defPPr>
            <a:lvl1pPr>
              <a:defRPr sz="900" b="1">
                <a:solidFill>
                  <a:srgbClr val="29C7D8"/>
                </a:solidFill>
              </a:defRPr>
            </a:lvl1pPr>
            <a:lvl2pPr>
              <a:defRPr sz="900" b="1">
                <a:solidFill>
                  <a:srgbClr val="29C7D8"/>
                </a:solidFill>
              </a:defRPr>
            </a:lvl2pPr>
            <a:lvl3pPr>
              <a:defRPr sz="900" b="1">
                <a:solidFill>
                  <a:srgbClr val="29C7D8"/>
                </a:solidFill>
              </a:defRPr>
            </a:lvl3pPr>
            <a:lvl4pPr>
              <a:defRPr sz="900" b="1">
                <a:solidFill>
                  <a:srgbClr val="29C7D8"/>
                </a:solidFill>
              </a:defRPr>
            </a:lvl4pPr>
            <a:lvl5pPr>
              <a:defRPr sz="900" b="1">
                <a:solidFill>
                  <a:srgbClr val="29C7D8"/>
                </a:solidFill>
              </a:defRPr>
            </a:lvl5pPr>
            <a:lvl6pPr>
              <a:defRPr sz="900" b="1">
                <a:solidFill>
                  <a:srgbClr val="29C7D8"/>
                </a:solidFill>
              </a:defRPr>
            </a:lvl6pPr>
            <a:lvl7pPr>
              <a:defRPr sz="900" b="1">
                <a:solidFill>
                  <a:srgbClr val="29C7D8"/>
                </a:solidFill>
              </a:defRPr>
            </a:lvl7pPr>
            <a:lvl8pPr>
              <a:defRPr sz="900" b="1">
                <a:solidFill>
                  <a:srgbClr val="29C7D8"/>
                </a:solidFill>
              </a:defRPr>
            </a:lvl8pPr>
            <a:lvl9pPr>
              <a:defRPr sz="900" b="1">
                <a:solidFill>
                  <a:srgbClr val="29C7D8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29C7D8"/>
                </a:solidFill>
              </a:defRPr>
            </a:pPr>
            <a:r>
              <a:rPr sz="900" b="1">
                <a:solidFill>
                  <a:srgbClr val="29C7D8"/>
                </a:solidFill>
              </a:rPr>
              <a:t>CAPSTONE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9C900C-712B-42ED-ACD8-9003E33F2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43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F5F8FA"/>
                </a:solidFill>
              </a:defRPr>
            </a:defPPr>
            <a:lvl1pPr>
              <a:defRPr sz="2550" b="1">
                <a:solidFill>
                  <a:srgbClr val="F5F8FA"/>
                </a:solidFill>
              </a:defRPr>
            </a:lvl1pPr>
            <a:lvl2pPr>
              <a:defRPr sz="2550" b="1">
                <a:solidFill>
                  <a:srgbClr val="F5F8FA"/>
                </a:solidFill>
              </a:defRPr>
            </a:lvl2pPr>
            <a:lvl3pPr>
              <a:defRPr sz="2550" b="1">
                <a:solidFill>
                  <a:srgbClr val="F5F8FA"/>
                </a:solidFill>
              </a:defRPr>
            </a:lvl3pPr>
            <a:lvl4pPr>
              <a:defRPr sz="2550" b="1">
                <a:solidFill>
                  <a:srgbClr val="F5F8FA"/>
                </a:solidFill>
              </a:defRPr>
            </a:lvl4pPr>
            <a:lvl5pPr>
              <a:defRPr sz="2550" b="1">
                <a:solidFill>
                  <a:srgbClr val="F5F8FA"/>
                </a:solidFill>
              </a:defRPr>
            </a:lvl5pPr>
            <a:lvl6pPr>
              <a:defRPr sz="2550" b="1">
                <a:solidFill>
                  <a:srgbClr val="F5F8FA"/>
                </a:solidFill>
              </a:defRPr>
            </a:lvl6pPr>
            <a:lvl7pPr>
              <a:defRPr sz="2550" b="1">
                <a:solidFill>
                  <a:srgbClr val="F5F8FA"/>
                </a:solidFill>
              </a:defRPr>
            </a:lvl7pPr>
            <a:lvl8pPr>
              <a:defRPr sz="2550" b="1">
                <a:solidFill>
                  <a:srgbClr val="F5F8FA"/>
                </a:solidFill>
              </a:defRPr>
            </a:lvl8pPr>
            <a:lvl9pPr>
              <a:defRPr sz="255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5F8FA"/>
                </a:solidFill>
              </a:defRPr>
            </a:pPr>
            <a:r>
              <a:rPr sz="2550" b="1">
                <a:solidFill>
                  <a:srgbClr val="F5F8FA"/>
                </a:solidFill>
              </a:rPr>
              <a:t>Two research questions guide the project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58C39A-6A44-426A-A7ED-0003D94F2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287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A8BAC8"/>
                </a:solidFill>
              </a:defRPr>
            </a:defPPr>
            <a:lvl1pPr>
              <a:defRPr sz="1275" b="0">
                <a:solidFill>
                  <a:srgbClr val="A8BAC8"/>
                </a:solidFill>
              </a:defRPr>
            </a:lvl1pPr>
            <a:lvl2pPr>
              <a:defRPr sz="1275" b="0">
                <a:solidFill>
                  <a:srgbClr val="A8BAC8"/>
                </a:solidFill>
              </a:defRPr>
            </a:lvl2pPr>
            <a:lvl3pPr>
              <a:defRPr sz="1275" b="0">
                <a:solidFill>
                  <a:srgbClr val="A8BAC8"/>
                </a:solidFill>
              </a:defRPr>
            </a:lvl3pPr>
            <a:lvl4pPr>
              <a:defRPr sz="1275" b="0">
                <a:solidFill>
                  <a:srgbClr val="A8BAC8"/>
                </a:solidFill>
              </a:defRPr>
            </a:lvl4pPr>
            <a:lvl5pPr>
              <a:defRPr sz="1275" b="0">
                <a:solidFill>
                  <a:srgbClr val="A8BAC8"/>
                </a:solidFill>
              </a:defRPr>
            </a:lvl5pPr>
            <a:lvl6pPr>
              <a:defRPr sz="1275" b="0">
                <a:solidFill>
                  <a:srgbClr val="A8BAC8"/>
                </a:solidFill>
              </a:defRPr>
            </a:lvl6pPr>
            <a:lvl7pPr>
              <a:defRPr sz="1275" b="0">
                <a:solidFill>
                  <a:srgbClr val="A8BAC8"/>
                </a:solidFill>
              </a:defRPr>
            </a:lvl7pPr>
            <a:lvl8pPr>
              <a:defRPr sz="1275" b="0">
                <a:solidFill>
                  <a:srgbClr val="A8BAC8"/>
                </a:solidFill>
              </a:defRPr>
            </a:lvl8pPr>
            <a:lvl9pPr>
              <a:defRPr sz="127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A8BAC8"/>
                </a:solidFill>
              </a:defRPr>
            </a:pPr>
            <a:r>
              <a:rPr sz="1275" b="0">
                <a:solidFill>
                  <a:srgbClr val="A8BAC8"/>
                </a:solidFill>
              </a:rPr>
              <a:t>The secondary question makes generalization measurable.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7119DD-A150-41F0-8541-0735A9594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71600"/>
            <a:ext cx="11239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8F9221-394B-4EB1-A0A1-03063C2E6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A8BAC8"/>
                </a:solidFill>
              </a:defRPr>
            </a:defPPr>
            <a:lvl1pPr>
              <a:defRPr sz="900" b="1">
                <a:solidFill>
                  <a:srgbClr val="A8BAC8"/>
                </a:solidFill>
              </a:defRPr>
            </a:lvl1pPr>
            <a:lvl2pPr>
              <a:defRPr sz="900" b="1">
                <a:solidFill>
                  <a:srgbClr val="A8BAC8"/>
                </a:solidFill>
              </a:defRPr>
            </a:lvl2pPr>
            <a:lvl3pPr>
              <a:defRPr sz="900" b="1">
                <a:solidFill>
                  <a:srgbClr val="A8BAC8"/>
                </a:solidFill>
              </a:defRPr>
            </a:lvl3pPr>
            <a:lvl4pPr>
              <a:defRPr sz="900" b="1">
                <a:solidFill>
                  <a:srgbClr val="A8BAC8"/>
                </a:solidFill>
              </a:defRPr>
            </a:lvl4pPr>
            <a:lvl5pPr>
              <a:defRPr sz="900" b="1">
                <a:solidFill>
                  <a:srgbClr val="A8BAC8"/>
                </a:solidFill>
              </a:defRPr>
            </a:lvl5pPr>
            <a:lvl6pPr>
              <a:defRPr sz="900" b="1">
                <a:solidFill>
                  <a:srgbClr val="A8BAC8"/>
                </a:solidFill>
              </a:defRPr>
            </a:lvl6pPr>
            <a:lvl7pPr>
              <a:defRPr sz="900" b="1">
                <a:solidFill>
                  <a:srgbClr val="A8BAC8"/>
                </a:solidFill>
              </a:defRPr>
            </a:lvl7pPr>
            <a:lvl8pPr>
              <a:defRPr sz="900" b="1">
                <a:solidFill>
                  <a:srgbClr val="A8BAC8"/>
                </a:solidFill>
              </a:defRPr>
            </a:lvl8pPr>
            <a:lvl9pPr>
              <a:defRPr sz="900" b="1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A8BAC8"/>
                </a:solidFill>
              </a:defRPr>
            </a:pPr>
            <a:r>
              <a:rPr sz="900" b="1">
                <a:solidFill>
                  <a:srgbClr val="A8BAC8"/>
                </a:solidFill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1E8B20-8DDD-4A84-A34C-B990284CD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4953000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0E2638"/>
          </a:solidFill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6F7206-C3D3-48A3-9F8B-964AB4C4E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666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C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C668E0-C101-4BB2-8592-E720F4B1A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81200"/>
            <a:ext cx="4524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F5F8FA"/>
                </a:solidFill>
              </a:defRPr>
            </a:defPPr>
            <a:lvl1pPr>
              <a:defRPr sz="1350" b="1">
                <a:solidFill>
                  <a:srgbClr val="F5F8FA"/>
                </a:solidFill>
              </a:defRPr>
            </a:lvl1pPr>
            <a:lvl2pPr>
              <a:defRPr sz="1350" b="1">
                <a:solidFill>
                  <a:srgbClr val="F5F8FA"/>
                </a:solidFill>
              </a:defRPr>
            </a:lvl2pPr>
            <a:lvl3pPr>
              <a:defRPr sz="1350" b="1">
                <a:solidFill>
                  <a:srgbClr val="F5F8FA"/>
                </a:solidFill>
              </a:defRPr>
            </a:lvl3pPr>
            <a:lvl4pPr>
              <a:defRPr sz="1350" b="1">
                <a:solidFill>
                  <a:srgbClr val="F5F8FA"/>
                </a:solidFill>
              </a:defRPr>
            </a:lvl4pPr>
            <a:lvl5pPr>
              <a:defRPr sz="1350" b="1">
                <a:solidFill>
                  <a:srgbClr val="F5F8FA"/>
                </a:solidFill>
              </a:defRPr>
            </a:lvl5pPr>
            <a:lvl6pPr>
              <a:defRPr sz="1350" b="1">
                <a:solidFill>
                  <a:srgbClr val="F5F8FA"/>
                </a:solidFill>
              </a:defRPr>
            </a:lvl6pPr>
            <a:lvl7pPr>
              <a:defRPr sz="1350" b="1">
                <a:solidFill>
                  <a:srgbClr val="F5F8FA"/>
                </a:solidFill>
              </a:defRPr>
            </a:lvl7pPr>
            <a:lvl8pPr>
              <a:defRPr sz="1350" b="1">
                <a:solidFill>
                  <a:srgbClr val="F5F8FA"/>
                </a:solidFill>
              </a:defRPr>
            </a:lvl8pPr>
            <a:lvl9pPr>
              <a:defRPr sz="135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5F8FA"/>
                </a:solidFill>
              </a:defRPr>
            </a:pPr>
            <a:r>
              <a:rPr sz="1350" b="1">
                <a:solidFill>
                  <a:srgbClr val="F5F8FA"/>
                </a:solidFill>
              </a:rPr>
              <a:t>Primary question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69FCAF-7F69-4660-9AB5-5BC1E2170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62200"/>
            <a:ext cx="4524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325" b="1">
                <a:solidFill>
                  <a:srgbClr val="29C7D8"/>
                </a:solidFill>
              </a:defRPr>
            </a:defPPr>
            <a:lvl1pPr>
              <a:defRPr sz="2325" b="1">
                <a:solidFill>
                  <a:srgbClr val="29C7D8"/>
                </a:solidFill>
              </a:defRPr>
            </a:lvl1pPr>
            <a:lvl2pPr>
              <a:defRPr sz="2325" b="1">
                <a:solidFill>
                  <a:srgbClr val="29C7D8"/>
                </a:solidFill>
              </a:defRPr>
            </a:lvl2pPr>
            <a:lvl3pPr>
              <a:defRPr sz="2325" b="1">
                <a:solidFill>
                  <a:srgbClr val="29C7D8"/>
                </a:solidFill>
              </a:defRPr>
            </a:lvl3pPr>
            <a:lvl4pPr>
              <a:defRPr sz="2325" b="1">
                <a:solidFill>
                  <a:srgbClr val="29C7D8"/>
                </a:solidFill>
              </a:defRPr>
            </a:lvl4pPr>
            <a:lvl5pPr>
              <a:defRPr sz="2325" b="1">
                <a:solidFill>
                  <a:srgbClr val="29C7D8"/>
                </a:solidFill>
              </a:defRPr>
            </a:lvl5pPr>
            <a:lvl6pPr>
              <a:defRPr sz="2325" b="1">
                <a:solidFill>
                  <a:srgbClr val="29C7D8"/>
                </a:solidFill>
              </a:defRPr>
            </a:lvl6pPr>
            <a:lvl7pPr>
              <a:defRPr sz="2325" b="1">
                <a:solidFill>
                  <a:srgbClr val="29C7D8"/>
                </a:solidFill>
              </a:defRPr>
            </a:lvl7pPr>
            <a:lvl8pPr>
              <a:defRPr sz="2325" b="1">
                <a:solidFill>
                  <a:srgbClr val="29C7D8"/>
                </a:solidFill>
              </a:defRPr>
            </a:lvl8pPr>
            <a:lvl9pPr>
              <a:defRPr sz="2325" b="1">
                <a:solidFill>
                  <a:srgbClr val="29C7D8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9C7D8"/>
                </a:solidFill>
              </a:defRPr>
            </a:pPr>
            <a:r>
              <a:rPr sz="2325" b="1">
                <a:solidFill>
                  <a:srgbClr val="29C7D8"/>
                </a:solidFill>
              </a:rPr>
              <a:t>Q1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478121-41FD-4A13-8004-6CAE019EA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876550"/>
            <a:ext cx="4524375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A8BAC8"/>
                </a:solidFill>
              </a:defRPr>
            </a:defPPr>
            <a:lvl1pPr>
              <a:defRPr sz="1125" b="0">
                <a:solidFill>
                  <a:srgbClr val="A8BAC8"/>
                </a:solidFill>
              </a:defRPr>
            </a:lvl1pPr>
            <a:lvl2pPr>
              <a:defRPr sz="1125" b="0">
                <a:solidFill>
                  <a:srgbClr val="A8BAC8"/>
                </a:solidFill>
              </a:defRPr>
            </a:lvl2pPr>
            <a:lvl3pPr>
              <a:defRPr sz="1125" b="0">
                <a:solidFill>
                  <a:srgbClr val="A8BAC8"/>
                </a:solidFill>
              </a:defRPr>
            </a:lvl3pPr>
            <a:lvl4pPr>
              <a:defRPr sz="1125" b="0">
                <a:solidFill>
                  <a:srgbClr val="A8BAC8"/>
                </a:solidFill>
              </a:defRPr>
            </a:lvl4pPr>
            <a:lvl5pPr>
              <a:defRPr sz="1125" b="0">
                <a:solidFill>
                  <a:srgbClr val="A8BAC8"/>
                </a:solidFill>
              </a:defRPr>
            </a:lvl5pPr>
            <a:lvl6pPr>
              <a:defRPr sz="1125" b="0">
                <a:solidFill>
                  <a:srgbClr val="A8BAC8"/>
                </a:solidFill>
              </a:defRPr>
            </a:lvl6pPr>
            <a:lvl7pPr>
              <a:defRPr sz="1125" b="0">
                <a:solidFill>
                  <a:srgbClr val="A8BAC8"/>
                </a:solidFill>
              </a:defRPr>
            </a:lvl7pPr>
            <a:lvl8pPr>
              <a:defRPr sz="1125" b="0">
                <a:solidFill>
                  <a:srgbClr val="A8BAC8"/>
                </a:solidFill>
              </a:defRPr>
            </a:lvl8pPr>
            <a:lvl9pPr>
              <a:defRPr sz="112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Can supervised machine learning classify a network flow as benign or malicious using flow-level telemetry?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AA45B0-F718-4773-9C18-D3D77FEC3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809750"/>
            <a:ext cx="4953000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0E2638"/>
          </a:solidFill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FFC637-3617-4CB0-8569-68C204EB0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809750"/>
            <a:ext cx="666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9C86B2-35FC-4281-98EB-BB9443431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81200"/>
            <a:ext cx="4524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F5F8FA"/>
                </a:solidFill>
              </a:defRPr>
            </a:defPPr>
            <a:lvl1pPr>
              <a:defRPr sz="1350" b="1">
                <a:solidFill>
                  <a:srgbClr val="F5F8FA"/>
                </a:solidFill>
              </a:defRPr>
            </a:lvl1pPr>
            <a:lvl2pPr>
              <a:defRPr sz="1350" b="1">
                <a:solidFill>
                  <a:srgbClr val="F5F8FA"/>
                </a:solidFill>
              </a:defRPr>
            </a:lvl2pPr>
            <a:lvl3pPr>
              <a:defRPr sz="1350" b="1">
                <a:solidFill>
                  <a:srgbClr val="F5F8FA"/>
                </a:solidFill>
              </a:defRPr>
            </a:lvl3pPr>
            <a:lvl4pPr>
              <a:defRPr sz="1350" b="1">
                <a:solidFill>
                  <a:srgbClr val="F5F8FA"/>
                </a:solidFill>
              </a:defRPr>
            </a:lvl4pPr>
            <a:lvl5pPr>
              <a:defRPr sz="1350" b="1">
                <a:solidFill>
                  <a:srgbClr val="F5F8FA"/>
                </a:solidFill>
              </a:defRPr>
            </a:lvl5pPr>
            <a:lvl6pPr>
              <a:defRPr sz="1350" b="1">
                <a:solidFill>
                  <a:srgbClr val="F5F8FA"/>
                </a:solidFill>
              </a:defRPr>
            </a:lvl6pPr>
            <a:lvl7pPr>
              <a:defRPr sz="1350" b="1">
                <a:solidFill>
                  <a:srgbClr val="F5F8FA"/>
                </a:solidFill>
              </a:defRPr>
            </a:lvl7pPr>
            <a:lvl8pPr>
              <a:defRPr sz="1350" b="1">
                <a:solidFill>
                  <a:srgbClr val="F5F8FA"/>
                </a:solidFill>
              </a:defRPr>
            </a:lvl8pPr>
            <a:lvl9pPr>
              <a:defRPr sz="135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5F8FA"/>
                </a:solidFill>
              </a:defRPr>
            </a:pPr>
            <a:r>
              <a:rPr sz="1350" b="1">
                <a:solidFill>
                  <a:srgbClr val="F5F8FA"/>
                </a:solidFill>
              </a:rPr>
              <a:t>Secondary question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60BF2F-5806-41DD-911A-F0085F796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62200"/>
            <a:ext cx="4524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325" b="1">
                <a:solidFill>
                  <a:srgbClr val="2EC4A6"/>
                </a:solidFill>
              </a:defRPr>
            </a:defPPr>
            <a:lvl1pPr>
              <a:defRPr sz="2325" b="1">
                <a:solidFill>
                  <a:srgbClr val="2EC4A6"/>
                </a:solidFill>
              </a:defRPr>
            </a:lvl1pPr>
            <a:lvl2pPr>
              <a:defRPr sz="2325" b="1">
                <a:solidFill>
                  <a:srgbClr val="2EC4A6"/>
                </a:solidFill>
              </a:defRPr>
            </a:lvl2pPr>
            <a:lvl3pPr>
              <a:defRPr sz="2325" b="1">
                <a:solidFill>
                  <a:srgbClr val="2EC4A6"/>
                </a:solidFill>
              </a:defRPr>
            </a:lvl3pPr>
            <a:lvl4pPr>
              <a:defRPr sz="2325" b="1">
                <a:solidFill>
                  <a:srgbClr val="2EC4A6"/>
                </a:solidFill>
              </a:defRPr>
            </a:lvl4pPr>
            <a:lvl5pPr>
              <a:defRPr sz="2325" b="1">
                <a:solidFill>
                  <a:srgbClr val="2EC4A6"/>
                </a:solidFill>
              </a:defRPr>
            </a:lvl5pPr>
            <a:lvl6pPr>
              <a:defRPr sz="2325" b="1">
                <a:solidFill>
                  <a:srgbClr val="2EC4A6"/>
                </a:solidFill>
              </a:defRPr>
            </a:lvl6pPr>
            <a:lvl7pPr>
              <a:defRPr sz="2325" b="1">
                <a:solidFill>
                  <a:srgbClr val="2EC4A6"/>
                </a:solidFill>
              </a:defRPr>
            </a:lvl7pPr>
            <a:lvl8pPr>
              <a:defRPr sz="2325" b="1">
                <a:solidFill>
                  <a:srgbClr val="2EC4A6"/>
                </a:solidFill>
              </a:defRPr>
            </a:lvl8pPr>
            <a:lvl9pPr>
              <a:defRPr sz="2325" b="1">
                <a:solidFill>
                  <a:srgbClr val="2EC4A6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EC4A6"/>
                </a:solidFill>
              </a:defRPr>
            </a:pPr>
            <a:r>
              <a:rPr sz="2325" b="1">
                <a:solidFill>
                  <a:srgbClr val="2EC4A6"/>
                </a:solidFill>
              </a:rPr>
              <a:t>Q2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02A238-A953-4C67-AB22-625DE5E3A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76550"/>
            <a:ext cx="4524375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A8BAC8"/>
                </a:solidFill>
              </a:defRPr>
            </a:defPPr>
            <a:lvl1pPr>
              <a:defRPr sz="1125" b="0">
                <a:solidFill>
                  <a:srgbClr val="A8BAC8"/>
                </a:solidFill>
              </a:defRPr>
            </a:lvl1pPr>
            <a:lvl2pPr>
              <a:defRPr sz="1125" b="0">
                <a:solidFill>
                  <a:srgbClr val="A8BAC8"/>
                </a:solidFill>
              </a:defRPr>
            </a:lvl2pPr>
            <a:lvl3pPr>
              <a:defRPr sz="1125" b="0">
                <a:solidFill>
                  <a:srgbClr val="A8BAC8"/>
                </a:solidFill>
              </a:defRPr>
            </a:lvl3pPr>
            <a:lvl4pPr>
              <a:defRPr sz="1125" b="0">
                <a:solidFill>
                  <a:srgbClr val="A8BAC8"/>
                </a:solidFill>
              </a:defRPr>
            </a:lvl4pPr>
            <a:lvl5pPr>
              <a:defRPr sz="1125" b="0">
                <a:solidFill>
                  <a:srgbClr val="A8BAC8"/>
                </a:solidFill>
              </a:defRPr>
            </a:lvl5pPr>
            <a:lvl6pPr>
              <a:defRPr sz="1125" b="0">
                <a:solidFill>
                  <a:srgbClr val="A8BAC8"/>
                </a:solidFill>
              </a:defRPr>
            </a:lvl6pPr>
            <a:lvl7pPr>
              <a:defRPr sz="1125" b="0">
                <a:solidFill>
                  <a:srgbClr val="A8BAC8"/>
                </a:solidFill>
              </a:defRPr>
            </a:lvl7pPr>
            <a:lvl8pPr>
              <a:defRPr sz="1125" b="0">
                <a:solidFill>
                  <a:srgbClr val="A8BAC8"/>
                </a:solidFill>
              </a:defRPr>
            </a:lvl8pPr>
            <a:lvl9pPr>
              <a:defRPr sz="112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How well does a model trained on one intrusion-detection dataset transfer to traffic collected from a different network and year?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5A5E48-EB36-4F44-936F-29907C441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5200650"/>
            <a:ext cx="2857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A1396B-A65B-46F8-BB59-1C71C8D4A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52006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F5F8FA"/>
                </a:solidFill>
              </a:defRPr>
            </a:defPPr>
            <a:lvl1pPr>
              <a:defRPr sz="975" b="1">
                <a:solidFill>
                  <a:srgbClr val="F5F8FA"/>
                </a:solidFill>
              </a:defRPr>
            </a:lvl1pPr>
            <a:lvl2pPr>
              <a:defRPr sz="975" b="1">
                <a:solidFill>
                  <a:srgbClr val="F5F8FA"/>
                </a:solidFill>
              </a:defRPr>
            </a:lvl2pPr>
            <a:lvl3pPr>
              <a:defRPr sz="975" b="1">
                <a:solidFill>
                  <a:srgbClr val="F5F8FA"/>
                </a:solidFill>
              </a:defRPr>
            </a:lvl3pPr>
            <a:lvl4pPr>
              <a:defRPr sz="975" b="1">
                <a:solidFill>
                  <a:srgbClr val="F5F8FA"/>
                </a:solidFill>
              </a:defRPr>
            </a:lvl4pPr>
            <a:lvl5pPr>
              <a:defRPr sz="975" b="1">
                <a:solidFill>
                  <a:srgbClr val="F5F8FA"/>
                </a:solidFill>
              </a:defRPr>
            </a:lvl5pPr>
            <a:lvl6pPr>
              <a:defRPr sz="975" b="1">
                <a:solidFill>
                  <a:srgbClr val="F5F8FA"/>
                </a:solidFill>
              </a:defRPr>
            </a:lvl6pPr>
            <a:lvl7pPr>
              <a:defRPr sz="975" b="1">
                <a:solidFill>
                  <a:srgbClr val="F5F8FA"/>
                </a:solidFill>
              </a:defRPr>
            </a:lvl7pPr>
            <a:lvl8pPr>
              <a:defRPr sz="975" b="1">
                <a:solidFill>
                  <a:srgbClr val="F5F8FA"/>
                </a:solidFill>
              </a:defRPr>
            </a:lvl8pPr>
            <a:lvl9pPr>
              <a:defRPr sz="975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F5F8FA"/>
                </a:solidFill>
              </a:defRPr>
            </a:pPr>
            <a:r>
              <a:rPr sz="975" b="1">
                <a:solidFill>
                  <a:srgbClr val="F5F8FA"/>
                </a:solidFill>
              </a:rPr>
              <a:t>Binary target: benign vs attack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C70A25-8464-45EA-AF32-A45F3401A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200650"/>
            <a:ext cx="242887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29264E-A1B5-4470-A6AF-AF8637D72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5200650"/>
            <a:ext cx="2238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F5F8FA"/>
                </a:solidFill>
              </a:defRPr>
            </a:defPPr>
            <a:lvl1pPr>
              <a:defRPr sz="975" b="1">
                <a:solidFill>
                  <a:srgbClr val="F5F8FA"/>
                </a:solidFill>
              </a:defRPr>
            </a:lvl1pPr>
            <a:lvl2pPr>
              <a:defRPr sz="975" b="1">
                <a:solidFill>
                  <a:srgbClr val="F5F8FA"/>
                </a:solidFill>
              </a:defRPr>
            </a:lvl2pPr>
            <a:lvl3pPr>
              <a:defRPr sz="975" b="1">
                <a:solidFill>
                  <a:srgbClr val="F5F8FA"/>
                </a:solidFill>
              </a:defRPr>
            </a:lvl3pPr>
            <a:lvl4pPr>
              <a:defRPr sz="975" b="1">
                <a:solidFill>
                  <a:srgbClr val="F5F8FA"/>
                </a:solidFill>
              </a:defRPr>
            </a:lvl4pPr>
            <a:lvl5pPr>
              <a:defRPr sz="975" b="1">
                <a:solidFill>
                  <a:srgbClr val="F5F8FA"/>
                </a:solidFill>
              </a:defRPr>
            </a:lvl5pPr>
            <a:lvl6pPr>
              <a:defRPr sz="975" b="1">
                <a:solidFill>
                  <a:srgbClr val="F5F8FA"/>
                </a:solidFill>
              </a:defRPr>
            </a:lvl6pPr>
            <a:lvl7pPr>
              <a:defRPr sz="975" b="1">
                <a:solidFill>
                  <a:srgbClr val="F5F8FA"/>
                </a:solidFill>
              </a:defRPr>
            </a:lvl7pPr>
            <a:lvl8pPr>
              <a:defRPr sz="975" b="1">
                <a:solidFill>
                  <a:srgbClr val="F5F8FA"/>
                </a:solidFill>
              </a:defRPr>
            </a:lvl8pPr>
            <a:lvl9pPr>
              <a:defRPr sz="975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F5F8FA"/>
                </a:solidFill>
              </a:defRPr>
            </a:pPr>
            <a:r>
              <a:rPr sz="975" b="1">
                <a:solidFill>
                  <a:srgbClr val="F5F8FA"/>
                </a:solidFill>
              </a:rPr>
              <a:t>Primary metric: macro F1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726111-8BB0-4EBE-A8A8-9C9C96972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24550"/>
            <a:ext cx="10810875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9525">
            <a:solidFill>
              <a:srgbClr val="2EC4A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103DBE-B500-463F-82E4-511952596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24550"/>
            <a:ext cx="104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2EC4A6"/>
                </a:solidFill>
              </a:defRPr>
            </a:defPPr>
            <a:lvl1pPr>
              <a:defRPr sz="900" b="1">
                <a:solidFill>
                  <a:srgbClr val="2EC4A6"/>
                </a:solidFill>
              </a:defRPr>
            </a:lvl1pPr>
            <a:lvl2pPr>
              <a:defRPr sz="900" b="1">
                <a:solidFill>
                  <a:srgbClr val="2EC4A6"/>
                </a:solidFill>
              </a:defRPr>
            </a:lvl2pPr>
            <a:lvl3pPr>
              <a:defRPr sz="900" b="1">
                <a:solidFill>
                  <a:srgbClr val="2EC4A6"/>
                </a:solidFill>
              </a:defRPr>
            </a:lvl3pPr>
            <a:lvl4pPr>
              <a:defRPr sz="900" b="1">
                <a:solidFill>
                  <a:srgbClr val="2EC4A6"/>
                </a:solidFill>
              </a:defRPr>
            </a:lvl4pPr>
            <a:lvl5pPr>
              <a:defRPr sz="900" b="1">
                <a:solidFill>
                  <a:srgbClr val="2EC4A6"/>
                </a:solidFill>
              </a:defRPr>
            </a:lvl5pPr>
            <a:lvl6pPr>
              <a:defRPr sz="900" b="1">
                <a:solidFill>
                  <a:srgbClr val="2EC4A6"/>
                </a:solidFill>
              </a:defRPr>
            </a:lvl6pPr>
            <a:lvl7pPr>
              <a:defRPr sz="900" b="1">
                <a:solidFill>
                  <a:srgbClr val="2EC4A6"/>
                </a:solidFill>
              </a:defRPr>
            </a:lvl7pPr>
            <a:lvl8pPr>
              <a:defRPr sz="900" b="1">
                <a:solidFill>
                  <a:srgbClr val="2EC4A6"/>
                </a:solidFill>
              </a:defRPr>
            </a:lvl8pPr>
            <a:lvl9pPr>
              <a:defRPr sz="900" b="1">
                <a:solidFill>
                  <a:srgbClr val="2EC4A6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2EC4A6"/>
                </a:solidFill>
              </a:defRPr>
            </a:pPr>
            <a:r>
              <a:rPr sz="900" b="1">
                <a:solidFill>
                  <a:srgbClr val="2EC4A6"/>
                </a:solidFill>
              </a:rPr>
              <a:t>TAKEAWAY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76E7FA-CD2D-4431-8C34-BE50399E9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924550"/>
            <a:ext cx="938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F5F8FA"/>
                </a:solidFill>
              </a:defRPr>
            </a:defPPr>
            <a:lvl1pPr>
              <a:defRPr sz="1125" b="1">
                <a:solidFill>
                  <a:srgbClr val="F5F8FA"/>
                </a:solidFill>
              </a:defRPr>
            </a:lvl1pPr>
            <a:lvl2pPr>
              <a:defRPr sz="1125" b="1">
                <a:solidFill>
                  <a:srgbClr val="F5F8FA"/>
                </a:solidFill>
              </a:defRPr>
            </a:lvl2pPr>
            <a:lvl3pPr>
              <a:defRPr sz="1125" b="1">
                <a:solidFill>
                  <a:srgbClr val="F5F8FA"/>
                </a:solidFill>
              </a:defRPr>
            </a:lvl3pPr>
            <a:lvl4pPr>
              <a:defRPr sz="1125" b="1">
                <a:solidFill>
                  <a:srgbClr val="F5F8FA"/>
                </a:solidFill>
              </a:defRPr>
            </a:lvl4pPr>
            <a:lvl5pPr>
              <a:defRPr sz="1125" b="1">
                <a:solidFill>
                  <a:srgbClr val="F5F8FA"/>
                </a:solidFill>
              </a:defRPr>
            </a:lvl5pPr>
            <a:lvl6pPr>
              <a:defRPr sz="1125" b="1">
                <a:solidFill>
                  <a:srgbClr val="F5F8FA"/>
                </a:solidFill>
              </a:defRPr>
            </a:lvl6pPr>
            <a:lvl7pPr>
              <a:defRPr sz="1125" b="1">
                <a:solidFill>
                  <a:srgbClr val="F5F8FA"/>
                </a:solidFill>
              </a:defRPr>
            </a:lvl7pPr>
            <a:lvl8pPr>
              <a:defRPr sz="1125" b="1">
                <a:solidFill>
                  <a:srgbClr val="F5F8FA"/>
                </a:solidFill>
              </a:defRPr>
            </a:lvl8pPr>
            <a:lvl9pPr>
              <a:defRPr sz="1125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F5F8FA"/>
                </a:solidFill>
              </a:defRPr>
            </a:pPr>
            <a:r>
              <a:rPr sz="1125" b="1">
                <a:solidFill>
                  <a:srgbClr val="F5F8FA"/>
                </a:solidFill>
              </a:rPr>
              <a:t>The project tests both detection quality and portability, which are different questions.</a:t>
            </a:r>
          </a:p>
        </p:txBody>
      </p:sp>
    </p:spTree>
    <p:extLst>
      <p:ext uri="{BB962C8B-B14F-4D97-AF65-F5344CB8AC3E}">
        <p14:creationId xmlns:p14="http://schemas.microsoft.com/office/powerpoint/2010/main" val="99226291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2EE33C-9413-42F4-B4B9-E1F8B0DE0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C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202643-B6CF-4E6A-AA81-9B7E8B98C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6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29C7D8"/>
                </a:solidFill>
              </a:defRPr>
            </a:defPPr>
            <a:lvl1pPr>
              <a:defRPr sz="900" b="1">
                <a:solidFill>
                  <a:srgbClr val="29C7D8"/>
                </a:solidFill>
              </a:defRPr>
            </a:lvl1pPr>
            <a:lvl2pPr>
              <a:defRPr sz="900" b="1">
                <a:solidFill>
                  <a:srgbClr val="29C7D8"/>
                </a:solidFill>
              </a:defRPr>
            </a:lvl2pPr>
            <a:lvl3pPr>
              <a:defRPr sz="900" b="1">
                <a:solidFill>
                  <a:srgbClr val="29C7D8"/>
                </a:solidFill>
              </a:defRPr>
            </a:lvl3pPr>
            <a:lvl4pPr>
              <a:defRPr sz="900" b="1">
                <a:solidFill>
                  <a:srgbClr val="29C7D8"/>
                </a:solidFill>
              </a:defRPr>
            </a:lvl4pPr>
            <a:lvl5pPr>
              <a:defRPr sz="900" b="1">
                <a:solidFill>
                  <a:srgbClr val="29C7D8"/>
                </a:solidFill>
              </a:defRPr>
            </a:lvl5pPr>
            <a:lvl6pPr>
              <a:defRPr sz="900" b="1">
                <a:solidFill>
                  <a:srgbClr val="29C7D8"/>
                </a:solidFill>
              </a:defRPr>
            </a:lvl6pPr>
            <a:lvl7pPr>
              <a:defRPr sz="900" b="1">
                <a:solidFill>
                  <a:srgbClr val="29C7D8"/>
                </a:solidFill>
              </a:defRPr>
            </a:lvl7pPr>
            <a:lvl8pPr>
              <a:defRPr sz="900" b="1">
                <a:solidFill>
                  <a:srgbClr val="29C7D8"/>
                </a:solidFill>
              </a:defRPr>
            </a:lvl8pPr>
            <a:lvl9pPr>
              <a:defRPr sz="900" b="1">
                <a:solidFill>
                  <a:srgbClr val="29C7D8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29C7D8"/>
                </a:solidFill>
              </a:defRPr>
            </a:pPr>
            <a:r>
              <a:rPr sz="900" b="1">
                <a:solidFill>
                  <a:srgbClr val="29C7D8"/>
                </a:solidFill>
              </a:rPr>
              <a:t>CAPSTONE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C1021C-879B-41AE-88C6-9A199436F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43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F5F8FA"/>
                </a:solidFill>
              </a:defRPr>
            </a:defPPr>
            <a:lvl1pPr>
              <a:defRPr sz="2550" b="1">
                <a:solidFill>
                  <a:srgbClr val="F5F8FA"/>
                </a:solidFill>
              </a:defRPr>
            </a:lvl1pPr>
            <a:lvl2pPr>
              <a:defRPr sz="2550" b="1">
                <a:solidFill>
                  <a:srgbClr val="F5F8FA"/>
                </a:solidFill>
              </a:defRPr>
            </a:lvl2pPr>
            <a:lvl3pPr>
              <a:defRPr sz="2550" b="1">
                <a:solidFill>
                  <a:srgbClr val="F5F8FA"/>
                </a:solidFill>
              </a:defRPr>
            </a:lvl3pPr>
            <a:lvl4pPr>
              <a:defRPr sz="2550" b="1">
                <a:solidFill>
                  <a:srgbClr val="F5F8FA"/>
                </a:solidFill>
              </a:defRPr>
            </a:lvl4pPr>
            <a:lvl5pPr>
              <a:defRPr sz="2550" b="1">
                <a:solidFill>
                  <a:srgbClr val="F5F8FA"/>
                </a:solidFill>
              </a:defRPr>
            </a:lvl5pPr>
            <a:lvl6pPr>
              <a:defRPr sz="2550" b="1">
                <a:solidFill>
                  <a:srgbClr val="F5F8FA"/>
                </a:solidFill>
              </a:defRPr>
            </a:lvl6pPr>
            <a:lvl7pPr>
              <a:defRPr sz="2550" b="1">
                <a:solidFill>
                  <a:srgbClr val="F5F8FA"/>
                </a:solidFill>
              </a:defRPr>
            </a:lvl7pPr>
            <a:lvl8pPr>
              <a:defRPr sz="2550" b="1">
                <a:solidFill>
                  <a:srgbClr val="F5F8FA"/>
                </a:solidFill>
              </a:defRPr>
            </a:lvl8pPr>
            <a:lvl9pPr>
              <a:defRPr sz="255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5F8FA"/>
                </a:solidFill>
              </a:defRPr>
            </a:pPr>
            <a:r>
              <a:rPr sz="2550" b="1">
                <a:solidFill>
                  <a:srgbClr val="F5F8FA"/>
                </a:solidFill>
              </a:rPr>
              <a:t>Two related datasets play different roles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40DA79-AFA0-46D6-8662-68033E015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287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A8BAC8"/>
                </a:solidFill>
              </a:defRPr>
            </a:defPPr>
            <a:lvl1pPr>
              <a:defRPr sz="1275" b="0">
                <a:solidFill>
                  <a:srgbClr val="A8BAC8"/>
                </a:solidFill>
              </a:defRPr>
            </a:lvl1pPr>
            <a:lvl2pPr>
              <a:defRPr sz="1275" b="0">
                <a:solidFill>
                  <a:srgbClr val="A8BAC8"/>
                </a:solidFill>
              </a:defRPr>
            </a:lvl2pPr>
            <a:lvl3pPr>
              <a:defRPr sz="1275" b="0">
                <a:solidFill>
                  <a:srgbClr val="A8BAC8"/>
                </a:solidFill>
              </a:defRPr>
            </a:lvl3pPr>
            <a:lvl4pPr>
              <a:defRPr sz="1275" b="0">
                <a:solidFill>
                  <a:srgbClr val="A8BAC8"/>
                </a:solidFill>
              </a:defRPr>
            </a:lvl4pPr>
            <a:lvl5pPr>
              <a:defRPr sz="1275" b="0">
                <a:solidFill>
                  <a:srgbClr val="A8BAC8"/>
                </a:solidFill>
              </a:defRPr>
            </a:lvl5pPr>
            <a:lvl6pPr>
              <a:defRPr sz="1275" b="0">
                <a:solidFill>
                  <a:srgbClr val="A8BAC8"/>
                </a:solidFill>
              </a:defRPr>
            </a:lvl6pPr>
            <a:lvl7pPr>
              <a:defRPr sz="1275" b="0">
                <a:solidFill>
                  <a:srgbClr val="A8BAC8"/>
                </a:solidFill>
              </a:defRPr>
            </a:lvl7pPr>
            <a:lvl8pPr>
              <a:defRPr sz="1275" b="0">
                <a:solidFill>
                  <a:srgbClr val="A8BAC8"/>
                </a:solidFill>
              </a:defRPr>
            </a:lvl8pPr>
            <a:lvl9pPr>
              <a:defRPr sz="127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A8BAC8"/>
                </a:solidFill>
              </a:defRPr>
            </a:pPr>
            <a:r>
              <a:rPr sz="1275" b="0">
                <a:solidFill>
                  <a:srgbClr val="A8BAC8"/>
                </a:solidFill>
              </a:rPr>
              <a:t>Shared flow features enable transfer tests, while collection differences create realistic domain shift.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6F63D9-C3CB-4E33-AC20-B1034C2D9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71600"/>
            <a:ext cx="11239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A46BF2-414F-4DF8-AC95-FB9AEC99E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A8BAC8"/>
                </a:solidFill>
              </a:defRPr>
            </a:defPPr>
            <a:lvl1pPr>
              <a:defRPr sz="900" b="1">
                <a:solidFill>
                  <a:srgbClr val="A8BAC8"/>
                </a:solidFill>
              </a:defRPr>
            </a:lvl1pPr>
            <a:lvl2pPr>
              <a:defRPr sz="900" b="1">
                <a:solidFill>
                  <a:srgbClr val="A8BAC8"/>
                </a:solidFill>
              </a:defRPr>
            </a:lvl2pPr>
            <a:lvl3pPr>
              <a:defRPr sz="900" b="1">
                <a:solidFill>
                  <a:srgbClr val="A8BAC8"/>
                </a:solidFill>
              </a:defRPr>
            </a:lvl3pPr>
            <a:lvl4pPr>
              <a:defRPr sz="900" b="1">
                <a:solidFill>
                  <a:srgbClr val="A8BAC8"/>
                </a:solidFill>
              </a:defRPr>
            </a:lvl4pPr>
            <a:lvl5pPr>
              <a:defRPr sz="900" b="1">
                <a:solidFill>
                  <a:srgbClr val="A8BAC8"/>
                </a:solidFill>
              </a:defRPr>
            </a:lvl5pPr>
            <a:lvl6pPr>
              <a:defRPr sz="900" b="1">
                <a:solidFill>
                  <a:srgbClr val="A8BAC8"/>
                </a:solidFill>
              </a:defRPr>
            </a:lvl6pPr>
            <a:lvl7pPr>
              <a:defRPr sz="900" b="1">
                <a:solidFill>
                  <a:srgbClr val="A8BAC8"/>
                </a:solidFill>
              </a:defRPr>
            </a:lvl7pPr>
            <a:lvl8pPr>
              <a:defRPr sz="900" b="1">
                <a:solidFill>
                  <a:srgbClr val="A8BAC8"/>
                </a:solidFill>
              </a:defRPr>
            </a:lvl8pPr>
            <a:lvl9pPr>
              <a:defRPr sz="900" b="1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A8BAC8"/>
                </a:solidFill>
              </a:defRPr>
            </a:pPr>
            <a:r>
              <a:rPr sz="900" b="1">
                <a:solidFill>
                  <a:srgbClr val="A8BAC8"/>
                </a:solidFill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CFC52B-4C73-494B-8C93-6FB9C1440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14500"/>
            <a:ext cx="49530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E2638"/>
          </a:solidFill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29FC96-BACF-43C7-B7EC-A55BA9556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14500"/>
            <a:ext cx="666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C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7A925E-018A-4C7F-B18B-A06276CA9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4524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F5F8FA"/>
                </a:solidFill>
              </a:defRPr>
            </a:defPPr>
            <a:lvl1pPr>
              <a:defRPr sz="1350" b="1">
                <a:solidFill>
                  <a:srgbClr val="F5F8FA"/>
                </a:solidFill>
              </a:defRPr>
            </a:lvl1pPr>
            <a:lvl2pPr>
              <a:defRPr sz="1350" b="1">
                <a:solidFill>
                  <a:srgbClr val="F5F8FA"/>
                </a:solidFill>
              </a:defRPr>
            </a:lvl2pPr>
            <a:lvl3pPr>
              <a:defRPr sz="1350" b="1">
                <a:solidFill>
                  <a:srgbClr val="F5F8FA"/>
                </a:solidFill>
              </a:defRPr>
            </a:lvl3pPr>
            <a:lvl4pPr>
              <a:defRPr sz="1350" b="1">
                <a:solidFill>
                  <a:srgbClr val="F5F8FA"/>
                </a:solidFill>
              </a:defRPr>
            </a:lvl4pPr>
            <a:lvl5pPr>
              <a:defRPr sz="1350" b="1">
                <a:solidFill>
                  <a:srgbClr val="F5F8FA"/>
                </a:solidFill>
              </a:defRPr>
            </a:lvl5pPr>
            <a:lvl6pPr>
              <a:defRPr sz="1350" b="1">
                <a:solidFill>
                  <a:srgbClr val="F5F8FA"/>
                </a:solidFill>
              </a:defRPr>
            </a:lvl6pPr>
            <a:lvl7pPr>
              <a:defRPr sz="1350" b="1">
                <a:solidFill>
                  <a:srgbClr val="F5F8FA"/>
                </a:solidFill>
              </a:defRPr>
            </a:lvl7pPr>
            <a:lvl8pPr>
              <a:defRPr sz="1350" b="1">
                <a:solidFill>
                  <a:srgbClr val="F5F8FA"/>
                </a:solidFill>
              </a:defRPr>
            </a:lvl8pPr>
            <a:lvl9pPr>
              <a:defRPr sz="135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5F8FA"/>
                </a:solidFill>
              </a:defRPr>
            </a:pPr>
            <a:r>
              <a:rPr sz="1350" b="1">
                <a:solidFill>
                  <a:srgbClr val="F5F8FA"/>
                </a:solidFill>
              </a:rPr>
              <a:t>CICIDS2017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DB5131-E774-4DD2-94A6-2D22E43BC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4524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325" b="1">
                <a:solidFill>
                  <a:srgbClr val="29C7D8"/>
                </a:solidFill>
              </a:defRPr>
            </a:defPPr>
            <a:lvl1pPr>
              <a:defRPr sz="2325" b="1">
                <a:solidFill>
                  <a:srgbClr val="29C7D8"/>
                </a:solidFill>
              </a:defRPr>
            </a:lvl1pPr>
            <a:lvl2pPr>
              <a:defRPr sz="2325" b="1">
                <a:solidFill>
                  <a:srgbClr val="29C7D8"/>
                </a:solidFill>
              </a:defRPr>
            </a:lvl2pPr>
            <a:lvl3pPr>
              <a:defRPr sz="2325" b="1">
                <a:solidFill>
                  <a:srgbClr val="29C7D8"/>
                </a:solidFill>
              </a:defRPr>
            </a:lvl3pPr>
            <a:lvl4pPr>
              <a:defRPr sz="2325" b="1">
                <a:solidFill>
                  <a:srgbClr val="29C7D8"/>
                </a:solidFill>
              </a:defRPr>
            </a:lvl4pPr>
            <a:lvl5pPr>
              <a:defRPr sz="2325" b="1">
                <a:solidFill>
                  <a:srgbClr val="29C7D8"/>
                </a:solidFill>
              </a:defRPr>
            </a:lvl5pPr>
            <a:lvl6pPr>
              <a:defRPr sz="2325" b="1">
                <a:solidFill>
                  <a:srgbClr val="29C7D8"/>
                </a:solidFill>
              </a:defRPr>
            </a:lvl6pPr>
            <a:lvl7pPr>
              <a:defRPr sz="2325" b="1">
                <a:solidFill>
                  <a:srgbClr val="29C7D8"/>
                </a:solidFill>
              </a:defRPr>
            </a:lvl7pPr>
            <a:lvl8pPr>
              <a:defRPr sz="2325" b="1">
                <a:solidFill>
                  <a:srgbClr val="29C7D8"/>
                </a:solidFill>
              </a:defRPr>
            </a:lvl8pPr>
            <a:lvl9pPr>
              <a:defRPr sz="2325" b="1">
                <a:solidFill>
                  <a:srgbClr val="29C7D8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9C7D8"/>
                </a:solidFill>
              </a:defRPr>
            </a:pPr>
            <a:r>
              <a:rPr sz="2325" b="1">
                <a:solidFill>
                  <a:srgbClr val="29C7D8"/>
                </a:solidFill>
              </a:rPr>
              <a:t>2017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411801-A0A9-498E-B811-25B32F374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81300"/>
            <a:ext cx="4524375" cy="1924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A8BAC8"/>
                </a:solidFill>
              </a:defRPr>
            </a:defPPr>
            <a:lvl1pPr>
              <a:defRPr sz="1125" b="0">
                <a:solidFill>
                  <a:srgbClr val="A8BAC8"/>
                </a:solidFill>
              </a:defRPr>
            </a:lvl1pPr>
            <a:lvl2pPr>
              <a:defRPr sz="1125" b="0">
                <a:solidFill>
                  <a:srgbClr val="A8BAC8"/>
                </a:solidFill>
              </a:defRPr>
            </a:lvl2pPr>
            <a:lvl3pPr>
              <a:defRPr sz="1125" b="0">
                <a:solidFill>
                  <a:srgbClr val="A8BAC8"/>
                </a:solidFill>
              </a:defRPr>
            </a:lvl3pPr>
            <a:lvl4pPr>
              <a:defRPr sz="1125" b="0">
                <a:solidFill>
                  <a:srgbClr val="A8BAC8"/>
                </a:solidFill>
              </a:defRPr>
            </a:lvl4pPr>
            <a:lvl5pPr>
              <a:defRPr sz="1125" b="0">
                <a:solidFill>
                  <a:srgbClr val="A8BAC8"/>
                </a:solidFill>
              </a:defRPr>
            </a:lvl5pPr>
            <a:lvl6pPr>
              <a:defRPr sz="1125" b="0">
                <a:solidFill>
                  <a:srgbClr val="A8BAC8"/>
                </a:solidFill>
              </a:defRPr>
            </a:lvl6pPr>
            <a:lvl7pPr>
              <a:defRPr sz="1125" b="0">
                <a:solidFill>
                  <a:srgbClr val="A8BAC8"/>
                </a:solidFill>
              </a:defRPr>
            </a:lvl7pPr>
            <a:lvl8pPr>
              <a:defRPr sz="1125" b="0">
                <a:solidFill>
                  <a:srgbClr val="A8BAC8"/>
                </a:solidFill>
              </a:defRPr>
            </a:lvl8pPr>
            <a:lvl9pPr>
              <a:defRPr sz="112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Five daily files • about 2.10M flows • 75.36% benign • development and first-source training.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3A9620-8C41-4542-9E42-90EA21916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1714500"/>
            <a:ext cx="49530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E2638"/>
          </a:solidFill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420636-C2DA-4CB9-81EC-3C1EBCACC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1714500"/>
            <a:ext cx="666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A3F37E-5FE0-4A47-805D-12517CDBE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885950"/>
            <a:ext cx="4524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F5F8FA"/>
                </a:solidFill>
              </a:defRPr>
            </a:defPPr>
            <a:lvl1pPr>
              <a:defRPr sz="1350" b="1">
                <a:solidFill>
                  <a:srgbClr val="F5F8FA"/>
                </a:solidFill>
              </a:defRPr>
            </a:lvl1pPr>
            <a:lvl2pPr>
              <a:defRPr sz="1350" b="1">
                <a:solidFill>
                  <a:srgbClr val="F5F8FA"/>
                </a:solidFill>
              </a:defRPr>
            </a:lvl2pPr>
            <a:lvl3pPr>
              <a:defRPr sz="1350" b="1">
                <a:solidFill>
                  <a:srgbClr val="F5F8FA"/>
                </a:solidFill>
              </a:defRPr>
            </a:lvl3pPr>
            <a:lvl4pPr>
              <a:defRPr sz="1350" b="1">
                <a:solidFill>
                  <a:srgbClr val="F5F8FA"/>
                </a:solidFill>
              </a:defRPr>
            </a:lvl4pPr>
            <a:lvl5pPr>
              <a:defRPr sz="1350" b="1">
                <a:solidFill>
                  <a:srgbClr val="F5F8FA"/>
                </a:solidFill>
              </a:defRPr>
            </a:lvl5pPr>
            <a:lvl6pPr>
              <a:defRPr sz="1350" b="1">
                <a:solidFill>
                  <a:srgbClr val="F5F8FA"/>
                </a:solidFill>
              </a:defRPr>
            </a:lvl6pPr>
            <a:lvl7pPr>
              <a:defRPr sz="1350" b="1">
                <a:solidFill>
                  <a:srgbClr val="F5F8FA"/>
                </a:solidFill>
              </a:defRPr>
            </a:lvl7pPr>
            <a:lvl8pPr>
              <a:defRPr sz="1350" b="1">
                <a:solidFill>
                  <a:srgbClr val="F5F8FA"/>
                </a:solidFill>
              </a:defRPr>
            </a:lvl8pPr>
            <a:lvl9pPr>
              <a:defRPr sz="135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5F8FA"/>
                </a:solidFill>
              </a:defRPr>
            </a:pPr>
            <a:r>
              <a:rPr sz="1350" b="1">
                <a:solidFill>
                  <a:srgbClr val="F5F8FA"/>
                </a:solidFill>
              </a:rPr>
              <a:t>CSE-CIC-IDS2018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60B520-88FB-4922-A2A4-0F7F2348F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266950"/>
            <a:ext cx="4524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325" b="1">
                <a:solidFill>
                  <a:srgbClr val="2EC4A6"/>
                </a:solidFill>
              </a:defRPr>
            </a:defPPr>
            <a:lvl1pPr>
              <a:defRPr sz="2325" b="1">
                <a:solidFill>
                  <a:srgbClr val="2EC4A6"/>
                </a:solidFill>
              </a:defRPr>
            </a:lvl1pPr>
            <a:lvl2pPr>
              <a:defRPr sz="2325" b="1">
                <a:solidFill>
                  <a:srgbClr val="2EC4A6"/>
                </a:solidFill>
              </a:defRPr>
            </a:lvl2pPr>
            <a:lvl3pPr>
              <a:defRPr sz="2325" b="1">
                <a:solidFill>
                  <a:srgbClr val="2EC4A6"/>
                </a:solidFill>
              </a:defRPr>
            </a:lvl3pPr>
            <a:lvl4pPr>
              <a:defRPr sz="2325" b="1">
                <a:solidFill>
                  <a:srgbClr val="2EC4A6"/>
                </a:solidFill>
              </a:defRPr>
            </a:lvl4pPr>
            <a:lvl5pPr>
              <a:defRPr sz="2325" b="1">
                <a:solidFill>
                  <a:srgbClr val="2EC4A6"/>
                </a:solidFill>
              </a:defRPr>
            </a:lvl5pPr>
            <a:lvl6pPr>
              <a:defRPr sz="2325" b="1">
                <a:solidFill>
                  <a:srgbClr val="2EC4A6"/>
                </a:solidFill>
              </a:defRPr>
            </a:lvl6pPr>
            <a:lvl7pPr>
              <a:defRPr sz="2325" b="1">
                <a:solidFill>
                  <a:srgbClr val="2EC4A6"/>
                </a:solidFill>
              </a:defRPr>
            </a:lvl7pPr>
            <a:lvl8pPr>
              <a:defRPr sz="2325" b="1">
                <a:solidFill>
                  <a:srgbClr val="2EC4A6"/>
                </a:solidFill>
              </a:defRPr>
            </a:lvl8pPr>
            <a:lvl9pPr>
              <a:defRPr sz="2325" b="1">
                <a:solidFill>
                  <a:srgbClr val="2EC4A6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EC4A6"/>
                </a:solidFill>
              </a:defRPr>
            </a:pPr>
            <a:r>
              <a:rPr sz="2325" b="1">
                <a:solidFill>
                  <a:srgbClr val="2EC4A6"/>
                </a:solidFill>
              </a:rPr>
              <a:t>2018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6FA5DD-8EE6-461C-AA5B-1DB8FEA3E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781300"/>
            <a:ext cx="4524375" cy="1924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A8BAC8"/>
                </a:solidFill>
              </a:defRPr>
            </a:defPPr>
            <a:lvl1pPr>
              <a:defRPr sz="1125" b="0">
                <a:solidFill>
                  <a:srgbClr val="A8BAC8"/>
                </a:solidFill>
              </a:defRPr>
            </a:lvl1pPr>
            <a:lvl2pPr>
              <a:defRPr sz="1125" b="0">
                <a:solidFill>
                  <a:srgbClr val="A8BAC8"/>
                </a:solidFill>
              </a:defRPr>
            </a:lvl2pPr>
            <a:lvl3pPr>
              <a:defRPr sz="1125" b="0">
                <a:solidFill>
                  <a:srgbClr val="A8BAC8"/>
                </a:solidFill>
              </a:defRPr>
            </a:lvl3pPr>
            <a:lvl4pPr>
              <a:defRPr sz="1125" b="0">
                <a:solidFill>
                  <a:srgbClr val="A8BAC8"/>
                </a:solidFill>
              </a:defRPr>
            </a:lvl4pPr>
            <a:lvl5pPr>
              <a:defRPr sz="1125" b="0">
                <a:solidFill>
                  <a:srgbClr val="A8BAC8"/>
                </a:solidFill>
              </a:defRPr>
            </a:lvl5pPr>
            <a:lvl6pPr>
              <a:defRPr sz="1125" b="0">
                <a:solidFill>
                  <a:srgbClr val="A8BAC8"/>
                </a:solidFill>
              </a:defRPr>
            </a:lvl6pPr>
            <a:lvl7pPr>
              <a:defRPr sz="1125" b="0">
                <a:solidFill>
                  <a:srgbClr val="A8BAC8"/>
                </a:solidFill>
              </a:defRPr>
            </a:lvl7pPr>
            <a:lvl8pPr>
              <a:defRPr sz="1125" b="0">
                <a:solidFill>
                  <a:srgbClr val="A8BAC8"/>
                </a:solidFill>
              </a:defRPr>
            </a:lvl8pPr>
            <a:lvl9pPr>
              <a:defRPr sz="112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Ten files • about 63.20M flows • 93.92% benign • second environment and transfer target.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64D3CE-F96C-40BA-9E28-9314DA4EF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5095875"/>
            <a:ext cx="1333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5B84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FE9A81-1B65-45B4-B7AD-92B762495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5029200"/>
            <a:ext cx="114300" cy="1333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F5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2E1A0B-46F6-4312-A322-03096114B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52578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F5B84B"/>
                </a:solidFill>
              </a:defRPr>
            </a:defPPr>
            <a:lvl1pPr>
              <a:defRPr sz="1050" b="1">
                <a:solidFill>
                  <a:srgbClr val="F5B84B"/>
                </a:solidFill>
              </a:defRPr>
            </a:lvl1pPr>
            <a:lvl2pPr>
              <a:defRPr sz="1050" b="1">
                <a:solidFill>
                  <a:srgbClr val="F5B84B"/>
                </a:solidFill>
              </a:defRPr>
            </a:lvl2pPr>
            <a:lvl3pPr>
              <a:defRPr sz="1050" b="1">
                <a:solidFill>
                  <a:srgbClr val="F5B84B"/>
                </a:solidFill>
              </a:defRPr>
            </a:lvl3pPr>
            <a:lvl4pPr>
              <a:defRPr sz="1050" b="1">
                <a:solidFill>
                  <a:srgbClr val="F5B84B"/>
                </a:solidFill>
              </a:defRPr>
            </a:lvl4pPr>
            <a:lvl5pPr>
              <a:defRPr sz="1050" b="1">
                <a:solidFill>
                  <a:srgbClr val="F5B84B"/>
                </a:solidFill>
              </a:defRPr>
            </a:lvl5pPr>
            <a:lvl6pPr>
              <a:defRPr sz="1050" b="1">
                <a:solidFill>
                  <a:srgbClr val="F5B84B"/>
                </a:solidFill>
              </a:defRPr>
            </a:lvl6pPr>
            <a:lvl7pPr>
              <a:defRPr sz="1050" b="1">
                <a:solidFill>
                  <a:srgbClr val="F5B84B"/>
                </a:solidFill>
              </a:defRPr>
            </a:lvl7pPr>
            <a:lvl8pPr>
              <a:defRPr sz="1050" b="1">
                <a:solidFill>
                  <a:srgbClr val="F5B84B"/>
                </a:solidFill>
              </a:defRPr>
            </a:lvl8pPr>
            <a:lvl9pPr>
              <a:defRPr sz="1050" b="1">
                <a:solidFill>
                  <a:srgbClr val="F5B84B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F5B84B"/>
                </a:solidFill>
              </a:defRPr>
            </a:pPr>
            <a:r>
              <a:rPr sz="1050" b="1">
                <a:solidFill>
                  <a:srgbClr val="F5B84B"/>
                </a:solidFill>
              </a:rPr>
              <a:t>Shared numeric feature intersection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E8E2A5-44D8-4B8C-845B-4C501E75A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24550"/>
            <a:ext cx="10810875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9525">
            <a:solidFill>
              <a:srgbClr val="2EC4A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63FAFD-DD35-461D-BAC8-B71A37E3A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24550"/>
            <a:ext cx="104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2EC4A6"/>
                </a:solidFill>
              </a:defRPr>
            </a:defPPr>
            <a:lvl1pPr>
              <a:defRPr sz="900" b="1">
                <a:solidFill>
                  <a:srgbClr val="2EC4A6"/>
                </a:solidFill>
              </a:defRPr>
            </a:lvl1pPr>
            <a:lvl2pPr>
              <a:defRPr sz="900" b="1">
                <a:solidFill>
                  <a:srgbClr val="2EC4A6"/>
                </a:solidFill>
              </a:defRPr>
            </a:lvl2pPr>
            <a:lvl3pPr>
              <a:defRPr sz="900" b="1">
                <a:solidFill>
                  <a:srgbClr val="2EC4A6"/>
                </a:solidFill>
              </a:defRPr>
            </a:lvl3pPr>
            <a:lvl4pPr>
              <a:defRPr sz="900" b="1">
                <a:solidFill>
                  <a:srgbClr val="2EC4A6"/>
                </a:solidFill>
              </a:defRPr>
            </a:lvl4pPr>
            <a:lvl5pPr>
              <a:defRPr sz="900" b="1">
                <a:solidFill>
                  <a:srgbClr val="2EC4A6"/>
                </a:solidFill>
              </a:defRPr>
            </a:lvl5pPr>
            <a:lvl6pPr>
              <a:defRPr sz="900" b="1">
                <a:solidFill>
                  <a:srgbClr val="2EC4A6"/>
                </a:solidFill>
              </a:defRPr>
            </a:lvl6pPr>
            <a:lvl7pPr>
              <a:defRPr sz="900" b="1">
                <a:solidFill>
                  <a:srgbClr val="2EC4A6"/>
                </a:solidFill>
              </a:defRPr>
            </a:lvl7pPr>
            <a:lvl8pPr>
              <a:defRPr sz="900" b="1">
                <a:solidFill>
                  <a:srgbClr val="2EC4A6"/>
                </a:solidFill>
              </a:defRPr>
            </a:lvl8pPr>
            <a:lvl9pPr>
              <a:defRPr sz="900" b="1">
                <a:solidFill>
                  <a:srgbClr val="2EC4A6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2EC4A6"/>
                </a:solidFill>
              </a:defRPr>
            </a:pPr>
            <a:r>
              <a:rPr sz="900" b="1">
                <a:solidFill>
                  <a:srgbClr val="2EC4A6"/>
                </a:solidFill>
              </a:rPr>
              <a:t>TAKEAWAY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A9D152-12D1-4FB7-8603-E1A81A17A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924550"/>
            <a:ext cx="938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F5F8FA"/>
                </a:solidFill>
              </a:defRPr>
            </a:defPPr>
            <a:lvl1pPr>
              <a:defRPr sz="1125" b="1">
                <a:solidFill>
                  <a:srgbClr val="F5F8FA"/>
                </a:solidFill>
              </a:defRPr>
            </a:lvl1pPr>
            <a:lvl2pPr>
              <a:defRPr sz="1125" b="1">
                <a:solidFill>
                  <a:srgbClr val="F5F8FA"/>
                </a:solidFill>
              </a:defRPr>
            </a:lvl2pPr>
            <a:lvl3pPr>
              <a:defRPr sz="1125" b="1">
                <a:solidFill>
                  <a:srgbClr val="F5F8FA"/>
                </a:solidFill>
              </a:defRPr>
            </a:lvl3pPr>
            <a:lvl4pPr>
              <a:defRPr sz="1125" b="1">
                <a:solidFill>
                  <a:srgbClr val="F5F8FA"/>
                </a:solidFill>
              </a:defRPr>
            </a:lvl4pPr>
            <a:lvl5pPr>
              <a:defRPr sz="1125" b="1">
                <a:solidFill>
                  <a:srgbClr val="F5F8FA"/>
                </a:solidFill>
              </a:defRPr>
            </a:lvl5pPr>
            <a:lvl6pPr>
              <a:defRPr sz="1125" b="1">
                <a:solidFill>
                  <a:srgbClr val="F5F8FA"/>
                </a:solidFill>
              </a:defRPr>
            </a:lvl6pPr>
            <a:lvl7pPr>
              <a:defRPr sz="1125" b="1">
                <a:solidFill>
                  <a:srgbClr val="F5F8FA"/>
                </a:solidFill>
              </a:defRPr>
            </a:lvl7pPr>
            <a:lvl8pPr>
              <a:defRPr sz="1125" b="1">
                <a:solidFill>
                  <a:srgbClr val="F5F8FA"/>
                </a:solidFill>
              </a:defRPr>
            </a:lvl8pPr>
            <a:lvl9pPr>
              <a:defRPr sz="1125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F5F8FA"/>
                </a:solidFill>
              </a:defRPr>
            </a:pPr>
            <a:r>
              <a:rPr sz="1125" b="1">
                <a:solidFill>
                  <a:srgbClr val="F5F8FA"/>
                </a:solidFill>
              </a:rPr>
              <a:t>The data supports a controlled cross-network experiment, not a claim of universal attack coverage.</a:t>
            </a:r>
          </a:p>
        </p:txBody>
      </p:sp>
    </p:spTree>
    <p:extLst>
      <p:ext uri="{BB962C8B-B14F-4D97-AF65-F5344CB8AC3E}">
        <p14:creationId xmlns:p14="http://schemas.microsoft.com/office/powerpoint/2010/main" val="196411228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E9B1437-E905-41E7-9D6B-F9BEC3796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C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7EBA86-9679-47C0-B729-EF5DC4FD2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6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29C7D8"/>
                </a:solidFill>
              </a:defRPr>
            </a:defPPr>
            <a:lvl1pPr>
              <a:defRPr sz="900" b="1">
                <a:solidFill>
                  <a:srgbClr val="29C7D8"/>
                </a:solidFill>
              </a:defRPr>
            </a:lvl1pPr>
            <a:lvl2pPr>
              <a:defRPr sz="900" b="1">
                <a:solidFill>
                  <a:srgbClr val="29C7D8"/>
                </a:solidFill>
              </a:defRPr>
            </a:lvl2pPr>
            <a:lvl3pPr>
              <a:defRPr sz="900" b="1">
                <a:solidFill>
                  <a:srgbClr val="29C7D8"/>
                </a:solidFill>
              </a:defRPr>
            </a:lvl3pPr>
            <a:lvl4pPr>
              <a:defRPr sz="900" b="1">
                <a:solidFill>
                  <a:srgbClr val="29C7D8"/>
                </a:solidFill>
              </a:defRPr>
            </a:lvl4pPr>
            <a:lvl5pPr>
              <a:defRPr sz="900" b="1">
                <a:solidFill>
                  <a:srgbClr val="29C7D8"/>
                </a:solidFill>
              </a:defRPr>
            </a:lvl5pPr>
            <a:lvl6pPr>
              <a:defRPr sz="900" b="1">
                <a:solidFill>
                  <a:srgbClr val="29C7D8"/>
                </a:solidFill>
              </a:defRPr>
            </a:lvl6pPr>
            <a:lvl7pPr>
              <a:defRPr sz="900" b="1">
                <a:solidFill>
                  <a:srgbClr val="29C7D8"/>
                </a:solidFill>
              </a:defRPr>
            </a:lvl7pPr>
            <a:lvl8pPr>
              <a:defRPr sz="900" b="1">
                <a:solidFill>
                  <a:srgbClr val="29C7D8"/>
                </a:solidFill>
              </a:defRPr>
            </a:lvl8pPr>
            <a:lvl9pPr>
              <a:defRPr sz="900" b="1">
                <a:solidFill>
                  <a:srgbClr val="29C7D8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29C7D8"/>
                </a:solidFill>
              </a:defRPr>
            </a:pPr>
            <a:r>
              <a:rPr sz="900" b="1">
                <a:solidFill>
                  <a:srgbClr val="29C7D8"/>
                </a:solidFill>
              </a:rPr>
              <a:t>CAPSTONE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CB95D8-E7DE-4891-B3B2-341356A0B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43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F5F8FA"/>
                </a:solidFill>
              </a:defRPr>
            </a:defPPr>
            <a:lvl1pPr>
              <a:defRPr sz="2550" b="1">
                <a:solidFill>
                  <a:srgbClr val="F5F8FA"/>
                </a:solidFill>
              </a:defRPr>
            </a:lvl1pPr>
            <a:lvl2pPr>
              <a:defRPr sz="2550" b="1">
                <a:solidFill>
                  <a:srgbClr val="F5F8FA"/>
                </a:solidFill>
              </a:defRPr>
            </a:lvl2pPr>
            <a:lvl3pPr>
              <a:defRPr sz="2550" b="1">
                <a:solidFill>
                  <a:srgbClr val="F5F8FA"/>
                </a:solidFill>
              </a:defRPr>
            </a:lvl3pPr>
            <a:lvl4pPr>
              <a:defRPr sz="2550" b="1">
                <a:solidFill>
                  <a:srgbClr val="F5F8FA"/>
                </a:solidFill>
              </a:defRPr>
            </a:lvl4pPr>
            <a:lvl5pPr>
              <a:defRPr sz="2550" b="1">
                <a:solidFill>
                  <a:srgbClr val="F5F8FA"/>
                </a:solidFill>
              </a:defRPr>
            </a:lvl5pPr>
            <a:lvl6pPr>
              <a:defRPr sz="2550" b="1">
                <a:solidFill>
                  <a:srgbClr val="F5F8FA"/>
                </a:solidFill>
              </a:defRPr>
            </a:lvl6pPr>
            <a:lvl7pPr>
              <a:defRPr sz="2550" b="1">
                <a:solidFill>
                  <a:srgbClr val="F5F8FA"/>
                </a:solidFill>
              </a:defRPr>
            </a:lvl7pPr>
            <a:lvl8pPr>
              <a:defRPr sz="2550" b="1">
                <a:solidFill>
                  <a:srgbClr val="F5F8FA"/>
                </a:solidFill>
              </a:defRPr>
            </a:lvl8pPr>
            <a:lvl9pPr>
              <a:defRPr sz="255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5F8FA"/>
                </a:solidFill>
              </a:defRPr>
            </a:pPr>
            <a:r>
              <a:rPr sz="2550" b="1">
                <a:solidFill>
                  <a:srgbClr val="F5F8FA"/>
                </a:solidFill>
              </a:rPr>
              <a:t>EDA turns raw flow logs into model-ready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50677B-B64C-4010-AE1F-B1A99B6FB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287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A8BAC8"/>
                </a:solidFill>
              </a:defRPr>
            </a:defPPr>
            <a:lvl1pPr>
              <a:defRPr sz="1275" b="0">
                <a:solidFill>
                  <a:srgbClr val="A8BAC8"/>
                </a:solidFill>
              </a:defRPr>
            </a:lvl1pPr>
            <a:lvl2pPr>
              <a:defRPr sz="1275" b="0">
                <a:solidFill>
                  <a:srgbClr val="A8BAC8"/>
                </a:solidFill>
              </a:defRPr>
            </a:lvl2pPr>
            <a:lvl3pPr>
              <a:defRPr sz="1275" b="0">
                <a:solidFill>
                  <a:srgbClr val="A8BAC8"/>
                </a:solidFill>
              </a:defRPr>
            </a:lvl3pPr>
            <a:lvl4pPr>
              <a:defRPr sz="1275" b="0">
                <a:solidFill>
                  <a:srgbClr val="A8BAC8"/>
                </a:solidFill>
              </a:defRPr>
            </a:lvl4pPr>
            <a:lvl5pPr>
              <a:defRPr sz="1275" b="0">
                <a:solidFill>
                  <a:srgbClr val="A8BAC8"/>
                </a:solidFill>
              </a:defRPr>
            </a:lvl5pPr>
            <a:lvl6pPr>
              <a:defRPr sz="1275" b="0">
                <a:solidFill>
                  <a:srgbClr val="A8BAC8"/>
                </a:solidFill>
              </a:defRPr>
            </a:lvl6pPr>
            <a:lvl7pPr>
              <a:defRPr sz="1275" b="0">
                <a:solidFill>
                  <a:srgbClr val="A8BAC8"/>
                </a:solidFill>
              </a:defRPr>
            </a:lvl7pPr>
            <a:lvl8pPr>
              <a:defRPr sz="1275" b="0">
                <a:solidFill>
                  <a:srgbClr val="A8BAC8"/>
                </a:solidFill>
              </a:defRPr>
            </a:lvl8pPr>
            <a:lvl9pPr>
              <a:defRPr sz="127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A8BAC8"/>
                </a:solidFill>
              </a:defRPr>
            </a:pPr>
            <a:r>
              <a:rPr sz="1275" b="0">
                <a:solidFill>
                  <a:srgbClr val="A8BAC8"/>
                </a:solidFill>
              </a:rPr>
              <a:t>Every step reduces a specific analytical or deployment risk.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BAD7CF-AFD9-4DCA-B430-D1C3B767B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71600"/>
            <a:ext cx="11239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9761F3-25F1-4C17-BC1E-865B6219F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A8BAC8"/>
                </a:solidFill>
              </a:defRPr>
            </a:defPPr>
            <a:lvl1pPr>
              <a:defRPr sz="900" b="1">
                <a:solidFill>
                  <a:srgbClr val="A8BAC8"/>
                </a:solidFill>
              </a:defRPr>
            </a:lvl1pPr>
            <a:lvl2pPr>
              <a:defRPr sz="900" b="1">
                <a:solidFill>
                  <a:srgbClr val="A8BAC8"/>
                </a:solidFill>
              </a:defRPr>
            </a:lvl2pPr>
            <a:lvl3pPr>
              <a:defRPr sz="900" b="1">
                <a:solidFill>
                  <a:srgbClr val="A8BAC8"/>
                </a:solidFill>
              </a:defRPr>
            </a:lvl3pPr>
            <a:lvl4pPr>
              <a:defRPr sz="900" b="1">
                <a:solidFill>
                  <a:srgbClr val="A8BAC8"/>
                </a:solidFill>
              </a:defRPr>
            </a:lvl4pPr>
            <a:lvl5pPr>
              <a:defRPr sz="900" b="1">
                <a:solidFill>
                  <a:srgbClr val="A8BAC8"/>
                </a:solidFill>
              </a:defRPr>
            </a:lvl5pPr>
            <a:lvl6pPr>
              <a:defRPr sz="900" b="1">
                <a:solidFill>
                  <a:srgbClr val="A8BAC8"/>
                </a:solidFill>
              </a:defRPr>
            </a:lvl6pPr>
            <a:lvl7pPr>
              <a:defRPr sz="900" b="1">
                <a:solidFill>
                  <a:srgbClr val="A8BAC8"/>
                </a:solidFill>
              </a:defRPr>
            </a:lvl7pPr>
            <a:lvl8pPr>
              <a:defRPr sz="900" b="1">
                <a:solidFill>
                  <a:srgbClr val="A8BAC8"/>
                </a:solidFill>
              </a:defRPr>
            </a:lvl8pPr>
            <a:lvl9pPr>
              <a:defRPr sz="900" b="1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A8BAC8"/>
                </a:solidFill>
              </a:defRPr>
            </a:pPr>
            <a:r>
              <a:rPr sz="900" b="1">
                <a:solidFill>
                  <a:srgbClr val="A8BAC8"/>
                </a:solidFill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8B2840-1A5D-4D65-A96C-093604D31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09750"/>
            <a:ext cx="33337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0E2638"/>
          </a:solidFill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69C34F-6934-458D-B367-8E2BE4A36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09750"/>
            <a:ext cx="6667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C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847030-61CA-429A-8A73-81947AB05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81200"/>
            <a:ext cx="2905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F5F8FA"/>
                </a:solidFill>
              </a:defRPr>
            </a:defPPr>
            <a:lvl1pPr>
              <a:defRPr sz="1350" b="1">
                <a:solidFill>
                  <a:srgbClr val="F5F8FA"/>
                </a:solidFill>
              </a:defRPr>
            </a:lvl1pPr>
            <a:lvl2pPr>
              <a:defRPr sz="1350" b="1">
                <a:solidFill>
                  <a:srgbClr val="F5F8FA"/>
                </a:solidFill>
              </a:defRPr>
            </a:lvl2pPr>
            <a:lvl3pPr>
              <a:defRPr sz="1350" b="1">
                <a:solidFill>
                  <a:srgbClr val="F5F8FA"/>
                </a:solidFill>
              </a:defRPr>
            </a:lvl3pPr>
            <a:lvl4pPr>
              <a:defRPr sz="1350" b="1">
                <a:solidFill>
                  <a:srgbClr val="F5F8FA"/>
                </a:solidFill>
              </a:defRPr>
            </a:lvl4pPr>
            <a:lvl5pPr>
              <a:defRPr sz="1350" b="1">
                <a:solidFill>
                  <a:srgbClr val="F5F8FA"/>
                </a:solidFill>
              </a:defRPr>
            </a:lvl5pPr>
            <a:lvl6pPr>
              <a:defRPr sz="1350" b="1">
                <a:solidFill>
                  <a:srgbClr val="F5F8FA"/>
                </a:solidFill>
              </a:defRPr>
            </a:lvl6pPr>
            <a:lvl7pPr>
              <a:defRPr sz="1350" b="1">
                <a:solidFill>
                  <a:srgbClr val="F5F8FA"/>
                </a:solidFill>
              </a:defRPr>
            </a:lvl7pPr>
            <a:lvl8pPr>
              <a:defRPr sz="1350" b="1">
                <a:solidFill>
                  <a:srgbClr val="F5F8FA"/>
                </a:solidFill>
              </a:defRPr>
            </a:lvl8pPr>
            <a:lvl9pPr>
              <a:defRPr sz="135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5F8FA"/>
                </a:solidFill>
              </a:defRPr>
            </a:pPr>
            <a:r>
              <a:rPr sz="1350" b="1">
                <a:solidFill>
                  <a:srgbClr val="F5F8FA"/>
                </a:solidFill>
              </a:rPr>
              <a:t>1  Inventory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0105F2-93A2-4B47-A5D3-3EA82CA9A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29051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A8BAC8"/>
                </a:solidFill>
              </a:defRPr>
            </a:defPPr>
            <a:lvl1pPr>
              <a:defRPr sz="1125" b="0">
                <a:solidFill>
                  <a:srgbClr val="A8BAC8"/>
                </a:solidFill>
              </a:defRPr>
            </a:lvl1pPr>
            <a:lvl2pPr>
              <a:defRPr sz="1125" b="0">
                <a:solidFill>
                  <a:srgbClr val="A8BAC8"/>
                </a:solidFill>
              </a:defRPr>
            </a:lvl2pPr>
            <a:lvl3pPr>
              <a:defRPr sz="1125" b="0">
                <a:solidFill>
                  <a:srgbClr val="A8BAC8"/>
                </a:solidFill>
              </a:defRPr>
            </a:lvl3pPr>
            <a:lvl4pPr>
              <a:defRPr sz="1125" b="0">
                <a:solidFill>
                  <a:srgbClr val="A8BAC8"/>
                </a:solidFill>
              </a:defRPr>
            </a:lvl4pPr>
            <a:lvl5pPr>
              <a:defRPr sz="1125" b="0">
                <a:solidFill>
                  <a:srgbClr val="A8BAC8"/>
                </a:solidFill>
              </a:defRPr>
            </a:lvl5pPr>
            <a:lvl6pPr>
              <a:defRPr sz="1125" b="0">
                <a:solidFill>
                  <a:srgbClr val="A8BAC8"/>
                </a:solidFill>
              </a:defRPr>
            </a:lvl6pPr>
            <a:lvl7pPr>
              <a:defRPr sz="1125" b="0">
                <a:solidFill>
                  <a:srgbClr val="A8BAC8"/>
                </a:solidFill>
              </a:defRPr>
            </a:lvl7pPr>
            <a:lvl8pPr>
              <a:defRPr sz="1125" b="0">
                <a:solidFill>
                  <a:srgbClr val="A8BAC8"/>
                </a:solidFill>
              </a:defRPr>
            </a:lvl8pPr>
            <a:lvl9pPr>
              <a:defRPr sz="112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Files, schema, volume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CE61CC-71B1-475D-8053-473AA299E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1809750"/>
            <a:ext cx="33337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0E2638"/>
          </a:solidFill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7D8667-C450-44AB-B265-F99B01218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1809750"/>
            <a:ext cx="6667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C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E4B272-89C3-48F3-82C6-68F7ED680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981200"/>
            <a:ext cx="2905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F5F8FA"/>
                </a:solidFill>
              </a:defRPr>
            </a:defPPr>
            <a:lvl1pPr>
              <a:defRPr sz="1350" b="1">
                <a:solidFill>
                  <a:srgbClr val="F5F8FA"/>
                </a:solidFill>
              </a:defRPr>
            </a:lvl1pPr>
            <a:lvl2pPr>
              <a:defRPr sz="1350" b="1">
                <a:solidFill>
                  <a:srgbClr val="F5F8FA"/>
                </a:solidFill>
              </a:defRPr>
            </a:lvl2pPr>
            <a:lvl3pPr>
              <a:defRPr sz="1350" b="1">
                <a:solidFill>
                  <a:srgbClr val="F5F8FA"/>
                </a:solidFill>
              </a:defRPr>
            </a:lvl3pPr>
            <a:lvl4pPr>
              <a:defRPr sz="1350" b="1">
                <a:solidFill>
                  <a:srgbClr val="F5F8FA"/>
                </a:solidFill>
              </a:defRPr>
            </a:lvl4pPr>
            <a:lvl5pPr>
              <a:defRPr sz="1350" b="1">
                <a:solidFill>
                  <a:srgbClr val="F5F8FA"/>
                </a:solidFill>
              </a:defRPr>
            </a:lvl5pPr>
            <a:lvl6pPr>
              <a:defRPr sz="1350" b="1">
                <a:solidFill>
                  <a:srgbClr val="F5F8FA"/>
                </a:solidFill>
              </a:defRPr>
            </a:lvl6pPr>
            <a:lvl7pPr>
              <a:defRPr sz="1350" b="1">
                <a:solidFill>
                  <a:srgbClr val="F5F8FA"/>
                </a:solidFill>
              </a:defRPr>
            </a:lvl7pPr>
            <a:lvl8pPr>
              <a:defRPr sz="1350" b="1">
                <a:solidFill>
                  <a:srgbClr val="F5F8FA"/>
                </a:solidFill>
              </a:defRPr>
            </a:lvl8pPr>
            <a:lvl9pPr>
              <a:defRPr sz="135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5F8FA"/>
                </a:solidFill>
              </a:defRPr>
            </a:pPr>
            <a:r>
              <a:rPr sz="1350" b="1">
                <a:solidFill>
                  <a:srgbClr val="F5F8FA"/>
                </a:solidFill>
              </a:rPr>
              <a:t>2  Clean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F07389-B8EA-4683-88B6-8B8B09514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81250"/>
            <a:ext cx="29051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A8BAC8"/>
                </a:solidFill>
              </a:defRPr>
            </a:defPPr>
            <a:lvl1pPr>
              <a:defRPr sz="1125" b="0">
                <a:solidFill>
                  <a:srgbClr val="A8BAC8"/>
                </a:solidFill>
              </a:defRPr>
            </a:lvl1pPr>
            <a:lvl2pPr>
              <a:defRPr sz="1125" b="0">
                <a:solidFill>
                  <a:srgbClr val="A8BAC8"/>
                </a:solidFill>
              </a:defRPr>
            </a:lvl2pPr>
            <a:lvl3pPr>
              <a:defRPr sz="1125" b="0">
                <a:solidFill>
                  <a:srgbClr val="A8BAC8"/>
                </a:solidFill>
              </a:defRPr>
            </a:lvl3pPr>
            <a:lvl4pPr>
              <a:defRPr sz="1125" b="0">
                <a:solidFill>
                  <a:srgbClr val="A8BAC8"/>
                </a:solidFill>
              </a:defRPr>
            </a:lvl4pPr>
            <a:lvl5pPr>
              <a:defRPr sz="1125" b="0">
                <a:solidFill>
                  <a:srgbClr val="A8BAC8"/>
                </a:solidFill>
              </a:defRPr>
            </a:lvl5pPr>
            <a:lvl6pPr>
              <a:defRPr sz="1125" b="0">
                <a:solidFill>
                  <a:srgbClr val="A8BAC8"/>
                </a:solidFill>
              </a:defRPr>
            </a:lvl6pPr>
            <a:lvl7pPr>
              <a:defRPr sz="1125" b="0">
                <a:solidFill>
                  <a:srgbClr val="A8BAC8"/>
                </a:solidFill>
              </a:defRPr>
            </a:lvl7pPr>
            <a:lvl8pPr>
              <a:defRPr sz="1125" b="0">
                <a:solidFill>
                  <a:srgbClr val="A8BAC8"/>
                </a:solidFill>
              </a:defRPr>
            </a:lvl8pPr>
            <a:lvl9pPr>
              <a:defRPr sz="112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NaN, inf, duplicates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988A87-7334-48A4-B46B-093853391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809750"/>
            <a:ext cx="33337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0E2638"/>
          </a:solidFill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041211-68A6-45A9-BBBA-FD5F885B2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809750"/>
            <a:ext cx="6667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C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89E96E-430F-448F-B5F4-AE24EC740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81200"/>
            <a:ext cx="2905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F5F8FA"/>
                </a:solidFill>
              </a:defRPr>
            </a:defPPr>
            <a:lvl1pPr>
              <a:defRPr sz="1350" b="1">
                <a:solidFill>
                  <a:srgbClr val="F5F8FA"/>
                </a:solidFill>
              </a:defRPr>
            </a:lvl1pPr>
            <a:lvl2pPr>
              <a:defRPr sz="1350" b="1">
                <a:solidFill>
                  <a:srgbClr val="F5F8FA"/>
                </a:solidFill>
              </a:defRPr>
            </a:lvl2pPr>
            <a:lvl3pPr>
              <a:defRPr sz="1350" b="1">
                <a:solidFill>
                  <a:srgbClr val="F5F8FA"/>
                </a:solidFill>
              </a:defRPr>
            </a:lvl3pPr>
            <a:lvl4pPr>
              <a:defRPr sz="1350" b="1">
                <a:solidFill>
                  <a:srgbClr val="F5F8FA"/>
                </a:solidFill>
              </a:defRPr>
            </a:lvl4pPr>
            <a:lvl5pPr>
              <a:defRPr sz="1350" b="1">
                <a:solidFill>
                  <a:srgbClr val="F5F8FA"/>
                </a:solidFill>
              </a:defRPr>
            </a:lvl5pPr>
            <a:lvl6pPr>
              <a:defRPr sz="1350" b="1">
                <a:solidFill>
                  <a:srgbClr val="F5F8FA"/>
                </a:solidFill>
              </a:defRPr>
            </a:lvl6pPr>
            <a:lvl7pPr>
              <a:defRPr sz="1350" b="1">
                <a:solidFill>
                  <a:srgbClr val="F5F8FA"/>
                </a:solidFill>
              </a:defRPr>
            </a:lvl7pPr>
            <a:lvl8pPr>
              <a:defRPr sz="1350" b="1">
                <a:solidFill>
                  <a:srgbClr val="F5F8FA"/>
                </a:solidFill>
              </a:defRPr>
            </a:lvl8pPr>
            <a:lvl9pPr>
              <a:defRPr sz="135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5F8FA"/>
                </a:solidFill>
              </a:defRPr>
            </a:pPr>
            <a:r>
              <a:rPr sz="1350" b="1">
                <a:solidFill>
                  <a:srgbClr val="F5F8FA"/>
                </a:solidFill>
              </a:rPr>
              <a:t>3  Engineer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EF7FDB-57B1-488A-BC52-1BA2EC06C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81250"/>
            <a:ext cx="29051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A8BAC8"/>
                </a:solidFill>
              </a:defRPr>
            </a:defPPr>
            <a:lvl1pPr>
              <a:defRPr sz="1125" b="0">
                <a:solidFill>
                  <a:srgbClr val="A8BAC8"/>
                </a:solidFill>
              </a:defRPr>
            </a:lvl1pPr>
            <a:lvl2pPr>
              <a:defRPr sz="1125" b="0">
                <a:solidFill>
                  <a:srgbClr val="A8BAC8"/>
                </a:solidFill>
              </a:defRPr>
            </a:lvl2pPr>
            <a:lvl3pPr>
              <a:defRPr sz="1125" b="0">
                <a:solidFill>
                  <a:srgbClr val="A8BAC8"/>
                </a:solidFill>
              </a:defRPr>
            </a:lvl3pPr>
            <a:lvl4pPr>
              <a:defRPr sz="1125" b="0">
                <a:solidFill>
                  <a:srgbClr val="A8BAC8"/>
                </a:solidFill>
              </a:defRPr>
            </a:lvl4pPr>
            <a:lvl5pPr>
              <a:defRPr sz="1125" b="0">
                <a:solidFill>
                  <a:srgbClr val="A8BAC8"/>
                </a:solidFill>
              </a:defRPr>
            </a:lvl5pPr>
            <a:lvl6pPr>
              <a:defRPr sz="1125" b="0">
                <a:solidFill>
                  <a:srgbClr val="A8BAC8"/>
                </a:solidFill>
              </a:defRPr>
            </a:lvl6pPr>
            <a:lvl7pPr>
              <a:defRPr sz="1125" b="0">
                <a:solidFill>
                  <a:srgbClr val="A8BAC8"/>
                </a:solidFill>
              </a:defRPr>
            </a:lvl7pPr>
            <a:lvl8pPr>
              <a:defRPr sz="1125" b="0">
                <a:solidFill>
                  <a:srgbClr val="A8BAC8"/>
                </a:solidFill>
              </a:defRPr>
            </a:lvl8pPr>
            <a:lvl9pPr>
              <a:defRPr sz="112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Rates, ratios, timing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70E8DC-B02C-4689-BBCF-444F16AD1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571875"/>
            <a:ext cx="33337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0E2638"/>
          </a:solidFill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1405AC-6A31-4A29-9B0D-DD060CE45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571875"/>
            <a:ext cx="6667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CC95E1-4789-4BBD-86E9-EDA9D0970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43325"/>
            <a:ext cx="2905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F5F8FA"/>
                </a:solidFill>
              </a:defRPr>
            </a:defPPr>
            <a:lvl1pPr>
              <a:defRPr sz="1350" b="1">
                <a:solidFill>
                  <a:srgbClr val="F5F8FA"/>
                </a:solidFill>
              </a:defRPr>
            </a:lvl1pPr>
            <a:lvl2pPr>
              <a:defRPr sz="1350" b="1">
                <a:solidFill>
                  <a:srgbClr val="F5F8FA"/>
                </a:solidFill>
              </a:defRPr>
            </a:lvl2pPr>
            <a:lvl3pPr>
              <a:defRPr sz="1350" b="1">
                <a:solidFill>
                  <a:srgbClr val="F5F8FA"/>
                </a:solidFill>
              </a:defRPr>
            </a:lvl3pPr>
            <a:lvl4pPr>
              <a:defRPr sz="1350" b="1">
                <a:solidFill>
                  <a:srgbClr val="F5F8FA"/>
                </a:solidFill>
              </a:defRPr>
            </a:lvl4pPr>
            <a:lvl5pPr>
              <a:defRPr sz="1350" b="1">
                <a:solidFill>
                  <a:srgbClr val="F5F8FA"/>
                </a:solidFill>
              </a:defRPr>
            </a:lvl5pPr>
            <a:lvl6pPr>
              <a:defRPr sz="1350" b="1">
                <a:solidFill>
                  <a:srgbClr val="F5F8FA"/>
                </a:solidFill>
              </a:defRPr>
            </a:lvl6pPr>
            <a:lvl7pPr>
              <a:defRPr sz="1350" b="1">
                <a:solidFill>
                  <a:srgbClr val="F5F8FA"/>
                </a:solidFill>
              </a:defRPr>
            </a:lvl7pPr>
            <a:lvl8pPr>
              <a:defRPr sz="1350" b="1">
                <a:solidFill>
                  <a:srgbClr val="F5F8FA"/>
                </a:solidFill>
              </a:defRPr>
            </a:lvl8pPr>
            <a:lvl9pPr>
              <a:defRPr sz="135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5F8FA"/>
                </a:solidFill>
              </a:defRPr>
            </a:pPr>
            <a:r>
              <a:rPr sz="1350" b="1">
                <a:solidFill>
                  <a:srgbClr val="F5F8FA"/>
                </a:solidFill>
              </a:rPr>
              <a:t>4  Profile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CABECE-389E-4F22-8BE7-513444664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43375"/>
            <a:ext cx="29051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A8BAC8"/>
                </a:solidFill>
              </a:defRPr>
            </a:defPPr>
            <a:lvl1pPr>
              <a:defRPr sz="1125" b="0">
                <a:solidFill>
                  <a:srgbClr val="A8BAC8"/>
                </a:solidFill>
              </a:defRPr>
            </a:lvl1pPr>
            <a:lvl2pPr>
              <a:defRPr sz="1125" b="0">
                <a:solidFill>
                  <a:srgbClr val="A8BAC8"/>
                </a:solidFill>
              </a:defRPr>
            </a:lvl2pPr>
            <a:lvl3pPr>
              <a:defRPr sz="1125" b="0">
                <a:solidFill>
                  <a:srgbClr val="A8BAC8"/>
                </a:solidFill>
              </a:defRPr>
            </a:lvl3pPr>
            <a:lvl4pPr>
              <a:defRPr sz="1125" b="0">
                <a:solidFill>
                  <a:srgbClr val="A8BAC8"/>
                </a:solidFill>
              </a:defRPr>
            </a:lvl4pPr>
            <a:lvl5pPr>
              <a:defRPr sz="1125" b="0">
                <a:solidFill>
                  <a:srgbClr val="A8BAC8"/>
                </a:solidFill>
              </a:defRPr>
            </a:lvl5pPr>
            <a:lvl6pPr>
              <a:defRPr sz="1125" b="0">
                <a:solidFill>
                  <a:srgbClr val="A8BAC8"/>
                </a:solidFill>
              </a:defRPr>
            </a:lvl6pPr>
            <a:lvl7pPr>
              <a:defRPr sz="1125" b="0">
                <a:solidFill>
                  <a:srgbClr val="A8BAC8"/>
                </a:solidFill>
              </a:defRPr>
            </a:lvl7pPr>
            <a:lvl8pPr>
              <a:defRPr sz="1125" b="0">
                <a:solidFill>
                  <a:srgbClr val="A8BAC8"/>
                </a:solidFill>
              </a:defRPr>
            </a:lvl8pPr>
            <a:lvl9pPr>
              <a:defRPr sz="112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Classes, protocols, time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C81DA9-3CCE-4852-A137-0B71B9F19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571875"/>
            <a:ext cx="33337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0E2638"/>
          </a:solidFill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E57CB4-B328-416F-9D46-266C7585A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571875"/>
            <a:ext cx="6667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3FA2F46-F678-487C-845B-6DE1E3F64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743325"/>
            <a:ext cx="2905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F5F8FA"/>
                </a:solidFill>
              </a:defRPr>
            </a:defPPr>
            <a:lvl1pPr>
              <a:defRPr sz="1350" b="1">
                <a:solidFill>
                  <a:srgbClr val="F5F8FA"/>
                </a:solidFill>
              </a:defRPr>
            </a:lvl1pPr>
            <a:lvl2pPr>
              <a:defRPr sz="1350" b="1">
                <a:solidFill>
                  <a:srgbClr val="F5F8FA"/>
                </a:solidFill>
              </a:defRPr>
            </a:lvl2pPr>
            <a:lvl3pPr>
              <a:defRPr sz="1350" b="1">
                <a:solidFill>
                  <a:srgbClr val="F5F8FA"/>
                </a:solidFill>
              </a:defRPr>
            </a:lvl3pPr>
            <a:lvl4pPr>
              <a:defRPr sz="1350" b="1">
                <a:solidFill>
                  <a:srgbClr val="F5F8FA"/>
                </a:solidFill>
              </a:defRPr>
            </a:lvl4pPr>
            <a:lvl5pPr>
              <a:defRPr sz="1350" b="1">
                <a:solidFill>
                  <a:srgbClr val="F5F8FA"/>
                </a:solidFill>
              </a:defRPr>
            </a:lvl5pPr>
            <a:lvl6pPr>
              <a:defRPr sz="1350" b="1">
                <a:solidFill>
                  <a:srgbClr val="F5F8FA"/>
                </a:solidFill>
              </a:defRPr>
            </a:lvl6pPr>
            <a:lvl7pPr>
              <a:defRPr sz="1350" b="1">
                <a:solidFill>
                  <a:srgbClr val="F5F8FA"/>
                </a:solidFill>
              </a:defRPr>
            </a:lvl7pPr>
            <a:lvl8pPr>
              <a:defRPr sz="1350" b="1">
                <a:solidFill>
                  <a:srgbClr val="F5F8FA"/>
                </a:solidFill>
              </a:defRPr>
            </a:lvl8pPr>
            <a:lvl9pPr>
              <a:defRPr sz="135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5F8FA"/>
                </a:solidFill>
              </a:defRPr>
            </a:pPr>
            <a:r>
              <a:rPr sz="1350" b="1">
                <a:solidFill>
                  <a:srgbClr val="F5F8FA"/>
                </a:solidFill>
              </a:rPr>
              <a:t>5  Check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E2341B-88B3-44F5-BD60-8DDC3376A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143375"/>
            <a:ext cx="29051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A8BAC8"/>
                </a:solidFill>
              </a:defRPr>
            </a:defPPr>
            <a:lvl1pPr>
              <a:defRPr sz="1125" b="0">
                <a:solidFill>
                  <a:srgbClr val="A8BAC8"/>
                </a:solidFill>
              </a:defRPr>
            </a:lvl1pPr>
            <a:lvl2pPr>
              <a:defRPr sz="1125" b="0">
                <a:solidFill>
                  <a:srgbClr val="A8BAC8"/>
                </a:solidFill>
              </a:defRPr>
            </a:lvl2pPr>
            <a:lvl3pPr>
              <a:defRPr sz="1125" b="0">
                <a:solidFill>
                  <a:srgbClr val="A8BAC8"/>
                </a:solidFill>
              </a:defRPr>
            </a:lvl3pPr>
            <a:lvl4pPr>
              <a:defRPr sz="1125" b="0">
                <a:solidFill>
                  <a:srgbClr val="A8BAC8"/>
                </a:solidFill>
              </a:defRPr>
            </a:lvl4pPr>
            <a:lvl5pPr>
              <a:defRPr sz="1125" b="0">
                <a:solidFill>
                  <a:srgbClr val="A8BAC8"/>
                </a:solidFill>
              </a:defRPr>
            </a:lvl5pPr>
            <a:lvl6pPr>
              <a:defRPr sz="1125" b="0">
                <a:solidFill>
                  <a:srgbClr val="A8BAC8"/>
                </a:solidFill>
              </a:defRPr>
            </a:lvl6pPr>
            <a:lvl7pPr>
              <a:defRPr sz="1125" b="0">
                <a:solidFill>
                  <a:srgbClr val="A8BAC8"/>
                </a:solidFill>
              </a:defRPr>
            </a:lvl7pPr>
            <a:lvl8pPr>
              <a:defRPr sz="1125" b="0">
                <a:solidFill>
                  <a:srgbClr val="A8BAC8"/>
                </a:solidFill>
              </a:defRPr>
            </a:lvl8pPr>
            <a:lvl9pPr>
              <a:defRPr sz="112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Outliers, correlation, leakage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762C993-71FB-4A5A-B5EC-1D18DF3B5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571875"/>
            <a:ext cx="33337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0E2638"/>
          </a:solidFill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9E80A1F-5982-40E9-B97C-3EA697C56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571875"/>
            <a:ext cx="6667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479419C-0D87-4B01-8CB5-FE5C124A7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43325"/>
            <a:ext cx="2905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F5F8FA"/>
                </a:solidFill>
              </a:defRPr>
            </a:defPPr>
            <a:lvl1pPr>
              <a:defRPr sz="1350" b="1">
                <a:solidFill>
                  <a:srgbClr val="F5F8FA"/>
                </a:solidFill>
              </a:defRPr>
            </a:lvl1pPr>
            <a:lvl2pPr>
              <a:defRPr sz="1350" b="1">
                <a:solidFill>
                  <a:srgbClr val="F5F8FA"/>
                </a:solidFill>
              </a:defRPr>
            </a:lvl2pPr>
            <a:lvl3pPr>
              <a:defRPr sz="1350" b="1">
                <a:solidFill>
                  <a:srgbClr val="F5F8FA"/>
                </a:solidFill>
              </a:defRPr>
            </a:lvl3pPr>
            <a:lvl4pPr>
              <a:defRPr sz="1350" b="1">
                <a:solidFill>
                  <a:srgbClr val="F5F8FA"/>
                </a:solidFill>
              </a:defRPr>
            </a:lvl4pPr>
            <a:lvl5pPr>
              <a:defRPr sz="1350" b="1">
                <a:solidFill>
                  <a:srgbClr val="F5F8FA"/>
                </a:solidFill>
              </a:defRPr>
            </a:lvl5pPr>
            <a:lvl6pPr>
              <a:defRPr sz="1350" b="1">
                <a:solidFill>
                  <a:srgbClr val="F5F8FA"/>
                </a:solidFill>
              </a:defRPr>
            </a:lvl6pPr>
            <a:lvl7pPr>
              <a:defRPr sz="1350" b="1">
                <a:solidFill>
                  <a:srgbClr val="F5F8FA"/>
                </a:solidFill>
              </a:defRPr>
            </a:lvl7pPr>
            <a:lvl8pPr>
              <a:defRPr sz="1350" b="1">
                <a:solidFill>
                  <a:srgbClr val="F5F8FA"/>
                </a:solidFill>
              </a:defRPr>
            </a:lvl8pPr>
            <a:lvl9pPr>
              <a:defRPr sz="135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5F8FA"/>
                </a:solidFill>
              </a:defRPr>
            </a:pPr>
            <a:r>
              <a:rPr sz="1350" b="1">
                <a:solidFill>
                  <a:srgbClr val="F5F8FA"/>
                </a:solidFill>
              </a:rPr>
              <a:t>6  Compare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8A3295E-1C0B-4E6C-A3DE-EDB8451DD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143375"/>
            <a:ext cx="29051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A8BAC8"/>
                </a:solidFill>
              </a:defRPr>
            </a:defPPr>
            <a:lvl1pPr>
              <a:defRPr sz="1125" b="0">
                <a:solidFill>
                  <a:srgbClr val="A8BAC8"/>
                </a:solidFill>
              </a:defRPr>
            </a:lvl1pPr>
            <a:lvl2pPr>
              <a:defRPr sz="1125" b="0">
                <a:solidFill>
                  <a:srgbClr val="A8BAC8"/>
                </a:solidFill>
              </a:defRPr>
            </a:lvl2pPr>
            <a:lvl3pPr>
              <a:defRPr sz="1125" b="0">
                <a:solidFill>
                  <a:srgbClr val="A8BAC8"/>
                </a:solidFill>
              </a:defRPr>
            </a:lvl3pPr>
            <a:lvl4pPr>
              <a:defRPr sz="1125" b="0">
                <a:solidFill>
                  <a:srgbClr val="A8BAC8"/>
                </a:solidFill>
              </a:defRPr>
            </a:lvl4pPr>
            <a:lvl5pPr>
              <a:defRPr sz="1125" b="0">
                <a:solidFill>
                  <a:srgbClr val="A8BAC8"/>
                </a:solidFill>
              </a:defRPr>
            </a:lvl5pPr>
            <a:lvl6pPr>
              <a:defRPr sz="1125" b="0">
                <a:solidFill>
                  <a:srgbClr val="A8BAC8"/>
                </a:solidFill>
              </a:defRPr>
            </a:lvl6pPr>
            <a:lvl7pPr>
              <a:defRPr sz="1125" b="0">
                <a:solidFill>
                  <a:srgbClr val="A8BAC8"/>
                </a:solidFill>
              </a:defRPr>
            </a:lvl7pPr>
            <a:lvl8pPr>
              <a:defRPr sz="1125" b="0">
                <a:solidFill>
                  <a:srgbClr val="A8BAC8"/>
                </a:solidFill>
              </a:defRPr>
            </a:lvl8pPr>
            <a:lvl9pPr>
              <a:defRPr sz="112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2017 vs 2018 drift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3C86F95-A286-4F18-976D-8F5D86EA3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24550"/>
            <a:ext cx="10810875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9525">
            <a:solidFill>
              <a:srgbClr val="2EC4A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69DBB75-2239-4144-AAE7-58031F1D3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24550"/>
            <a:ext cx="104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2EC4A6"/>
                </a:solidFill>
              </a:defRPr>
            </a:defPPr>
            <a:lvl1pPr>
              <a:defRPr sz="900" b="1">
                <a:solidFill>
                  <a:srgbClr val="2EC4A6"/>
                </a:solidFill>
              </a:defRPr>
            </a:lvl1pPr>
            <a:lvl2pPr>
              <a:defRPr sz="900" b="1">
                <a:solidFill>
                  <a:srgbClr val="2EC4A6"/>
                </a:solidFill>
              </a:defRPr>
            </a:lvl2pPr>
            <a:lvl3pPr>
              <a:defRPr sz="900" b="1">
                <a:solidFill>
                  <a:srgbClr val="2EC4A6"/>
                </a:solidFill>
              </a:defRPr>
            </a:lvl3pPr>
            <a:lvl4pPr>
              <a:defRPr sz="900" b="1">
                <a:solidFill>
                  <a:srgbClr val="2EC4A6"/>
                </a:solidFill>
              </a:defRPr>
            </a:lvl4pPr>
            <a:lvl5pPr>
              <a:defRPr sz="900" b="1">
                <a:solidFill>
                  <a:srgbClr val="2EC4A6"/>
                </a:solidFill>
              </a:defRPr>
            </a:lvl5pPr>
            <a:lvl6pPr>
              <a:defRPr sz="900" b="1">
                <a:solidFill>
                  <a:srgbClr val="2EC4A6"/>
                </a:solidFill>
              </a:defRPr>
            </a:lvl6pPr>
            <a:lvl7pPr>
              <a:defRPr sz="900" b="1">
                <a:solidFill>
                  <a:srgbClr val="2EC4A6"/>
                </a:solidFill>
              </a:defRPr>
            </a:lvl7pPr>
            <a:lvl8pPr>
              <a:defRPr sz="900" b="1">
                <a:solidFill>
                  <a:srgbClr val="2EC4A6"/>
                </a:solidFill>
              </a:defRPr>
            </a:lvl8pPr>
            <a:lvl9pPr>
              <a:defRPr sz="900" b="1">
                <a:solidFill>
                  <a:srgbClr val="2EC4A6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2EC4A6"/>
                </a:solidFill>
              </a:defRPr>
            </a:pPr>
            <a:r>
              <a:rPr sz="900" b="1">
                <a:solidFill>
                  <a:srgbClr val="2EC4A6"/>
                </a:solidFill>
              </a:rPr>
              <a:t>TAKEAWAY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79A0426-E7BD-4B33-B91D-44C64FA6E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924550"/>
            <a:ext cx="938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F5F8FA"/>
                </a:solidFill>
              </a:defRPr>
            </a:defPPr>
            <a:lvl1pPr>
              <a:defRPr sz="1125" b="1">
                <a:solidFill>
                  <a:srgbClr val="F5F8FA"/>
                </a:solidFill>
              </a:defRPr>
            </a:lvl1pPr>
            <a:lvl2pPr>
              <a:defRPr sz="1125" b="1">
                <a:solidFill>
                  <a:srgbClr val="F5F8FA"/>
                </a:solidFill>
              </a:defRPr>
            </a:lvl2pPr>
            <a:lvl3pPr>
              <a:defRPr sz="1125" b="1">
                <a:solidFill>
                  <a:srgbClr val="F5F8FA"/>
                </a:solidFill>
              </a:defRPr>
            </a:lvl3pPr>
            <a:lvl4pPr>
              <a:defRPr sz="1125" b="1">
                <a:solidFill>
                  <a:srgbClr val="F5F8FA"/>
                </a:solidFill>
              </a:defRPr>
            </a:lvl4pPr>
            <a:lvl5pPr>
              <a:defRPr sz="1125" b="1">
                <a:solidFill>
                  <a:srgbClr val="F5F8FA"/>
                </a:solidFill>
              </a:defRPr>
            </a:lvl5pPr>
            <a:lvl6pPr>
              <a:defRPr sz="1125" b="1">
                <a:solidFill>
                  <a:srgbClr val="F5F8FA"/>
                </a:solidFill>
              </a:defRPr>
            </a:lvl6pPr>
            <a:lvl7pPr>
              <a:defRPr sz="1125" b="1">
                <a:solidFill>
                  <a:srgbClr val="F5F8FA"/>
                </a:solidFill>
              </a:defRPr>
            </a:lvl7pPr>
            <a:lvl8pPr>
              <a:defRPr sz="1125" b="1">
                <a:solidFill>
                  <a:srgbClr val="F5F8FA"/>
                </a:solidFill>
              </a:defRPr>
            </a:lvl8pPr>
            <a:lvl9pPr>
              <a:defRPr sz="1125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F5F8FA"/>
                </a:solidFill>
              </a:defRPr>
            </a:pPr>
            <a:r>
              <a:rPr sz="1125" b="1">
                <a:solidFill>
                  <a:srgbClr val="F5F8FA"/>
                </a:solidFill>
              </a:rPr>
              <a:t>EDA is used to protect the experiment from invalid values, leakage, imbalance, and domain mismatch.</a:t>
            </a:r>
          </a:p>
        </p:txBody>
      </p:sp>
    </p:spTree>
    <p:extLst>
      <p:ext uri="{BB962C8B-B14F-4D97-AF65-F5344CB8AC3E}">
        <p14:creationId xmlns:p14="http://schemas.microsoft.com/office/powerpoint/2010/main" val="11835739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7FC77EB-7160-448A-AB73-81C625AED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C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A423CC-EAE7-4C7F-BDF5-3B4965360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6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29C7D8"/>
                </a:solidFill>
              </a:defRPr>
            </a:defPPr>
            <a:lvl1pPr>
              <a:defRPr sz="900" b="1">
                <a:solidFill>
                  <a:srgbClr val="29C7D8"/>
                </a:solidFill>
              </a:defRPr>
            </a:lvl1pPr>
            <a:lvl2pPr>
              <a:defRPr sz="900" b="1">
                <a:solidFill>
                  <a:srgbClr val="29C7D8"/>
                </a:solidFill>
              </a:defRPr>
            </a:lvl2pPr>
            <a:lvl3pPr>
              <a:defRPr sz="900" b="1">
                <a:solidFill>
                  <a:srgbClr val="29C7D8"/>
                </a:solidFill>
              </a:defRPr>
            </a:lvl3pPr>
            <a:lvl4pPr>
              <a:defRPr sz="900" b="1">
                <a:solidFill>
                  <a:srgbClr val="29C7D8"/>
                </a:solidFill>
              </a:defRPr>
            </a:lvl4pPr>
            <a:lvl5pPr>
              <a:defRPr sz="900" b="1">
                <a:solidFill>
                  <a:srgbClr val="29C7D8"/>
                </a:solidFill>
              </a:defRPr>
            </a:lvl5pPr>
            <a:lvl6pPr>
              <a:defRPr sz="900" b="1">
                <a:solidFill>
                  <a:srgbClr val="29C7D8"/>
                </a:solidFill>
              </a:defRPr>
            </a:lvl6pPr>
            <a:lvl7pPr>
              <a:defRPr sz="900" b="1">
                <a:solidFill>
                  <a:srgbClr val="29C7D8"/>
                </a:solidFill>
              </a:defRPr>
            </a:lvl7pPr>
            <a:lvl8pPr>
              <a:defRPr sz="900" b="1">
                <a:solidFill>
                  <a:srgbClr val="29C7D8"/>
                </a:solidFill>
              </a:defRPr>
            </a:lvl8pPr>
            <a:lvl9pPr>
              <a:defRPr sz="900" b="1">
                <a:solidFill>
                  <a:srgbClr val="29C7D8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29C7D8"/>
                </a:solidFill>
              </a:defRPr>
            </a:pPr>
            <a:r>
              <a:rPr sz="900" b="1">
                <a:solidFill>
                  <a:srgbClr val="29C7D8"/>
                </a:solidFill>
              </a:rPr>
              <a:t>CAPSTONE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1F4643-EAD6-4422-BF6E-DDFFF0E09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43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F5F8FA"/>
                </a:solidFill>
              </a:defRPr>
            </a:defPPr>
            <a:lvl1pPr>
              <a:defRPr sz="2550" b="1">
                <a:solidFill>
                  <a:srgbClr val="F5F8FA"/>
                </a:solidFill>
              </a:defRPr>
            </a:lvl1pPr>
            <a:lvl2pPr>
              <a:defRPr sz="2550" b="1">
                <a:solidFill>
                  <a:srgbClr val="F5F8FA"/>
                </a:solidFill>
              </a:defRPr>
            </a:lvl2pPr>
            <a:lvl3pPr>
              <a:defRPr sz="2550" b="1">
                <a:solidFill>
                  <a:srgbClr val="F5F8FA"/>
                </a:solidFill>
              </a:defRPr>
            </a:lvl3pPr>
            <a:lvl4pPr>
              <a:defRPr sz="2550" b="1">
                <a:solidFill>
                  <a:srgbClr val="F5F8FA"/>
                </a:solidFill>
              </a:defRPr>
            </a:lvl4pPr>
            <a:lvl5pPr>
              <a:defRPr sz="2550" b="1">
                <a:solidFill>
                  <a:srgbClr val="F5F8FA"/>
                </a:solidFill>
              </a:defRPr>
            </a:lvl5pPr>
            <a:lvl6pPr>
              <a:defRPr sz="2550" b="1">
                <a:solidFill>
                  <a:srgbClr val="F5F8FA"/>
                </a:solidFill>
              </a:defRPr>
            </a:lvl6pPr>
            <a:lvl7pPr>
              <a:defRPr sz="2550" b="1">
                <a:solidFill>
                  <a:srgbClr val="F5F8FA"/>
                </a:solidFill>
              </a:defRPr>
            </a:lvl7pPr>
            <a:lvl8pPr>
              <a:defRPr sz="2550" b="1">
                <a:solidFill>
                  <a:srgbClr val="F5F8FA"/>
                </a:solidFill>
              </a:defRPr>
            </a:lvl8pPr>
            <a:lvl9pPr>
              <a:defRPr sz="255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5F8FA"/>
                </a:solidFill>
              </a:defRPr>
            </a:pPr>
            <a:r>
              <a:rPr sz="2550" b="1">
                <a:solidFill>
                  <a:srgbClr val="F5F8FA"/>
                </a:solidFill>
              </a:rPr>
              <a:t>EDA exposes five risks the model must survive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94B9D5-C443-4749-9BB6-A2B60E689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287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A8BAC8"/>
                </a:solidFill>
              </a:defRPr>
            </a:defPPr>
            <a:lvl1pPr>
              <a:defRPr sz="1275" b="0">
                <a:solidFill>
                  <a:srgbClr val="A8BAC8"/>
                </a:solidFill>
              </a:defRPr>
            </a:lvl1pPr>
            <a:lvl2pPr>
              <a:defRPr sz="1275" b="0">
                <a:solidFill>
                  <a:srgbClr val="A8BAC8"/>
                </a:solidFill>
              </a:defRPr>
            </a:lvl2pPr>
            <a:lvl3pPr>
              <a:defRPr sz="1275" b="0">
                <a:solidFill>
                  <a:srgbClr val="A8BAC8"/>
                </a:solidFill>
              </a:defRPr>
            </a:lvl3pPr>
            <a:lvl4pPr>
              <a:defRPr sz="1275" b="0">
                <a:solidFill>
                  <a:srgbClr val="A8BAC8"/>
                </a:solidFill>
              </a:defRPr>
            </a:lvl4pPr>
            <a:lvl5pPr>
              <a:defRPr sz="1275" b="0">
                <a:solidFill>
                  <a:srgbClr val="A8BAC8"/>
                </a:solidFill>
              </a:defRPr>
            </a:lvl5pPr>
            <a:lvl6pPr>
              <a:defRPr sz="1275" b="0">
                <a:solidFill>
                  <a:srgbClr val="A8BAC8"/>
                </a:solidFill>
              </a:defRPr>
            </a:lvl6pPr>
            <a:lvl7pPr>
              <a:defRPr sz="1275" b="0">
                <a:solidFill>
                  <a:srgbClr val="A8BAC8"/>
                </a:solidFill>
              </a:defRPr>
            </a:lvl7pPr>
            <a:lvl8pPr>
              <a:defRPr sz="1275" b="0">
                <a:solidFill>
                  <a:srgbClr val="A8BAC8"/>
                </a:solidFill>
              </a:defRPr>
            </a:lvl8pPr>
            <a:lvl9pPr>
              <a:defRPr sz="127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A8BAC8"/>
                </a:solidFill>
              </a:defRPr>
            </a:pPr>
            <a:r>
              <a:rPr sz="1275" b="0">
                <a:solidFill>
                  <a:srgbClr val="A8BAC8"/>
                </a:solidFill>
              </a:rPr>
              <a:t>The strongest patterns are useful for prediction but can also become shortcuts.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048EC4-CA08-4C83-9544-0EA21E36C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71600"/>
            <a:ext cx="11239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E2EE26-1EAF-43E9-9082-9755F8091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A8BAC8"/>
                </a:solidFill>
              </a:defRPr>
            </a:defPPr>
            <a:lvl1pPr>
              <a:defRPr sz="900" b="1">
                <a:solidFill>
                  <a:srgbClr val="A8BAC8"/>
                </a:solidFill>
              </a:defRPr>
            </a:lvl1pPr>
            <a:lvl2pPr>
              <a:defRPr sz="900" b="1">
                <a:solidFill>
                  <a:srgbClr val="A8BAC8"/>
                </a:solidFill>
              </a:defRPr>
            </a:lvl2pPr>
            <a:lvl3pPr>
              <a:defRPr sz="900" b="1">
                <a:solidFill>
                  <a:srgbClr val="A8BAC8"/>
                </a:solidFill>
              </a:defRPr>
            </a:lvl3pPr>
            <a:lvl4pPr>
              <a:defRPr sz="900" b="1">
                <a:solidFill>
                  <a:srgbClr val="A8BAC8"/>
                </a:solidFill>
              </a:defRPr>
            </a:lvl4pPr>
            <a:lvl5pPr>
              <a:defRPr sz="900" b="1">
                <a:solidFill>
                  <a:srgbClr val="A8BAC8"/>
                </a:solidFill>
              </a:defRPr>
            </a:lvl5pPr>
            <a:lvl6pPr>
              <a:defRPr sz="900" b="1">
                <a:solidFill>
                  <a:srgbClr val="A8BAC8"/>
                </a:solidFill>
              </a:defRPr>
            </a:lvl6pPr>
            <a:lvl7pPr>
              <a:defRPr sz="900" b="1">
                <a:solidFill>
                  <a:srgbClr val="A8BAC8"/>
                </a:solidFill>
              </a:defRPr>
            </a:lvl7pPr>
            <a:lvl8pPr>
              <a:defRPr sz="900" b="1">
                <a:solidFill>
                  <a:srgbClr val="A8BAC8"/>
                </a:solidFill>
              </a:defRPr>
            </a:lvl8pPr>
            <a:lvl9pPr>
              <a:defRPr sz="900" b="1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A8BAC8"/>
                </a:solidFill>
              </a:defRPr>
            </a:pPr>
            <a:r>
              <a:rPr sz="900" b="1">
                <a:solidFill>
                  <a:srgbClr val="A8BAC8"/>
                </a:solidFill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D40A99-583A-4444-93C5-A0CA1CE8A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FCB942-2FA5-474F-99C5-272C27199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071827"/>
                </a:solidFill>
              </a:defRPr>
            </a:defPPr>
            <a:lvl1pPr>
              <a:defRPr sz="975" b="1">
                <a:solidFill>
                  <a:srgbClr val="071827"/>
                </a:solidFill>
              </a:defRPr>
            </a:lvl1pPr>
            <a:lvl2pPr>
              <a:defRPr sz="975" b="1">
                <a:solidFill>
                  <a:srgbClr val="071827"/>
                </a:solidFill>
              </a:defRPr>
            </a:lvl2pPr>
            <a:lvl3pPr>
              <a:defRPr sz="975" b="1">
                <a:solidFill>
                  <a:srgbClr val="071827"/>
                </a:solidFill>
              </a:defRPr>
            </a:lvl3pPr>
            <a:lvl4pPr>
              <a:defRPr sz="975" b="1">
                <a:solidFill>
                  <a:srgbClr val="071827"/>
                </a:solidFill>
              </a:defRPr>
            </a:lvl4pPr>
            <a:lvl5pPr>
              <a:defRPr sz="975" b="1">
                <a:solidFill>
                  <a:srgbClr val="071827"/>
                </a:solidFill>
              </a:defRPr>
            </a:lvl5pPr>
            <a:lvl6pPr>
              <a:defRPr sz="975" b="1">
                <a:solidFill>
                  <a:srgbClr val="071827"/>
                </a:solidFill>
              </a:defRPr>
            </a:lvl6pPr>
            <a:lvl7pPr>
              <a:defRPr sz="975" b="1">
                <a:solidFill>
                  <a:srgbClr val="071827"/>
                </a:solidFill>
              </a:defRPr>
            </a:lvl7pPr>
            <a:lvl8pPr>
              <a:defRPr sz="975" b="1">
                <a:solidFill>
                  <a:srgbClr val="071827"/>
                </a:solidFill>
              </a:defRPr>
            </a:lvl8pPr>
            <a:lvl9pPr>
              <a:defRPr sz="975" b="1">
                <a:solidFill>
                  <a:srgbClr val="071827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071827"/>
                </a:solidFill>
              </a:defRPr>
            </a:pPr>
            <a:r>
              <a:rPr sz="975" b="1">
                <a:solidFill>
                  <a:srgbClr val="071827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114CD2-8A1F-49EB-8CE9-504E56AE6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7145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F5F8FA"/>
                </a:solidFill>
              </a:defRPr>
            </a:defPPr>
            <a:lvl1pPr>
              <a:defRPr sz="1350" b="1">
                <a:solidFill>
                  <a:srgbClr val="F5F8FA"/>
                </a:solidFill>
              </a:defRPr>
            </a:lvl1pPr>
            <a:lvl2pPr>
              <a:defRPr sz="1350" b="1">
                <a:solidFill>
                  <a:srgbClr val="F5F8FA"/>
                </a:solidFill>
              </a:defRPr>
            </a:lvl2pPr>
            <a:lvl3pPr>
              <a:defRPr sz="1350" b="1">
                <a:solidFill>
                  <a:srgbClr val="F5F8FA"/>
                </a:solidFill>
              </a:defRPr>
            </a:lvl3pPr>
            <a:lvl4pPr>
              <a:defRPr sz="1350" b="1">
                <a:solidFill>
                  <a:srgbClr val="F5F8FA"/>
                </a:solidFill>
              </a:defRPr>
            </a:lvl4pPr>
            <a:lvl5pPr>
              <a:defRPr sz="1350" b="1">
                <a:solidFill>
                  <a:srgbClr val="F5F8FA"/>
                </a:solidFill>
              </a:defRPr>
            </a:lvl5pPr>
            <a:lvl6pPr>
              <a:defRPr sz="1350" b="1">
                <a:solidFill>
                  <a:srgbClr val="F5F8FA"/>
                </a:solidFill>
              </a:defRPr>
            </a:lvl6pPr>
            <a:lvl7pPr>
              <a:defRPr sz="1350" b="1">
                <a:solidFill>
                  <a:srgbClr val="F5F8FA"/>
                </a:solidFill>
              </a:defRPr>
            </a:lvl7pPr>
            <a:lvl8pPr>
              <a:defRPr sz="1350" b="1">
                <a:solidFill>
                  <a:srgbClr val="F5F8FA"/>
                </a:solidFill>
              </a:defRPr>
            </a:lvl8pPr>
            <a:lvl9pPr>
              <a:defRPr sz="135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5F8FA"/>
                </a:solidFill>
              </a:defRPr>
            </a:pPr>
            <a:r>
              <a:rPr sz="1350" b="1">
                <a:solidFill>
                  <a:srgbClr val="F5F8FA"/>
                </a:solidFill>
              </a:rPr>
              <a:t>Class imbalance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B37DD8-11C0-40E0-81C0-3065539D6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714500"/>
            <a:ext cx="762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A8BAC8"/>
                </a:solidFill>
              </a:defRPr>
            </a:defPPr>
            <a:lvl1pPr>
              <a:defRPr sz="1200" b="0">
                <a:solidFill>
                  <a:srgbClr val="A8BAC8"/>
                </a:solidFill>
              </a:defRPr>
            </a:lvl1pPr>
            <a:lvl2pPr>
              <a:defRPr sz="1200" b="0">
                <a:solidFill>
                  <a:srgbClr val="A8BAC8"/>
                </a:solidFill>
              </a:defRPr>
            </a:lvl2pPr>
            <a:lvl3pPr>
              <a:defRPr sz="1200" b="0">
                <a:solidFill>
                  <a:srgbClr val="A8BAC8"/>
                </a:solidFill>
              </a:defRPr>
            </a:lvl3pPr>
            <a:lvl4pPr>
              <a:defRPr sz="1200" b="0">
                <a:solidFill>
                  <a:srgbClr val="A8BAC8"/>
                </a:solidFill>
              </a:defRPr>
            </a:lvl4pPr>
            <a:lvl5pPr>
              <a:defRPr sz="1200" b="0">
                <a:solidFill>
                  <a:srgbClr val="A8BAC8"/>
                </a:solidFill>
              </a:defRPr>
            </a:lvl5pPr>
            <a:lvl6pPr>
              <a:defRPr sz="1200" b="0">
                <a:solidFill>
                  <a:srgbClr val="A8BAC8"/>
                </a:solidFill>
              </a:defRPr>
            </a:lvl6pPr>
            <a:lvl7pPr>
              <a:defRPr sz="1200" b="0">
                <a:solidFill>
                  <a:srgbClr val="A8BAC8"/>
                </a:solidFill>
              </a:defRPr>
            </a:lvl7pPr>
            <a:lvl8pPr>
              <a:defRPr sz="1200" b="0">
                <a:solidFill>
                  <a:srgbClr val="A8BAC8"/>
                </a:solidFill>
              </a:defRPr>
            </a:lvl8pPr>
            <a:lvl9pPr>
              <a:defRPr sz="1200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A8BAC8"/>
                </a:solidFill>
              </a:defRPr>
            </a:pPr>
            <a:r>
              <a:rPr sz="1200" b="0">
                <a:solidFill>
                  <a:srgbClr val="A8BAC8"/>
                </a:solidFill>
              </a:rPr>
              <a:t>Benign traffic dominates both datasets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63F1A1-32B6-4B09-AA73-DF40BDA02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A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1253FB-1FF5-4CE9-B490-A30C5D944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071827"/>
                </a:solidFill>
              </a:defRPr>
            </a:defPPr>
            <a:lvl1pPr>
              <a:defRPr sz="975" b="1">
                <a:solidFill>
                  <a:srgbClr val="071827"/>
                </a:solidFill>
              </a:defRPr>
            </a:lvl1pPr>
            <a:lvl2pPr>
              <a:defRPr sz="975" b="1">
                <a:solidFill>
                  <a:srgbClr val="071827"/>
                </a:solidFill>
              </a:defRPr>
            </a:lvl2pPr>
            <a:lvl3pPr>
              <a:defRPr sz="975" b="1">
                <a:solidFill>
                  <a:srgbClr val="071827"/>
                </a:solidFill>
              </a:defRPr>
            </a:lvl3pPr>
            <a:lvl4pPr>
              <a:defRPr sz="975" b="1">
                <a:solidFill>
                  <a:srgbClr val="071827"/>
                </a:solidFill>
              </a:defRPr>
            </a:lvl4pPr>
            <a:lvl5pPr>
              <a:defRPr sz="975" b="1">
                <a:solidFill>
                  <a:srgbClr val="071827"/>
                </a:solidFill>
              </a:defRPr>
            </a:lvl5pPr>
            <a:lvl6pPr>
              <a:defRPr sz="975" b="1">
                <a:solidFill>
                  <a:srgbClr val="071827"/>
                </a:solidFill>
              </a:defRPr>
            </a:lvl6pPr>
            <a:lvl7pPr>
              <a:defRPr sz="975" b="1">
                <a:solidFill>
                  <a:srgbClr val="071827"/>
                </a:solidFill>
              </a:defRPr>
            </a:lvl7pPr>
            <a:lvl8pPr>
              <a:defRPr sz="975" b="1">
                <a:solidFill>
                  <a:srgbClr val="071827"/>
                </a:solidFill>
              </a:defRPr>
            </a:lvl8pPr>
            <a:lvl9pPr>
              <a:defRPr sz="975" b="1">
                <a:solidFill>
                  <a:srgbClr val="071827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071827"/>
                </a:solidFill>
              </a:defRPr>
            </a:pPr>
            <a:r>
              <a:rPr sz="975" b="1">
                <a:solidFill>
                  <a:srgbClr val="071827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5460FA-CA30-4339-A240-49A7943D7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955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F5F8FA"/>
                </a:solidFill>
              </a:defRPr>
            </a:defPPr>
            <a:lvl1pPr>
              <a:defRPr sz="1350" b="1">
                <a:solidFill>
                  <a:srgbClr val="F5F8FA"/>
                </a:solidFill>
              </a:defRPr>
            </a:lvl1pPr>
            <a:lvl2pPr>
              <a:defRPr sz="1350" b="1">
                <a:solidFill>
                  <a:srgbClr val="F5F8FA"/>
                </a:solidFill>
              </a:defRPr>
            </a:lvl2pPr>
            <a:lvl3pPr>
              <a:defRPr sz="1350" b="1">
                <a:solidFill>
                  <a:srgbClr val="F5F8FA"/>
                </a:solidFill>
              </a:defRPr>
            </a:lvl3pPr>
            <a:lvl4pPr>
              <a:defRPr sz="1350" b="1">
                <a:solidFill>
                  <a:srgbClr val="F5F8FA"/>
                </a:solidFill>
              </a:defRPr>
            </a:lvl4pPr>
            <a:lvl5pPr>
              <a:defRPr sz="1350" b="1">
                <a:solidFill>
                  <a:srgbClr val="F5F8FA"/>
                </a:solidFill>
              </a:defRPr>
            </a:lvl5pPr>
            <a:lvl6pPr>
              <a:defRPr sz="1350" b="1">
                <a:solidFill>
                  <a:srgbClr val="F5F8FA"/>
                </a:solidFill>
              </a:defRPr>
            </a:lvl6pPr>
            <a:lvl7pPr>
              <a:defRPr sz="1350" b="1">
                <a:solidFill>
                  <a:srgbClr val="F5F8FA"/>
                </a:solidFill>
              </a:defRPr>
            </a:lvl7pPr>
            <a:lvl8pPr>
              <a:defRPr sz="1350" b="1">
                <a:solidFill>
                  <a:srgbClr val="F5F8FA"/>
                </a:solidFill>
              </a:defRPr>
            </a:lvl8pPr>
            <a:lvl9pPr>
              <a:defRPr sz="135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5F8FA"/>
                </a:solidFill>
              </a:defRPr>
            </a:pPr>
            <a:r>
              <a:rPr sz="1350" b="1">
                <a:solidFill>
                  <a:srgbClr val="F5F8FA"/>
                </a:solidFill>
              </a:rPr>
              <a:t>Heavy tails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FF92F8-F08D-4444-989E-7CE262FB9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495550"/>
            <a:ext cx="762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A8BAC8"/>
                </a:solidFill>
              </a:defRPr>
            </a:defPPr>
            <a:lvl1pPr>
              <a:defRPr sz="1200" b="0">
                <a:solidFill>
                  <a:srgbClr val="A8BAC8"/>
                </a:solidFill>
              </a:defRPr>
            </a:lvl1pPr>
            <a:lvl2pPr>
              <a:defRPr sz="1200" b="0">
                <a:solidFill>
                  <a:srgbClr val="A8BAC8"/>
                </a:solidFill>
              </a:defRPr>
            </a:lvl2pPr>
            <a:lvl3pPr>
              <a:defRPr sz="1200" b="0">
                <a:solidFill>
                  <a:srgbClr val="A8BAC8"/>
                </a:solidFill>
              </a:defRPr>
            </a:lvl3pPr>
            <a:lvl4pPr>
              <a:defRPr sz="1200" b="0">
                <a:solidFill>
                  <a:srgbClr val="A8BAC8"/>
                </a:solidFill>
              </a:defRPr>
            </a:lvl4pPr>
            <a:lvl5pPr>
              <a:defRPr sz="1200" b="0">
                <a:solidFill>
                  <a:srgbClr val="A8BAC8"/>
                </a:solidFill>
              </a:defRPr>
            </a:lvl5pPr>
            <a:lvl6pPr>
              <a:defRPr sz="1200" b="0">
                <a:solidFill>
                  <a:srgbClr val="A8BAC8"/>
                </a:solidFill>
              </a:defRPr>
            </a:lvl6pPr>
            <a:lvl7pPr>
              <a:defRPr sz="1200" b="0">
                <a:solidFill>
                  <a:srgbClr val="A8BAC8"/>
                </a:solidFill>
              </a:defRPr>
            </a:lvl7pPr>
            <a:lvl8pPr>
              <a:defRPr sz="1200" b="0">
                <a:solidFill>
                  <a:srgbClr val="A8BAC8"/>
                </a:solidFill>
              </a:defRPr>
            </a:lvl8pPr>
            <a:lvl9pPr>
              <a:defRPr sz="1200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A8BAC8"/>
                </a:solidFill>
              </a:defRPr>
            </a:pPr>
            <a:r>
              <a:rPr sz="1200" b="0">
                <a:solidFill>
                  <a:srgbClr val="A8BAC8"/>
                </a:solidFill>
              </a:rPr>
              <a:t>Many volume and duration features are highly skewed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BE75EB-AC71-4BA2-9A83-5FC857261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52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C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FE5C27-6894-4E44-AC02-CE1D45B9B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528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071827"/>
                </a:solidFill>
              </a:defRPr>
            </a:defPPr>
            <a:lvl1pPr>
              <a:defRPr sz="975" b="1">
                <a:solidFill>
                  <a:srgbClr val="071827"/>
                </a:solidFill>
              </a:defRPr>
            </a:lvl1pPr>
            <a:lvl2pPr>
              <a:defRPr sz="975" b="1">
                <a:solidFill>
                  <a:srgbClr val="071827"/>
                </a:solidFill>
              </a:defRPr>
            </a:lvl2pPr>
            <a:lvl3pPr>
              <a:defRPr sz="975" b="1">
                <a:solidFill>
                  <a:srgbClr val="071827"/>
                </a:solidFill>
              </a:defRPr>
            </a:lvl3pPr>
            <a:lvl4pPr>
              <a:defRPr sz="975" b="1">
                <a:solidFill>
                  <a:srgbClr val="071827"/>
                </a:solidFill>
              </a:defRPr>
            </a:lvl4pPr>
            <a:lvl5pPr>
              <a:defRPr sz="975" b="1">
                <a:solidFill>
                  <a:srgbClr val="071827"/>
                </a:solidFill>
              </a:defRPr>
            </a:lvl5pPr>
            <a:lvl6pPr>
              <a:defRPr sz="975" b="1">
                <a:solidFill>
                  <a:srgbClr val="071827"/>
                </a:solidFill>
              </a:defRPr>
            </a:lvl6pPr>
            <a:lvl7pPr>
              <a:defRPr sz="975" b="1">
                <a:solidFill>
                  <a:srgbClr val="071827"/>
                </a:solidFill>
              </a:defRPr>
            </a:lvl7pPr>
            <a:lvl8pPr>
              <a:defRPr sz="975" b="1">
                <a:solidFill>
                  <a:srgbClr val="071827"/>
                </a:solidFill>
              </a:defRPr>
            </a:lvl8pPr>
            <a:lvl9pPr>
              <a:defRPr sz="975" b="1">
                <a:solidFill>
                  <a:srgbClr val="071827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071827"/>
                </a:solidFill>
              </a:defRPr>
            </a:pPr>
            <a:r>
              <a:rPr sz="975" b="1">
                <a:solidFill>
                  <a:srgbClr val="071827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BAF8BB-DB66-410A-B46C-D9E00D97A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766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F5F8FA"/>
                </a:solidFill>
              </a:defRPr>
            </a:defPPr>
            <a:lvl1pPr>
              <a:defRPr sz="1350" b="1">
                <a:solidFill>
                  <a:srgbClr val="F5F8FA"/>
                </a:solidFill>
              </a:defRPr>
            </a:lvl1pPr>
            <a:lvl2pPr>
              <a:defRPr sz="1350" b="1">
                <a:solidFill>
                  <a:srgbClr val="F5F8FA"/>
                </a:solidFill>
              </a:defRPr>
            </a:lvl2pPr>
            <a:lvl3pPr>
              <a:defRPr sz="1350" b="1">
                <a:solidFill>
                  <a:srgbClr val="F5F8FA"/>
                </a:solidFill>
              </a:defRPr>
            </a:lvl3pPr>
            <a:lvl4pPr>
              <a:defRPr sz="1350" b="1">
                <a:solidFill>
                  <a:srgbClr val="F5F8FA"/>
                </a:solidFill>
              </a:defRPr>
            </a:lvl4pPr>
            <a:lvl5pPr>
              <a:defRPr sz="1350" b="1">
                <a:solidFill>
                  <a:srgbClr val="F5F8FA"/>
                </a:solidFill>
              </a:defRPr>
            </a:lvl5pPr>
            <a:lvl6pPr>
              <a:defRPr sz="1350" b="1">
                <a:solidFill>
                  <a:srgbClr val="F5F8FA"/>
                </a:solidFill>
              </a:defRPr>
            </a:lvl6pPr>
            <a:lvl7pPr>
              <a:defRPr sz="1350" b="1">
                <a:solidFill>
                  <a:srgbClr val="F5F8FA"/>
                </a:solidFill>
              </a:defRPr>
            </a:lvl7pPr>
            <a:lvl8pPr>
              <a:defRPr sz="1350" b="1">
                <a:solidFill>
                  <a:srgbClr val="F5F8FA"/>
                </a:solidFill>
              </a:defRPr>
            </a:lvl8pPr>
            <a:lvl9pPr>
              <a:defRPr sz="135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5F8FA"/>
                </a:solidFill>
              </a:defRPr>
            </a:pPr>
            <a:r>
              <a:rPr sz="1350" b="1">
                <a:solidFill>
                  <a:srgbClr val="F5F8FA"/>
                </a:solidFill>
              </a:rPr>
              <a:t>Redundancy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4078C4-AA09-4CDF-8CB5-981313228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276600"/>
            <a:ext cx="762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A8BAC8"/>
                </a:solidFill>
              </a:defRPr>
            </a:defPPr>
            <a:lvl1pPr>
              <a:defRPr sz="1200" b="0">
                <a:solidFill>
                  <a:srgbClr val="A8BAC8"/>
                </a:solidFill>
              </a:defRPr>
            </a:lvl1pPr>
            <a:lvl2pPr>
              <a:defRPr sz="1200" b="0">
                <a:solidFill>
                  <a:srgbClr val="A8BAC8"/>
                </a:solidFill>
              </a:defRPr>
            </a:lvl2pPr>
            <a:lvl3pPr>
              <a:defRPr sz="1200" b="0">
                <a:solidFill>
                  <a:srgbClr val="A8BAC8"/>
                </a:solidFill>
              </a:defRPr>
            </a:lvl3pPr>
            <a:lvl4pPr>
              <a:defRPr sz="1200" b="0">
                <a:solidFill>
                  <a:srgbClr val="A8BAC8"/>
                </a:solidFill>
              </a:defRPr>
            </a:lvl4pPr>
            <a:lvl5pPr>
              <a:defRPr sz="1200" b="0">
                <a:solidFill>
                  <a:srgbClr val="A8BAC8"/>
                </a:solidFill>
              </a:defRPr>
            </a:lvl5pPr>
            <a:lvl6pPr>
              <a:defRPr sz="1200" b="0">
                <a:solidFill>
                  <a:srgbClr val="A8BAC8"/>
                </a:solidFill>
              </a:defRPr>
            </a:lvl6pPr>
            <a:lvl7pPr>
              <a:defRPr sz="1200" b="0">
                <a:solidFill>
                  <a:srgbClr val="A8BAC8"/>
                </a:solidFill>
              </a:defRPr>
            </a:lvl7pPr>
            <a:lvl8pPr>
              <a:defRPr sz="1200" b="0">
                <a:solidFill>
                  <a:srgbClr val="A8BAC8"/>
                </a:solidFill>
              </a:defRPr>
            </a:lvl8pPr>
            <a:lvl9pPr>
              <a:defRPr sz="1200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A8BAC8"/>
                </a:solidFill>
              </a:defRPr>
            </a:pPr>
            <a:r>
              <a:rPr sz="1200" b="0">
                <a:solidFill>
                  <a:srgbClr val="A8BAC8"/>
                </a:solidFill>
              </a:rPr>
              <a:t>Correlated features can inflate complexity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5A189D-C037-447F-8DEE-02F9A6CA4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338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A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6D45C4-13C0-4E15-9563-06CDFD0CA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338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071827"/>
                </a:solidFill>
              </a:defRPr>
            </a:defPPr>
            <a:lvl1pPr>
              <a:defRPr sz="975" b="1">
                <a:solidFill>
                  <a:srgbClr val="071827"/>
                </a:solidFill>
              </a:defRPr>
            </a:lvl1pPr>
            <a:lvl2pPr>
              <a:defRPr sz="975" b="1">
                <a:solidFill>
                  <a:srgbClr val="071827"/>
                </a:solidFill>
              </a:defRPr>
            </a:lvl2pPr>
            <a:lvl3pPr>
              <a:defRPr sz="975" b="1">
                <a:solidFill>
                  <a:srgbClr val="071827"/>
                </a:solidFill>
              </a:defRPr>
            </a:lvl3pPr>
            <a:lvl4pPr>
              <a:defRPr sz="975" b="1">
                <a:solidFill>
                  <a:srgbClr val="071827"/>
                </a:solidFill>
              </a:defRPr>
            </a:lvl4pPr>
            <a:lvl5pPr>
              <a:defRPr sz="975" b="1">
                <a:solidFill>
                  <a:srgbClr val="071827"/>
                </a:solidFill>
              </a:defRPr>
            </a:lvl5pPr>
            <a:lvl6pPr>
              <a:defRPr sz="975" b="1">
                <a:solidFill>
                  <a:srgbClr val="071827"/>
                </a:solidFill>
              </a:defRPr>
            </a:lvl6pPr>
            <a:lvl7pPr>
              <a:defRPr sz="975" b="1">
                <a:solidFill>
                  <a:srgbClr val="071827"/>
                </a:solidFill>
              </a:defRPr>
            </a:lvl7pPr>
            <a:lvl8pPr>
              <a:defRPr sz="975" b="1">
                <a:solidFill>
                  <a:srgbClr val="071827"/>
                </a:solidFill>
              </a:defRPr>
            </a:lvl8pPr>
            <a:lvl9pPr>
              <a:defRPr sz="975" b="1">
                <a:solidFill>
                  <a:srgbClr val="071827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071827"/>
                </a:solidFill>
              </a:defRPr>
            </a:pPr>
            <a:r>
              <a:rPr sz="975" b="1">
                <a:solidFill>
                  <a:srgbClr val="071827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018AD7-82FC-4F55-9E81-704FFCB00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576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F5F8FA"/>
                </a:solidFill>
              </a:defRPr>
            </a:defPPr>
            <a:lvl1pPr>
              <a:defRPr sz="1350" b="1">
                <a:solidFill>
                  <a:srgbClr val="F5F8FA"/>
                </a:solidFill>
              </a:defRPr>
            </a:lvl1pPr>
            <a:lvl2pPr>
              <a:defRPr sz="1350" b="1">
                <a:solidFill>
                  <a:srgbClr val="F5F8FA"/>
                </a:solidFill>
              </a:defRPr>
            </a:lvl2pPr>
            <a:lvl3pPr>
              <a:defRPr sz="1350" b="1">
                <a:solidFill>
                  <a:srgbClr val="F5F8FA"/>
                </a:solidFill>
              </a:defRPr>
            </a:lvl3pPr>
            <a:lvl4pPr>
              <a:defRPr sz="1350" b="1">
                <a:solidFill>
                  <a:srgbClr val="F5F8FA"/>
                </a:solidFill>
              </a:defRPr>
            </a:lvl4pPr>
            <a:lvl5pPr>
              <a:defRPr sz="1350" b="1">
                <a:solidFill>
                  <a:srgbClr val="F5F8FA"/>
                </a:solidFill>
              </a:defRPr>
            </a:lvl5pPr>
            <a:lvl6pPr>
              <a:defRPr sz="1350" b="1">
                <a:solidFill>
                  <a:srgbClr val="F5F8FA"/>
                </a:solidFill>
              </a:defRPr>
            </a:lvl6pPr>
            <a:lvl7pPr>
              <a:defRPr sz="1350" b="1">
                <a:solidFill>
                  <a:srgbClr val="F5F8FA"/>
                </a:solidFill>
              </a:defRPr>
            </a:lvl7pPr>
            <a:lvl8pPr>
              <a:defRPr sz="1350" b="1">
                <a:solidFill>
                  <a:srgbClr val="F5F8FA"/>
                </a:solidFill>
              </a:defRPr>
            </a:lvl8pPr>
            <a:lvl9pPr>
              <a:defRPr sz="135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5F8FA"/>
                </a:solidFill>
              </a:defRPr>
            </a:pPr>
            <a:r>
              <a:rPr sz="1350" b="1">
                <a:solidFill>
                  <a:srgbClr val="F5F8FA"/>
                </a:solidFill>
              </a:rPr>
              <a:t>Lab shortcuts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800BF8-9968-4E7B-AD64-01C1BE90A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057650"/>
            <a:ext cx="762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A8BAC8"/>
                </a:solidFill>
              </a:defRPr>
            </a:defPPr>
            <a:lvl1pPr>
              <a:defRPr sz="1200" b="0">
                <a:solidFill>
                  <a:srgbClr val="A8BAC8"/>
                </a:solidFill>
              </a:defRPr>
            </a:lvl1pPr>
            <a:lvl2pPr>
              <a:defRPr sz="1200" b="0">
                <a:solidFill>
                  <a:srgbClr val="A8BAC8"/>
                </a:solidFill>
              </a:defRPr>
            </a:lvl2pPr>
            <a:lvl3pPr>
              <a:defRPr sz="1200" b="0">
                <a:solidFill>
                  <a:srgbClr val="A8BAC8"/>
                </a:solidFill>
              </a:defRPr>
            </a:lvl3pPr>
            <a:lvl4pPr>
              <a:defRPr sz="1200" b="0">
                <a:solidFill>
                  <a:srgbClr val="A8BAC8"/>
                </a:solidFill>
              </a:defRPr>
            </a:lvl4pPr>
            <a:lvl5pPr>
              <a:defRPr sz="1200" b="0">
                <a:solidFill>
                  <a:srgbClr val="A8BAC8"/>
                </a:solidFill>
              </a:defRPr>
            </a:lvl5pPr>
            <a:lvl6pPr>
              <a:defRPr sz="1200" b="0">
                <a:solidFill>
                  <a:srgbClr val="A8BAC8"/>
                </a:solidFill>
              </a:defRPr>
            </a:lvl6pPr>
            <a:lvl7pPr>
              <a:defRPr sz="1200" b="0">
                <a:solidFill>
                  <a:srgbClr val="A8BAC8"/>
                </a:solidFill>
              </a:defRPr>
            </a:lvl7pPr>
            <a:lvl8pPr>
              <a:defRPr sz="1200" b="0">
                <a:solidFill>
                  <a:srgbClr val="A8BAC8"/>
                </a:solidFill>
              </a:defRPr>
            </a:lvl8pPr>
            <a:lvl9pPr>
              <a:defRPr sz="1200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A8BAC8"/>
                </a:solidFill>
              </a:defRPr>
            </a:pPr>
            <a:r>
              <a:rPr sz="1200" b="0">
                <a:solidFill>
                  <a:srgbClr val="A8BAC8"/>
                </a:solidFill>
              </a:rPr>
              <a:t>Ports, protocol, windows, and schedules may encode the lab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827A26-BAB8-47ED-863A-34E404829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14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25E4AC-39D0-4376-86E9-34BCACFAF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149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071827"/>
                </a:solidFill>
              </a:defRPr>
            </a:defPPr>
            <a:lvl1pPr>
              <a:defRPr sz="975" b="1">
                <a:solidFill>
                  <a:srgbClr val="071827"/>
                </a:solidFill>
              </a:defRPr>
            </a:lvl1pPr>
            <a:lvl2pPr>
              <a:defRPr sz="975" b="1">
                <a:solidFill>
                  <a:srgbClr val="071827"/>
                </a:solidFill>
              </a:defRPr>
            </a:lvl2pPr>
            <a:lvl3pPr>
              <a:defRPr sz="975" b="1">
                <a:solidFill>
                  <a:srgbClr val="071827"/>
                </a:solidFill>
              </a:defRPr>
            </a:lvl3pPr>
            <a:lvl4pPr>
              <a:defRPr sz="975" b="1">
                <a:solidFill>
                  <a:srgbClr val="071827"/>
                </a:solidFill>
              </a:defRPr>
            </a:lvl4pPr>
            <a:lvl5pPr>
              <a:defRPr sz="975" b="1">
                <a:solidFill>
                  <a:srgbClr val="071827"/>
                </a:solidFill>
              </a:defRPr>
            </a:lvl5pPr>
            <a:lvl6pPr>
              <a:defRPr sz="975" b="1">
                <a:solidFill>
                  <a:srgbClr val="071827"/>
                </a:solidFill>
              </a:defRPr>
            </a:lvl6pPr>
            <a:lvl7pPr>
              <a:defRPr sz="975" b="1">
                <a:solidFill>
                  <a:srgbClr val="071827"/>
                </a:solidFill>
              </a:defRPr>
            </a:lvl7pPr>
            <a:lvl8pPr>
              <a:defRPr sz="975" b="1">
                <a:solidFill>
                  <a:srgbClr val="071827"/>
                </a:solidFill>
              </a:defRPr>
            </a:lvl8pPr>
            <a:lvl9pPr>
              <a:defRPr sz="975" b="1">
                <a:solidFill>
                  <a:srgbClr val="071827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071827"/>
                </a:solidFill>
              </a:defRPr>
            </a:pPr>
            <a:r>
              <a:rPr sz="975" b="1">
                <a:solidFill>
                  <a:srgbClr val="071827"/>
                </a:solidFill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63DE73-DD9B-4218-995E-9C2A47F5D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8387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F5F8FA"/>
                </a:solidFill>
              </a:defRPr>
            </a:defPPr>
            <a:lvl1pPr>
              <a:defRPr sz="1350" b="1">
                <a:solidFill>
                  <a:srgbClr val="F5F8FA"/>
                </a:solidFill>
              </a:defRPr>
            </a:lvl1pPr>
            <a:lvl2pPr>
              <a:defRPr sz="1350" b="1">
                <a:solidFill>
                  <a:srgbClr val="F5F8FA"/>
                </a:solidFill>
              </a:defRPr>
            </a:lvl2pPr>
            <a:lvl3pPr>
              <a:defRPr sz="1350" b="1">
                <a:solidFill>
                  <a:srgbClr val="F5F8FA"/>
                </a:solidFill>
              </a:defRPr>
            </a:lvl3pPr>
            <a:lvl4pPr>
              <a:defRPr sz="1350" b="1">
                <a:solidFill>
                  <a:srgbClr val="F5F8FA"/>
                </a:solidFill>
              </a:defRPr>
            </a:lvl4pPr>
            <a:lvl5pPr>
              <a:defRPr sz="1350" b="1">
                <a:solidFill>
                  <a:srgbClr val="F5F8FA"/>
                </a:solidFill>
              </a:defRPr>
            </a:lvl5pPr>
            <a:lvl6pPr>
              <a:defRPr sz="1350" b="1">
                <a:solidFill>
                  <a:srgbClr val="F5F8FA"/>
                </a:solidFill>
              </a:defRPr>
            </a:lvl6pPr>
            <a:lvl7pPr>
              <a:defRPr sz="1350" b="1">
                <a:solidFill>
                  <a:srgbClr val="F5F8FA"/>
                </a:solidFill>
              </a:defRPr>
            </a:lvl7pPr>
            <a:lvl8pPr>
              <a:defRPr sz="1350" b="1">
                <a:solidFill>
                  <a:srgbClr val="F5F8FA"/>
                </a:solidFill>
              </a:defRPr>
            </a:lvl8pPr>
            <a:lvl9pPr>
              <a:defRPr sz="135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5F8FA"/>
                </a:solidFill>
              </a:defRPr>
            </a:pPr>
            <a:r>
              <a:rPr sz="1350" b="1">
                <a:solidFill>
                  <a:srgbClr val="F5F8FA"/>
                </a:solidFill>
              </a:rPr>
              <a:t>Dataset drift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42611F0-4BC2-4015-883F-D4C8BB982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838700"/>
            <a:ext cx="762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A8BAC8"/>
                </a:solidFill>
              </a:defRPr>
            </a:defPPr>
            <a:lvl1pPr>
              <a:defRPr sz="1200" b="0">
                <a:solidFill>
                  <a:srgbClr val="A8BAC8"/>
                </a:solidFill>
              </a:defRPr>
            </a:lvl1pPr>
            <a:lvl2pPr>
              <a:defRPr sz="1200" b="0">
                <a:solidFill>
                  <a:srgbClr val="A8BAC8"/>
                </a:solidFill>
              </a:defRPr>
            </a:lvl2pPr>
            <a:lvl3pPr>
              <a:defRPr sz="1200" b="0">
                <a:solidFill>
                  <a:srgbClr val="A8BAC8"/>
                </a:solidFill>
              </a:defRPr>
            </a:lvl3pPr>
            <a:lvl4pPr>
              <a:defRPr sz="1200" b="0">
                <a:solidFill>
                  <a:srgbClr val="A8BAC8"/>
                </a:solidFill>
              </a:defRPr>
            </a:lvl4pPr>
            <a:lvl5pPr>
              <a:defRPr sz="1200" b="0">
                <a:solidFill>
                  <a:srgbClr val="A8BAC8"/>
                </a:solidFill>
              </a:defRPr>
            </a:lvl5pPr>
            <a:lvl6pPr>
              <a:defRPr sz="1200" b="0">
                <a:solidFill>
                  <a:srgbClr val="A8BAC8"/>
                </a:solidFill>
              </a:defRPr>
            </a:lvl6pPr>
            <a:lvl7pPr>
              <a:defRPr sz="1200" b="0">
                <a:solidFill>
                  <a:srgbClr val="A8BAC8"/>
                </a:solidFill>
              </a:defRPr>
            </a:lvl7pPr>
            <a:lvl8pPr>
              <a:defRPr sz="1200" b="0">
                <a:solidFill>
                  <a:srgbClr val="A8BAC8"/>
                </a:solidFill>
              </a:defRPr>
            </a:lvl8pPr>
            <a:lvl9pPr>
              <a:defRPr sz="1200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A8BAC8"/>
                </a:solidFill>
              </a:defRPr>
            </a:pPr>
            <a:r>
              <a:rPr sz="1200" b="0">
                <a:solidFill>
                  <a:srgbClr val="A8BAC8"/>
                </a:solidFill>
              </a:rPr>
              <a:t>Feature and class distributions change across years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F03970E-0980-4F89-85C1-AB510D240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24550"/>
            <a:ext cx="10810875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9525">
            <a:solidFill>
              <a:srgbClr val="F5B84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D4A830D-536F-49B9-8A7A-1000F5E2E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24550"/>
            <a:ext cx="104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F5B84B"/>
                </a:solidFill>
              </a:defRPr>
            </a:defPPr>
            <a:lvl1pPr>
              <a:defRPr sz="900" b="1">
                <a:solidFill>
                  <a:srgbClr val="F5B84B"/>
                </a:solidFill>
              </a:defRPr>
            </a:lvl1pPr>
            <a:lvl2pPr>
              <a:defRPr sz="900" b="1">
                <a:solidFill>
                  <a:srgbClr val="F5B84B"/>
                </a:solidFill>
              </a:defRPr>
            </a:lvl2pPr>
            <a:lvl3pPr>
              <a:defRPr sz="900" b="1">
                <a:solidFill>
                  <a:srgbClr val="F5B84B"/>
                </a:solidFill>
              </a:defRPr>
            </a:lvl3pPr>
            <a:lvl4pPr>
              <a:defRPr sz="900" b="1">
                <a:solidFill>
                  <a:srgbClr val="F5B84B"/>
                </a:solidFill>
              </a:defRPr>
            </a:lvl4pPr>
            <a:lvl5pPr>
              <a:defRPr sz="900" b="1">
                <a:solidFill>
                  <a:srgbClr val="F5B84B"/>
                </a:solidFill>
              </a:defRPr>
            </a:lvl5pPr>
            <a:lvl6pPr>
              <a:defRPr sz="900" b="1">
                <a:solidFill>
                  <a:srgbClr val="F5B84B"/>
                </a:solidFill>
              </a:defRPr>
            </a:lvl6pPr>
            <a:lvl7pPr>
              <a:defRPr sz="900" b="1">
                <a:solidFill>
                  <a:srgbClr val="F5B84B"/>
                </a:solidFill>
              </a:defRPr>
            </a:lvl7pPr>
            <a:lvl8pPr>
              <a:defRPr sz="900" b="1">
                <a:solidFill>
                  <a:srgbClr val="F5B84B"/>
                </a:solidFill>
              </a:defRPr>
            </a:lvl8pPr>
            <a:lvl9pPr>
              <a:defRPr sz="900" b="1">
                <a:solidFill>
                  <a:srgbClr val="F5B84B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F5B84B"/>
                </a:solidFill>
              </a:defRPr>
            </a:pPr>
            <a:r>
              <a:rPr sz="900" b="1">
                <a:solidFill>
                  <a:srgbClr val="F5B84B"/>
                </a:solidFill>
              </a:rPr>
              <a:t>TAKEAWAY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B9F1CD5-1E2C-4BBE-A270-90F70C557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924550"/>
            <a:ext cx="938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F5F8FA"/>
                </a:solidFill>
              </a:defRPr>
            </a:defPPr>
            <a:lvl1pPr>
              <a:defRPr sz="1125" b="1">
                <a:solidFill>
                  <a:srgbClr val="F5F8FA"/>
                </a:solidFill>
              </a:defRPr>
            </a:lvl1pPr>
            <a:lvl2pPr>
              <a:defRPr sz="1125" b="1">
                <a:solidFill>
                  <a:srgbClr val="F5F8FA"/>
                </a:solidFill>
              </a:defRPr>
            </a:lvl2pPr>
            <a:lvl3pPr>
              <a:defRPr sz="1125" b="1">
                <a:solidFill>
                  <a:srgbClr val="F5F8FA"/>
                </a:solidFill>
              </a:defRPr>
            </a:lvl3pPr>
            <a:lvl4pPr>
              <a:defRPr sz="1125" b="1">
                <a:solidFill>
                  <a:srgbClr val="F5F8FA"/>
                </a:solidFill>
              </a:defRPr>
            </a:lvl4pPr>
            <a:lvl5pPr>
              <a:defRPr sz="1125" b="1">
                <a:solidFill>
                  <a:srgbClr val="F5F8FA"/>
                </a:solidFill>
              </a:defRPr>
            </a:lvl5pPr>
            <a:lvl6pPr>
              <a:defRPr sz="1125" b="1">
                <a:solidFill>
                  <a:srgbClr val="F5F8FA"/>
                </a:solidFill>
              </a:defRPr>
            </a:lvl6pPr>
            <a:lvl7pPr>
              <a:defRPr sz="1125" b="1">
                <a:solidFill>
                  <a:srgbClr val="F5F8FA"/>
                </a:solidFill>
              </a:defRPr>
            </a:lvl7pPr>
            <a:lvl8pPr>
              <a:defRPr sz="1125" b="1">
                <a:solidFill>
                  <a:srgbClr val="F5F8FA"/>
                </a:solidFill>
              </a:defRPr>
            </a:lvl8pPr>
            <a:lvl9pPr>
              <a:defRPr sz="1125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F5F8FA"/>
                </a:solidFill>
              </a:defRPr>
            </a:pPr>
            <a:r>
              <a:rPr sz="1125" b="1">
                <a:solidFill>
                  <a:srgbClr val="F5F8FA"/>
                </a:solidFill>
              </a:rPr>
              <a:t>Random splits can overstate readiness when temporal and environmental shortcuts are present.</a:t>
            </a:r>
          </a:p>
        </p:txBody>
      </p:sp>
    </p:spTree>
    <p:extLst>
      <p:ext uri="{BB962C8B-B14F-4D97-AF65-F5344CB8AC3E}">
        <p14:creationId xmlns:p14="http://schemas.microsoft.com/office/powerpoint/2010/main" val="146741946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4A6F4D0-1D3D-4DC8-BA7F-E6FF3464C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C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580227-CB41-4884-8A02-0639BE315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6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29C7D8"/>
                </a:solidFill>
              </a:defRPr>
            </a:defPPr>
            <a:lvl1pPr>
              <a:defRPr sz="900" b="1">
                <a:solidFill>
                  <a:srgbClr val="29C7D8"/>
                </a:solidFill>
              </a:defRPr>
            </a:lvl1pPr>
            <a:lvl2pPr>
              <a:defRPr sz="900" b="1">
                <a:solidFill>
                  <a:srgbClr val="29C7D8"/>
                </a:solidFill>
              </a:defRPr>
            </a:lvl2pPr>
            <a:lvl3pPr>
              <a:defRPr sz="900" b="1">
                <a:solidFill>
                  <a:srgbClr val="29C7D8"/>
                </a:solidFill>
              </a:defRPr>
            </a:lvl3pPr>
            <a:lvl4pPr>
              <a:defRPr sz="900" b="1">
                <a:solidFill>
                  <a:srgbClr val="29C7D8"/>
                </a:solidFill>
              </a:defRPr>
            </a:lvl4pPr>
            <a:lvl5pPr>
              <a:defRPr sz="900" b="1">
                <a:solidFill>
                  <a:srgbClr val="29C7D8"/>
                </a:solidFill>
              </a:defRPr>
            </a:lvl5pPr>
            <a:lvl6pPr>
              <a:defRPr sz="900" b="1">
                <a:solidFill>
                  <a:srgbClr val="29C7D8"/>
                </a:solidFill>
              </a:defRPr>
            </a:lvl6pPr>
            <a:lvl7pPr>
              <a:defRPr sz="900" b="1">
                <a:solidFill>
                  <a:srgbClr val="29C7D8"/>
                </a:solidFill>
              </a:defRPr>
            </a:lvl7pPr>
            <a:lvl8pPr>
              <a:defRPr sz="900" b="1">
                <a:solidFill>
                  <a:srgbClr val="29C7D8"/>
                </a:solidFill>
              </a:defRPr>
            </a:lvl8pPr>
            <a:lvl9pPr>
              <a:defRPr sz="900" b="1">
                <a:solidFill>
                  <a:srgbClr val="29C7D8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29C7D8"/>
                </a:solidFill>
              </a:defRPr>
            </a:pPr>
            <a:r>
              <a:rPr sz="900" b="1">
                <a:solidFill>
                  <a:srgbClr val="29C7D8"/>
                </a:solidFill>
              </a:rPr>
              <a:t>CAPSTONE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42A5CB-088E-4954-B122-AF6BE5B1A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43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F5F8FA"/>
                </a:solidFill>
              </a:defRPr>
            </a:defPPr>
            <a:lvl1pPr>
              <a:defRPr sz="2550" b="1">
                <a:solidFill>
                  <a:srgbClr val="F5F8FA"/>
                </a:solidFill>
              </a:defRPr>
            </a:lvl1pPr>
            <a:lvl2pPr>
              <a:defRPr sz="2550" b="1">
                <a:solidFill>
                  <a:srgbClr val="F5F8FA"/>
                </a:solidFill>
              </a:defRPr>
            </a:lvl2pPr>
            <a:lvl3pPr>
              <a:defRPr sz="2550" b="1">
                <a:solidFill>
                  <a:srgbClr val="F5F8FA"/>
                </a:solidFill>
              </a:defRPr>
            </a:lvl3pPr>
            <a:lvl4pPr>
              <a:defRPr sz="2550" b="1">
                <a:solidFill>
                  <a:srgbClr val="F5F8FA"/>
                </a:solidFill>
              </a:defRPr>
            </a:lvl4pPr>
            <a:lvl5pPr>
              <a:defRPr sz="2550" b="1">
                <a:solidFill>
                  <a:srgbClr val="F5F8FA"/>
                </a:solidFill>
              </a:defRPr>
            </a:lvl5pPr>
            <a:lvl6pPr>
              <a:defRPr sz="2550" b="1">
                <a:solidFill>
                  <a:srgbClr val="F5F8FA"/>
                </a:solidFill>
              </a:defRPr>
            </a:lvl6pPr>
            <a:lvl7pPr>
              <a:defRPr sz="2550" b="1">
                <a:solidFill>
                  <a:srgbClr val="F5F8FA"/>
                </a:solidFill>
              </a:defRPr>
            </a:lvl7pPr>
            <a:lvl8pPr>
              <a:defRPr sz="2550" b="1">
                <a:solidFill>
                  <a:srgbClr val="F5F8FA"/>
                </a:solidFill>
              </a:defRPr>
            </a:lvl8pPr>
            <a:lvl9pPr>
              <a:defRPr sz="255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5F8FA"/>
                </a:solidFill>
              </a:defRPr>
            </a:pPr>
            <a:r>
              <a:rPr sz="2550" b="1">
                <a:solidFill>
                  <a:srgbClr val="F5F8FA"/>
                </a:solidFill>
              </a:rPr>
              <a:t>Evaluation expands from familiar traffic to domain shift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5443F4-43DD-454F-9DF1-87B7AF041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287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A8BAC8"/>
                </a:solidFill>
              </a:defRPr>
            </a:defPPr>
            <a:lvl1pPr>
              <a:defRPr sz="1275" b="0">
                <a:solidFill>
                  <a:srgbClr val="A8BAC8"/>
                </a:solidFill>
              </a:defRPr>
            </a:lvl1pPr>
            <a:lvl2pPr>
              <a:defRPr sz="1275" b="0">
                <a:solidFill>
                  <a:srgbClr val="A8BAC8"/>
                </a:solidFill>
              </a:defRPr>
            </a:lvl2pPr>
            <a:lvl3pPr>
              <a:defRPr sz="1275" b="0">
                <a:solidFill>
                  <a:srgbClr val="A8BAC8"/>
                </a:solidFill>
              </a:defRPr>
            </a:lvl3pPr>
            <a:lvl4pPr>
              <a:defRPr sz="1275" b="0">
                <a:solidFill>
                  <a:srgbClr val="A8BAC8"/>
                </a:solidFill>
              </a:defRPr>
            </a:lvl4pPr>
            <a:lvl5pPr>
              <a:defRPr sz="1275" b="0">
                <a:solidFill>
                  <a:srgbClr val="A8BAC8"/>
                </a:solidFill>
              </a:defRPr>
            </a:lvl5pPr>
            <a:lvl6pPr>
              <a:defRPr sz="1275" b="0">
                <a:solidFill>
                  <a:srgbClr val="A8BAC8"/>
                </a:solidFill>
              </a:defRPr>
            </a:lvl6pPr>
            <a:lvl7pPr>
              <a:defRPr sz="1275" b="0">
                <a:solidFill>
                  <a:srgbClr val="A8BAC8"/>
                </a:solidFill>
              </a:defRPr>
            </a:lvl7pPr>
            <a:lvl8pPr>
              <a:defRPr sz="1275" b="0">
                <a:solidFill>
                  <a:srgbClr val="A8BAC8"/>
                </a:solidFill>
              </a:defRPr>
            </a:lvl8pPr>
            <a:lvl9pPr>
              <a:defRPr sz="127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A8BAC8"/>
                </a:solidFill>
              </a:defRPr>
            </a:pPr>
            <a:r>
              <a:rPr sz="1275" b="0">
                <a:solidFill>
                  <a:srgbClr val="A8BAC8"/>
                </a:solidFill>
              </a:rPr>
              <a:t>Each split answers a different operational question.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9C65E9-91AB-451A-869C-0E5458D05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71600"/>
            <a:ext cx="11239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86C93B-7CC5-4047-A8FA-43E47D9DB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A8BAC8"/>
                </a:solidFill>
              </a:defRPr>
            </a:defPPr>
            <a:lvl1pPr>
              <a:defRPr sz="900" b="1">
                <a:solidFill>
                  <a:srgbClr val="A8BAC8"/>
                </a:solidFill>
              </a:defRPr>
            </a:lvl1pPr>
            <a:lvl2pPr>
              <a:defRPr sz="900" b="1">
                <a:solidFill>
                  <a:srgbClr val="A8BAC8"/>
                </a:solidFill>
              </a:defRPr>
            </a:lvl2pPr>
            <a:lvl3pPr>
              <a:defRPr sz="900" b="1">
                <a:solidFill>
                  <a:srgbClr val="A8BAC8"/>
                </a:solidFill>
              </a:defRPr>
            </a:lvl3pPr>
            <a:lvl4pPr>
              <a:defRPr sz="900" b="1">
                <a:solidFill>
                  <a:srgbClr val="A8BAC8"/>
                </a:solidFill>
              </a:defRPr>
            </a:lvl4pPr>
            <a:lvl5pPr>
              <a:defRPr sz="900" b="1">
                <a:solidFill>
                  <a:srgbClr val="A8BAC8"/>
                </a:solidFill>
              </a:defRPr>
            </a:lvl5pPr>
            <a:lvl6pPr>
              <a:defRPr sz="900" b="1">
                <a:solidFill>
                  <a:srgbClr val="A8BAC8"/>
                </a:solidFill>
              </a:defRPr>
            </a:lvl6pPr>
            <a:lvl7pPr>
              <a:defRPr sz="900" b="1">
                <a:solidFill>
                  <a:srgbClr val="A8BAC8"/>
                </a:solidFill>
              </a:defRPr>
            </a:lvl7pPr>
            <a:lvl8pPr>
              <a:defRPr sz="900" b="1">
                <a:solidFill>
                  <a:srgbClr val="A8BAC8"/>
                </a:solidFill>
              </a:defRPr>
            </a:lvl8pPr>
            <a:lvl9pPr>
              <a:defRPr sz="900" b="1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A8BAC8"/>
                </a:solidFill>
              </a:defRPr>
            </a:pPr>
            <a:r>
              <a:rPr sz="900" b="1">
                <a:solidFill>
                  <a:srgbClr val="A8BAC8"/>
                </a:solidFill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8A42EB-D999-473B-9EAD-4CF42E2A1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2286000" cy="257175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0E2638"/>
          </a:solidFill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F29336-02EB-41A2-BD82-57CDAE07B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66675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C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483E12-64E6-4CE4-A27D-6FC83DB59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219325"/>
            <a:ext cx="1857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F5F8FA"/>
                </a:solidFill>
              </a:defRPr>
            </a:defPPr>
            <a:lvl1pPr>
              <a:defRPr sz="1350" b="1">
                <a:solidFill>
                  <a:srgbClr val="F5F8FA"/>
                </a:solidFill>
              </a:defRPr>
            </a:lvl1pPr>
            <a:lvl2pPr>
              <a:defRPr sz="1350" b="1">
                <a:solidFill>
                  <a:srgbClr val="F5F8FA"/>
                </a:solidFill>
              </a:defRPr>
            </a:lvl2pPr>
            <a:lvl3pPr>
              <a:defRPr sz="1350" b="1">
                <a:solidFill>
                  <a:srgbClr val="F5F8FA"/>
                </a:solidFill>
              </a:defRPr>
            </a:lvl3pPr>
            <a:lvl4pPr>
              <a:defRPr sz="1350" b="1">
                <a:solidFill>
                  <a:srgbClr val="F5F8FA"/>
                </a:solidFill>
              </a:defRPr>
            </a:lvl4pPr>
            <a:lvl5pPr>
              <a:defRPr sz="1350" b="1">
                <a:solidFill>
                  <a:srgbClr val="F5F8FA"/>
                </a:solidFill>
              </a:defRPr>
            </a:lvl5pPr>
            <a:lvl6pPr>
              <a:defRPr sz="1350" b="1">
                <a:solidFill>
                  <a:srgbClr val="F5F8FA"/>
                </a:solidFill>
              </a:defRPr>
            </a:lvl6pPr>
            <a:lvl7pPr>
              <a:defRPr sz="1350" b="1">
                <a:solidFill>
                  <a:srgbClr val="F5F8FA"/>
                </a:solidFill>
              </a:defRPr>
            </a:lvl7pPr>
            <a:lvl8pPr>
              <a:defRPr sz="1350" b="1">
                <a:solidFill>
                  <a:srgbClr val="F5F8FA"/>
                </a:solidFill>
              </a:defRPr>
            </a:lvl8pPr>
            <a:lvl9pPr>
              <a:defRPr sz="135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5F8FA"/>
                </a:solidFill>
              </a:defRPr>
            </a:pPr>
            <a:r>
              <a:rPr sz="1350" b="1">
                <a:solidFill>
                  <a:srgbClr val="F5F8FA"/>
                </a:solidFill>
              </a:rPr>
              <a:t>Random split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9C26F7-8459-402C-9575-1550BE576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600325"/>
            <a:ext cx="1857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325" b="1">
                <a:solidFill>
                  <a:srgbClr val="29C7D8"/>
                </a:solidFill>
              </a:defRPr>
            </a:defPPr>
            <a:lvl1pPr>
              <a:defRPr sz="2325" b="1">
                <a:solidFill>
                  <a:srgbClr val="29C7D8"/>
                </a:solidFill>
              </a:defRPr>
            </a:lvl1pPr>
            <a:lvl2pPr>
              <a:defRPr sz="2325" b="1">
                <a:solidFill>
                  <a:srgbClr val="29C7D8"/>
                </a:solidFill>
              </a:defRPr>
            </a:lvl2pPr>
            <a:lvl3pPr>
              <a:defRPr sz="2325" b="1">
                <a:solidFill>
                  <a:srgbClr val="29C7D8"/>
                </a:solidFill>
              </a:defRPr>
            </a:lvl3pPr>
            <a:lvl4pPr>
              <a:defRPr sz="2325" b="1">
                <a:solidFill>
                  <a:srgbClr val="29C7D8"/>
                </a:solidFill>
              </a:defRPr>
            </a:lvl4pPr>
            <a:lvl5pPr>
              <a:defRPr sz="2325" b="1">
                <a:solidFill>
                  <a:srgbClr val="29C7D8"/>
                </a:solidFill>
              </a:defRPr>
            </a:lvl5pPr>
            <a:lvl6pPr>
              <a:defRPr sz="2325" b="1">
                <a:solidFill>
                  <a:srgbClr val="29C7D8"/>
                </a:solidFill>
              </a:defRPr>
            </a:lvl6pPr>
            <a:lvl7pPr>
              <a:defRPr sz="2325" b="1">
                <a:solidFill>
                  <a:srgbClr val="29C7D8"/>
                </a:solidFill>
              </a:defRPr>
            </a:lvl7pPr>
            <a:lvl8pPr>
              <a:defRPr sz="2325" b="1">
                <a:solidFill>
                  <a:srgbClr val="29C7D8"/>
                </a:solidFill>
              </a:defRPr>
            </a:lvl8pPr>
            <a:lvl9pPr>
              <a:defRPr sz="2325" b="1">
                <a:solidFill>
                  <a:srgbClr val="29C7D8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9C7D8"/>
                </a:solidFill>
              </a:defRPr>
            </a:pPr>
            <a:r>
              <a:rPr sz="2325" b="1">
                <a:solidFill>
                  <a:srgbClr val="29C7D8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2E1AC7-F689-46DB-B606-1B8EA67EA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114675"/>
            <a:ext cx="1857375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A8BAC8"/>
                </a:solidFill>
              </a:defRPr>
            </a:defPPr>
            <a:lvl1pPr>
              <a:defRPr sz="1125" b="0">
                <a:solidFill>
                  <a:srgbClr val="A8BAC8"/>
                </a:solidFill>
              </a:defRPr>
            </a:lvl1pPr>
            <a:lvl2pPr>
              <a:defRPr sz="1125" b="0">
                <a:solidFill>
                  <a:srgbClr val="A8BAC8"/>
                </a:solidFill>
              </a:defRPr>
            </a:lvl2pPr>
            <a:lvl3pPr>
              <a:defRPr sz="1125" b="0">
                <a:solidFill>
                  <a:srgbClr val="A8BAC8"/>
                </a:solidFill>
              </a:defRPr>
            </a:lvl3pPr>
            <a:lvl4pPr>
              <a:defRPr sz="1125" b="0">
                <a:solidFill>
                  <a:srgbClr val="A8BAC8"/>
                </a:solidFill>
              </a:defRPr>
            </a:lvl4pPr>
            <a:lvl5pPr>
              <a:defRPr sz="1125" b="0">
                <a:solidFill>
                  <a:srgbClr val="A8BAC8"/>
                </a:solidFill>
              </a:defRPr>
            </a:lvl5pPr>
            <a:lvl6pPr>
              <a:defRPr sz="1125" b="0">
                <a:solidFill>
                  <a:srgbClr val="A8BAC8"/>
                </a:solidFill>
              </a:defRPr>
            </a:lvl6pPr>
            <a:lvl7pPr>
              <a:defRPr sz="1125" b="0">
                <a:solidFill>
                  <a:srgbClr val="A8BAC8"/>
                </a:solidFill>
              </a:defRPr>
            </a:lvl7pPr>
            <a:lvl8pPr>
              <a:defRPr sz="1125" b="0">
                <a:solidFill>
                  <a:srgbClr val="A8BAC8"/>
                </a:solidFill>
              </a:defRPr>
            </a:lvl8pPr>
            <a:lvl9pPr>
              <a:defRPr sz="112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Same distribution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Development signal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69FCA7-54AF-48DA-BC9F-A293A4C71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333750"/>
            <a:ext cx="3238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90BFC5-11CF-4ECC-91F3-7E643F21F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267075"/>
            <a:ext cx="114300" cy="1333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746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4EDEC8-30E3-4411-B25A-E44C3473B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47875"/>
            <a:ext cx="2286000" cy="257175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0E2638"/>
          </a:solidFill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3242EB-7799-4657-A4F9-69EBAD014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47875"/>
            <a:ext cx="66675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A8380B-0B2D-4F80-9F88-0A704CB6C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219325"/>
            <a:ext cx="1857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F5F8FA"/>
                </a:solidFill>
              </a:defRPr>
            </a:defPPr>
            <a:lvl1pPr>
              <a:defRPr sz="1350" b="1">
                <a:solidFill>
                  <a:srgbClr val="F5F8FA"/>
                </a:solidFill>
              </a:defRPr>
            </a:lvl1pPr>
            <a:lvl2pPr>
              <a:defRPr sz="1350" b="1">
                <a:solidFill>
                  <a:srgbClr val="F5F8FA"/>
                </a:solidFill>
              </a:defRPr>
            </a:lvl2pPr>
            <a:lvl3pPr>
              <a:defRPr sz="1350" b="1">
                <a:solidFill>
                  <a:srgbClr val="F5F8FA"/>
                </a:solidFill>
              </a:defRPr>
            </a:lvl3pPr>
            <a:lvl4pPr>
              <a:defRPr sz="1350" b="1">
                <a:solidFill>
                  <a:srgbClr val="F5F8FA"/>
                </a:solidFill>
              </a:defRPr>
            </a:lvl4pPr>
            <a:lvl5pPr>
              <a:defRPr sz="1350" b="1">
                <a:solidFill>
                  <a:srgbClr val="F5F8FA"/>
                </a:solidFill>
              </a:defRPr>
            </a:lvl5pPr>
            <a:lvl6pPr>
              <a:defRPr sz="1350" b="1">
                <a:solidFill>
                  <a:srgbClr val="F5F8FA"/>
                </a:solidFill>
              </a:defRPr>
            </a:lvl6pPr>
            <a:lvl7pPr>
              <a:defRPr sz="1350" b="1">
                <a:solidFill>
                  <a:srgbClr val="F5F8FA"/>
                </a:solidFill>
              </a:defRPr>
            </a:lvl7pPr>
            <a:lvl8pPr>
              <a:defRPr sz="1350" b="1">
                <a:solidFill>
                  <a:srgbClr val="F5F8FA"/>
                </a:solidFill>
              </a:defRPr>
            </a:lvl8pPr>
            <a:lvl9pPr>
              <a:defRPr sz="135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5F8FA"/>
                </a:solidFill>
              </a:defRPr>
            </a:pPr>
            <a:r>
              <a:rPr sz="1350" b="1">
                <a:solidFill>
                  <a:srgbClr val="F5F8FA"/>
                </a:solidFill>
              </a:rPr>
              <a:t>Chronological split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D3FD7F-38C5-4AEA-8283-CDEF23207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600325"/>
            <a:ext cx="1857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325" b="1">
                <a:solidFill>
                  <a:srgbClr val="2EC4A6"/>
                </a:solidFill>
              </a:defRPr>
            </a:defPPr>
            <a:lvl1pPr>
              <a:defRPr sz="2325" b="1">
                <a:solidFill>
                  <a:srgbClr val="2EC4A6"/>
                </a:solidFill>
              </a:defRPr>
            </a:lvl1pPr>
            <a:lvl2pPr>
              <a:defRPr sz="2325" b="1">
                <a:solidFill>
                  <a:srgbClr val="2EC4A6"/>
                </a:solidFill>
              </a:defRPr>
            </a:lvl2pPr>
            <a:lvl3pPr>
              <a:defRPr sz="2325" b="1">
                <a:solidFill>
                  <a:srgbClr val="2EC4A6"/>
                </a:solidFill>
              </a:defRPr>
            </a:lvl3pPr>
            <a:lvl4pPr>
              <a:defRPr sz="2325" b="1">
                <a:solidFill>
                  <a:srgbClr val="2EC4A6"/>
                </a:solidFill>
              </a:defRPr>
            </a:lvl4pPr>
            <a:lvl5pPr>
              <a:defRPr sz="2325" b="1">
                <a:solidFill>
                  <a:srgbClr val="2EC4A6"/>
                </a:solidFill>
              </a:defRPr>
            </a:lvl5pPr>
            <a:lvl6pPr>
              <a:defRPr sz="2325" b="1">
                <a:solidFill>
                  <a:srgbClr val="2EC4A6"/>
                </a:solidFill>
              </a:defRPr>
            </a:lvl6pPr>
            <a:lvl7pPr>
              <a:defRPr sz="2325" b="1">
                <a:solidFill>
                  <a:srgbClr val="2EC4A6"/>
                </a:solidFill>
              </a:defRPr>
            </a:lvl7pPr>
            <a:lvl8pPr>
              <a:defRPr sz="2325" b="1">
                <a:solidFill>
                  <a:srgbClr val="2EC4A6"/>
                </a:solidFill>
              </a:defRPr>
            </a:lvl8pPr>
            <a:lvl9pPr>
              <a:defRPr sz="2325" b="1">
                <a:solidFill>
                  <a:srgbClr val="2EC4A6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EC4A6"/>
                </a:solidFill>
              </a:defRPr>
            </a:pPr>
            <a:r>
              <a:rPr sz="2325" b="1">
                <a:solidFill>
                  <a:srgbClr val="2EC4A6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A0C4B5-5645-4B49-AB75-659C59C78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114675"/>
            <a:ext cx="1857375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A8BAC8"/>
                </a:solidFill>
              </a:defRPr>
            </a:defPPr>
            <a:lvl1pPr>
              <a:defRPr sz="1125" b="0">
                <a:solidFill>
                  <a:srgbClr val="A8BAC8"/>
                </a:solidFill>
              </a:defRPr>
            </a:lvl1pPr>
            <a:lvl2pPr>
              <a:defRPr sz="1125" b="0">
                <a:solidFill>
                  <a:srgbClr val="A8BAC8"/>
                </a:solidFill>
              </a:defRPr>
            </a:lvl2pPr>
            <a:lvl3pPr>
              <a:defRPr sz="1125" b="0">
                <a:solidFill>
                  <a:srgbClr val="A8BAC8"/>
                </a:solidFill>
              </a:defRPr>
            </a:lvl3pPr>
            <a:lvl4pPr>
              <a:defRPr sz="1125" b="0">
                <a:solidFill>
                  <a:srgbClr val="A8BAC8"/>
                </a:solidFill>
              </a:defRPr>
            </a:lvl4pPr>
            <a:lvl5pPr>
              <a:defRPr sz="1125" b="0">
                <a:solidFill>
                  <a:srgbClr val="A8BAC8"/>
                </a:solidFill>
              </a:defRPr>
            </a:lvl5pPr>
            <a:lvl6pPr>
              <a:defRPr sz="1125" b="0">
                <a:solidFill>
                  <a:srgbClr val="A8BAC8"/>
                </a:solidFill>
              </a:defRPr>
            </a:lvl6pPr>
            <a:lvl7pPr>
              <a:defRPr sz="1125" b="0">
                <a:solidFill>
                  <a:srgbClr val="A8BAC8"/>
                </a:solidFill>
              </a:defRPr>
            </a:lvl7pPr>
            <a:lvl8pPr>
              <a:defRPr sz="1125" b="0">
                <a:solidFill>
                  <a:srgbClr val="A8BAC8"/>
                </a:solidFill>
              </a:defRPr>
            </a:lvl8pPr>
            <a:lvl9pPr>
              <a:defRPr sz="112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Later traffic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Temporal robustness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4A91C0-1B3E-4B25-B254-664CC0B8F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333750"/>
            <a:ext cx="3238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D22A24-6AF2-4BE3-B37B-DB89C3FC3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267075"/>
            <a:ext cx="114300" cy="1333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746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7EFAFA-637A-45CC-91A2-EEB168F78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047875"/>
            <a:ext cx="2286000" cy="257175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0E2638"/>
          </a:solidFill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951614-D33D-4686-BBBE-7AFF8E498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047875"/>
            <a:ext cx="66675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E8757D-6222-44DD-9C8E-D975276FE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219325"/>
            <a:ext cx="1857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F5F8FA"/>
                </a:solidFill>
              </a:defRPr>
            </a:defPPr>
            <a:lvl1pPr>
              <a:defRPr sz="1350" b="1">
                <a:solidFill>
                  <a:srgbClr val="F5F8FA"/>
                </a:solidFill>
              </a:defRPr>
            </a:lvl1pPr>
            <a:lvl2pPr>
              <a:defRPr sz="1350" b="1">
                <a:solidFill>
                  <a:srgbClr val="F5F8FA"/>
                </a:solidFill>
              </a:defRPr>
            </a:lvl2pPr>
            <a:lvl3pPr>
              <a:defRPr sz="1350" b="1">
                <a:solidFill>
                  <a:srgbClr val="F5F8FA"/>
                </a:solidFill>
              </a:defRPr>
            </a:lvl3pPr>
            <a:lvl4pPr>
              <a:defRPr sz="1350" b="1">
                <a:solidFill>
                  <a:srgbClr val="F5F8FA"/>
                </a:solidFill>
              </a:defRPr>
            </a:lvl4pPr>
            <a:lvl5pPr>
              <a:defRPr sz="1350" b="1">
                <a:solidFill>
                  <a:srgbClr val="F5F8FA"/>
                </a:solidFill>
              </a:defRPr>
            </a:lvl5pPr>
            <a:lvl6pPr>
              <a:defRPr sz="1350" b="1">
                <a:solidFill>
                  <a:srgbClr val="F5F8FA"/>
                </a:solidFill>
              </a:defRPr>
            </a:lvl6pPr>
            <a:lvl7pPr>
              <a:defRPr sz="1350" b="1">
                <a:solidFill>
                  <a:srgbClr val="F5F8FA"/>
                </a:solidFill>
              </a:defRPr>
            </a:lvl7pPr>
            <a:lvl8pPr>
              <a:defRPr sz="1350" b="1">
                <a:solidFill>
                  <a:srgbClr val="F5F8FA"/>
                </a:solidFill>
              </a:defRPr>
            </a:lvl8pPr>
            <a:lvl9pPr>
              <a:defRPr sz="135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5F8FA"/>
                </a:solidFill>
              </a:defRPr>
            </a:pPr>
            <a:r>
              <a:rPr sz="1350" b="1">
                <a:solidFill>
                  <a:srgbClr val="F5F8FA"/>
                </a:solidFill>
              </a:rPr>
              <a:t>Cross-dataset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D17037-62C9-4D95-9C46-3D3973815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600325"/>
            <a:ext cx="1857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325" b="1">
                <a:solidFill>
                  <a:srgbClr val="F5B84B"/>
                </a:solidFill>
              </a:defRPr>
            </a:defPPr>
            <a:lvl1pPr>
              <a:defRPr sz="2325" b="1">
                <a:solidFill>
                  <a:srgbClr val="F5B84B"/>
                </a:solidFill>
              </a:defRPr>
            </a:lvl1pPr>
            <a:lvl2pPr>
              <a:defRPr sz="2325" b="1">
                <a:solidFill>
                  <a:srgbClr val="F5B84B"/>
                </a:solidFill>
              </a:defRPr>
            </a:lvl2pPr>
            <a:lvl3pPr>
              <a:defRPr sz="2325" b="1">
                <a:solidFill>
                  <a:srgbClr val="F5B84B"/>
                </a:solidFill>
              </a:defRPr>
            </a:lvl3pPr>
            <a:lvl4pPr>
              <a:defRPr sz="2325" b="1">
                <a:solidFill>
                  <a:srgbClr val="F5B84B"/>
                </a:solidFill>
              </a:defRPr>
            </a:lvl4pPr>
            <a:lvl5pPr>
              <a:defRPr sz="2325" b="1">
                <a:solidFill>
                  <a:srgbClr val="F5B84B"/>
                </a:solidFill>
              </a:defRPr>
            </a:lvl5pPr>
            <a:lvl6pPr>
              <a:defRPr sz="2325" b="1">
                <a:solidFill>
                  <a:srgbClr val="F5B84B"/>
                </a:solidFill>
              </a:defRPr>
            </a:lvl6pPr>
            <a:lvl7pPr>
              <a:defRPr sz="2325" b="1">
                <a:solidFill>
                  <a:srgbClr val="F5B84B"/>
                </a:solidFill>
              </a:defRPr>
            </a:lvl7pPr>
            <a:lvl8pPr>
              <a:defRPr sz="2325" b="1">
                <a:solidFill>
                  <a:srgbClr val="F5B84B"/>
                </a:solidFill>
              </a:defRPr>
            </a:lvl8pPr>
            <a:lvl9pPr>
              <a:defRPr sz="2325" b="1">
                <a:solidFill>
                  <a:srgbClr val="F5B84B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F5B84B"/>
                </a:solidFill>
              </a:defRPr>
            </a:pPr>
            <a:r>
              <a:rPr sz="2325" b="1">
                <a:solidFill>
                  <a:srgbClr val="F5B84B"/>
                </a:solidFill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7DDCFCD-643E-4F71-A7D8-F930B2C5A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114675"/>
            <a:ext cx="1857375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A8BAC8"/>
                </a:solidFill>
              </a:defRPr>
            </a:defPPr>
            <a:lvl1pPr>
              <a:defRPr sz="1125" b="0">
                <a:solidFill>
                  <a:srgbClr val="A8BAC8"/>
                </a:solidFill>
              </a:defRPr>
            </a:lvl1pPr>
            <a:lvl2pPr>
              <a:defRPr sz="1125" b="0">
                <a:solidFill>
                  <a:srgbClr val="A8BAC8"/>
                </a:solidFill>
              </a:defRPr>
            </a:lvl2pPr>
            <a:lvl3pPr>
              <a:defRPr sz="1125" b="0">
                <a:solidFill>
                  <a:srgbClr val="A8BAC8"/>
                </a:solidFill>
              </a:defRPr>
            </a:lvl3pPr>
            <a:lvl4pPr>
              <a:defRPr sz="1125" b="0">
                <a:solidFill>
                  <a:srgbClr val="A8BAC8"/>
                </a:solidFill>
              </a:defRPr>
            </a:lvl4pPr>
            <a:lvl5pPr>
              <a:defRPr sz="1125" b="0">
                <a:solidFill>
                  <a:srgbClr val="A8BAC8"/>
                </a:solidFill>
              </a:defRPr>
            </a:lvl5pPr>
            <a:lvl6pPr>
              <a:defRPr sz="1125" b="0">
                <a:solidFill>
                  <a:srgbClr val="A8BAC8"/>
                </a:solidFill>
              </a:defRPr>
            </a:lvl6pPr>
            <a:lvl7pPr>
              <a:defRPr sz="1125" b="0">
                <a:solidFill>
                  <a:srgbClr val="A8BAC8"/>
                </a:solidFill>
              </a:defRPr>
            </a:lvl7pPr>
            <a:lvl8pPr>
              <a:defRPr sz="1125" b="0">
                <a:solidFill>
                  <a:srgbClr val="A8BAC8"/>
                </a:solidFill>
              </a:defRPr>
            </a:lvl8pPr>
            <a:lvl9pPr>
              <a:defRPr sz="112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Other network/year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Portability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4A4C72-01E6-43B5-B616-294227615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333750"/>
            <a:ext cx="3238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D583B35-C1BC-45ED-9BCB-F57F839E4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267075"/>
            <a:ext cx="114300" cy="1333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746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0E156AC-201A-482B-8641-937709BEB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047875"/>
            <a:ext cx="2286000" cy="257175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0E2638"/>
          </a:solidFill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A230C8C-3C62-4E67-9B93-8D4AE91A1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047875"/>
            <a:ext cx="66675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4839573-D791-480F-8128-E94841470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219325"/>
            <a:ext cx="1857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F5F8FA"/>
                </a:solidFill>
              </a:defRPr>
            </a:defPPr>
            <a:lvl1pPr>
              <a:defRPr sz="1350" b="1">
                <a:solidFill>
                  <a:srgbClr val="F5F8FA"/>
                </a:solidFill>
              </a:defRPr>
            </a:lvl1pPr>
            <a:lvl2pPr>
              <a:defRPr sz="1350" b="1">
                <a:solidFill>
                  <a:srgbClr val="F5F8FA"/>
                </a:solidFill>
              </a:defRPr>
            </a:lvl2pPr>
            <a:lvl3pPr>
              <a:defRPr sz="1350" b="1">
                <a:solidFill>
                  <a:srgbClr val="F5F8FA"/>
                </a:solidFill>
              </a:defRPr>
            </a:lvl3pPr>
            <a:lvl4pPr>
              <a:defRPr sz="1350" b="1">
                <a:solidFill>
                  <a:srgbClr val="F5F8FA"/>
                </a:solidFill>
              </a:defRPr>
            </a:lvl4pPr>
            <a:lvl5pPr>
              <a:defRPr sz="1350" b="1">
                <a:solidFill>
                  <a:srgbClr val="F5F8FA"/>
                </a:solidFill>
              </a:defRPr>
            </a:lvl5pPr>
            <a:lvl6pPr>
              <a:defRPr sz="1350" b="1">
                <a:solidFill>
                  <a:srgbClr val="F5F8FA"/>
                </a:solidFill>
              </a:defRPr>
            </a:lvl6pPr>
            <a:lvl7pPr>
              <a:defRPr sz="1350" b="1">
                <a:solidFill>
                  <a:srgbClr val="F5F8FA"/>
                </a:solidFill>
              </a:defRPr>
            </a:lvl7pPr>
            <a:lvl8pPr>
              <a:defRPr sz="1350" b="1">
                <a:solidFill>
                  <a:srgbClr val="F5F8FA"/>
                </a:solidFill>
              </a:defRPr>
            </a:lvl8pPr>
            <a:lvl9pPr>
              <a:defRPr sz="135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5F8FA"/>
                </a:solidFill>
              </a:defRPr>
            </a:pPr>
            <a:r>
              <a:rPr sz="1350" b="1">
                <a:solidFill>
                  <a:srgbClr val="F5F8FA"/>
                </a:solidFill>
              </a:rPr>
              <a:t>Mixed training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9B00ED5-B6D2-4C2F-8377-E604A9A3C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00325"/>
            <a:ext cx="1857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325" b="1">
                <a:solidFill>
                  <a:srgbClr val="FF7A6E"/>
                </a:solidFill>
              </a:defRPr>
            </a:defPPr>
            <a:lvl1pPr>
              <a:defRPr sz="2325" b="1">
                <a:solidFill>
                  <a:srgbClr val="FF7A6E"/>
                </a:solidFill>
              </a:defRPr>
            </a:lvl1pPr>
            <a:lvl2pPr>
              <a:defRPr sz="2325" b="1">
                <a:solidFill>
                  <a:srgbClr val="FF7A6E"/>
                </a:solidFill>
              </a:defRPr>
            </a:lvl2pPr>
            <a:lvl3pPr>
              <a:defRPr sz="2325" b="1">
                <a:solidFill>
                  <a:srgbClr val="FF7A6E"/>
                </a:solidFill>
              </a:defRPr>
            </a:lvl3pPr>
            <a:lvl4pPr>
              <a:defRPr sz="2325" b="1">
                <a:solidFill>
                  <a:srgbClr val="FF7A6E"/>
                </a:solidFill>
              </a:defRPr>
            </a:lvl4pPr>
            <a:lvl5pPr>
              <a:defRPr sz="2325" b="1">
                <a:solidFill>
                  <a:srgbClr val="FF7A6E"/>
                </a:solidFill>
              </a:defRPr>
            </a:lvl5pPr>
            <a:lvl6pPr>
              <a:defRPr sz="2325" b="1">
                <a:solidFill>
                  <a:srgbClr val="FF7A6E"/>
                </a:solidFill>
              </a:defRPr>
            </a:lvl6pPr>
            <a:lvl7pPr>
              <a:defRPr sz="2325" b="1">
                <a:solidFill>
                  <a:srgbClr val="FF7A6E"/>
                </a:solidFill>
              </a:defRPr>
            </a:lvl7pPr>
            <a:lvl8pPr>
              <a:defRPr sz="2325" b="1">
                <a:solidFill>
                  <a:srgbClr val="FF7A6E"/>
                </a:solidFill>
              </a:defRPr>
            </a:lvl8pPr>
            <a:lvl9pPr>
              <a:defRPr sz="2325" b="1">
                <a:solidFill>
                  <a:srgbClr val="FF7A6E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FF7A6E"/>
                </a:solidFill>
              </a:defRPr>
            </a:pPr>
            <a:r>
              <a:rPr sz="2325" b="1">
                <a:solidFill>
                  <a:srgbClr val="FF7A6E"/>
                </a:solidFill>
              </a:rPr>
              <a:t>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ABA1B34-6C61-4919-98A9-708464D2E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114675"/>
            <a:ext cx="1857375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A8BAC8"/>
                </a:solidFill>
              </a:defRPr>
            </a:defPPr>
            <a:lvl1pPr>
              <a:defRPr sz="1125" b="0">
                <a:solidFill>
                  <a:srgbClr val="A8BAC8"/>
                </a:solidFill>
              </a:defRPr>
            </a:lvl1pPr>
            <a:lvl2pPr>
              <a:defRPr sz="1125" b="0">
                <a:solidFill>
                  <a:srgbClr val="A8BAC8"/>
                </a:solidFill>
              </a:defRPr>
            </a:lvl2pPr>
            <a:lvl3pPr>
              <a:defRPr sz="1125" b="0">
                <a:solidFill>
                  <a:srgbClr val="A8BAC8"/>
                </a:solidFill>
              </a:defRPr>
            </a:lvl3pPr>
            <a:lvl4pPr>
              <a:defRPr sz="1125" b="0">
                <a:solidFill>
                  <a:srgbClr val="A8BAC8"/>
                </a:solidFill>
              </a:defRPr>
            </a:lvl4pPr>
            <a:lvl5pPr>
              <a:defRPr sz="1125" b="0">
                <a:solidFill>
                  <a:srgbClr val="A8BAC8"/>
                </a:solidFill>
              </a:defRPr>
            </a:lvl5pPr>
            <a:lvl6pPr>
              <a:defRPr sz="1125" b="0">
                <a:solidFill>
                  <a:srgbClr val="A8BAC8"/>
                </a:solidFill>
              </a:defRPr>
            </a:lvl6pPr>
            <a:lvl7pPr>
              <a:defRPr sz="1125" b="0">
                <a:solidFill>
                  <a:srgbClr val="A8BAC8"/>
                </a:solidFill>
              </a:defRPr>
            </a:lvl7pPr>
            <a:lvl8pPr>
              <a:defRPr sz="1125" b="0">
                <a:solidFill>
                  <a:srgbClr val="A8BAC8"/>
                </a:solidFill>
              </a:defRPr>
            </a:lvl8pPr>
            <a:lvl9pPr>
              <a:defRPr sz="112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Both networks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Known-environment robustness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AC809C7-370C-4E39-B70E-A81E8D84B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048250"/>
            <a:ext cx="4762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187411C-29A8-49FB-A31C-90C15F05A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0482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F5F8FA"/>
                </a:solidFill>
              </a:defRPr>
            </a:defPPr>
            <a:lvl1pPr>
              <a:defRPr sz="975" b="1">
                <a:solidFill>
                  <a:srgbClr val="F5F8FA"/>
                </a:solidFill>
              </a:defRPr>
            </a:lvl1pPr>
            <a:lvl2pPr>
              <a:defRPr sz="975" b="1">
                <a:solidFill>
                  <a:srgbClr val="F5F8FA"/>
                </a:solidFill>
              </a:defRPr>
            </a:lvl2pPr>
            <a:lvl3pPr>
              <a:defRPr sz="975" b="1">
                <a:solidFill>
                  <a:srgbClr val="F5F8FA"/>
                </a:solidFill>
              </a:defRPr>
            </a:lvl3pPr>
            <a:lvl4pPr>
              <a:defRPr sz="975" b="1">
                <a:solidFill>
                  <a:srgbClr val="F5F8FA"/>
                </a:solidFill>
              </a:defRPr>
            </a:lvl4pPr>
            <a:lvl5pPr>
              <a:defRPr sz="975" b="1">
                <a:solidFill>
                  <a:srgbClr val="F5F8FA"/>
                </a:solidFill>
              </a:defRPr>
            </a:lvl5pPr>
            <a:lvl6pPr>
              <a:defRPr sz="975" b="1">
                <a:solidFill>
                  <a:srgbClr val="F5F8FA"/>
                </a:solidFill>
              </a:defRPr>
            </a:lvl6pPr>
            <a:lvl7pPr>
              <a:defRPr sz="975" b="1">
                <a:solidFill>
                  <a:srgbClr val="F5F8FA"/>
                </a:solidFill>
              </a:defRPr>
            </a:lvl7pPr>
            <a:lvl8pPr>
              <a:defRPr sz="975" b="1">
                <a:solidFill>
                  <a:srgbClr val="F5F8FA"/>
                </a:solidFill>
              </a:defRPr>
            </a:lvl8pPr>
            <a:lvl9pPr>
              <a:defRPr sz="975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F5F8FA"/>
                </a:solidFill>
              </a:defRPr>
            </a:pPr>
            <a:r>
              <a:rPr sz="975" b="1">
                <a:solidFill>
                  <a:srgbClr val="F5F8FA"/>
                </a:solidFill>
              </a:rPr>
              <a:t>Report macro F1 + attack recall + false-positive rate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DABF488-A73B-4B66-8E1F-CA2B2E823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24550"/>
            <a:ext cx="10810875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9525">
            <a:solidFill>
              <a:srgbClr val="2EC4A6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6AD9F4F-CFFC-43A1-8555-4D2AAB6C4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24550"/>
            <a:ext cx="104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2EC4A6"/>
                </a:solidFill>
              </a:defRPr>
            </a:defPPr>
            <a:lvl1pPr>
              <a:defRPr sz="900" b="1">
                <a:solidFill>
                  <a:srgbClr val="2EC4A6"/>
                </a:solidFill>
              </a:defRPr>
            </a:lvl1pPr>
            <a:lvl2pPr>
              <a:defRPr sz="900" b="1">
                <a:solidFill>
                  <a:srgbClr val="2EC4A6"/>
                </a:solidFill>
              </a:defRPr>
            </a:lvl2pPr>
            <a:lvl3pPr>
              <a:defRPr sz="900" b="1">
                <a:solidFill>
                  <a:srgbClr val="2EC4A6"/>
                </a:solidFill>
              </a:defRPr>
            </a:lvl3pPr>
            <a:lvl4pPr>
              <a:defRPr sz="900" b="1">
                <a:solidFill>
                  <a:srgbClr val="2EC4A6"/>
                </a:solidFill>
              </a:defRPr>
            </a:lvl4pPr>
            <a:lvl5pPr>
              <a:defRPr sz="900" b="1">
                <a:solidFill>
                  <a:srgbClr val="2EC4A6"/>
                </a:solidFill>
              </a:defRPr>
            </a:lvl5pPr>
            <a:lvl6pPr>
              <a:defRPr sz="900" b="1">
                <a:solidFill>
                  <a:srgbClr val="2EC4A6"/>
                </a:solidFill>
              </a:defRPr>
            </a:lvl6pPr>
            <a:lvl7pPr>
              <a:defRPr sz="900" b="1">
                <a:solidFill>
                  <a:srgbClr val="2EC4A6"/>
                </a:solidFill>
              </a:defRPr>
            </a:lvl7pPr>
            <a:lvl8pPr>
              <a:defRPr sz="900" b="1">
                <a:solidFill>
                  <a:srgbClr val="2EC4A6"/>
                </a:solidFill>
              </a:defRPr>
            </a:lvl8pPr>
            <a:lvl9pPr>
              <a:defRPr sz="900" b="1">
                <a:solidFill>
                  <a:srgbClr val="2EC4A6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2EC4A6"/>
                </a:solidFill>
              </a:defRPr>
            </a:pPr>
            <a:r>
              <a:rPr sz="900" b="1">
                <a:solidFill>
                  <a:srgbClr val="2EC4A6"/>
                </a:solidFill>
              </a:rPr>
              <a:t>TAKEAWAY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D3FD658-CD4D-40B3-A94D-883422DC0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924550"/>
            <a:ext cx="938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F5F8FA"/>
                </a:solidFill>
              </a:defRPr>
            </a:defPPr>
            <a:lvl1pPr>
              <a:defRPr sz="1125" b="1">
                <a:solidFill>
                  <a:srgbClr val="F5F8FA"/>
                </a:solidFill>
              </a:defRPr>
            </a:lvl1pPr>
            <a:lvl2pPr>
              <a:defRPr sz="1125" b="1">
                <a:solidFill>
                  <a:srgbClr val="F5F8FA"/>
                </a:solidFill>
              </a:defRPr>
            </a:lvl2pPr>
            <a:lvl3pPr>
              <a:defRPr sz="1125" b="1">
                <a:solidFill>
                  <a:srgbClr val="F5F8FA"/>
                </a:solidFill>
              </a:defRPr>
            </a:lvl3pPr>
            <a:lvl4pPr>
              <a:defRPr sz="1125" b="1">
                <a:solidFill>
                  <a:srgbClr val="F5F8FA"/>
                </a:solidFill>
              </a:defRPr>
            </a:lvl4pPr>
            <a:lvl5pPr>
              <a:defRPr sz="1125" b="1">
                <a:solidFill>
                  <a:srgbClr val="F5F8FA"/>
                </a:solidFill>
              </a:defRPr>
            </a:lvl5pPr>
            <a:lvl6pPr>
              <a:defRPr sz="1125" b="1">
                <a:solidFill>
                  <a:srgbClr val="F5F8FA"/>
                </a:solidFill>
              </a:defRPr>
            </a:lvl6pPr>
            <a:lvl7pPr>
              <a:defRPr sz="1125" b="1">
                <a:solidFill>
                  <a:srgbClr val="F5F8FA"/>
                </a:solidFill>
              </a:defRPr>
            </a:lvl7pPr>
            <a:lvl8pPr>
              <a:defRPr sz="1125" b="1">
                <a:solidFill>
                  <a:srgbClr val="F5F8FA"/>
                </a:solidFill>
              </a:defRPr>
            </a:lvl8pPr>
            <a:lvl9pPr>
              <a:defRPr sz="1125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F5F8FA"/>
                </a:solidFill>
              </a:defRPr>
            </a:pPr>
            <a:r>
              <a:rPr sz="1125" b="1">
                <a:solidFill>
                  <a:srgbClr val="F5F8FA"/>
                </a:solidFill>
              </a:rPr>
              <a:t>Chronological and transfer tests provide the strongest evidence for deployment decisions.</a:t>
            </a:r>
          </a:p>
        </p:txBody>
      </p:sp>
    </p:spTree>
    <p:extLst>
      <p:ext uri="{BB962C8B-B14F-4D97-AF65-F5344CB8AC3E}">
        <p14:creationId xmlns:p14="http://schemas.microsoft.com/office/powerpoint/2010/main" val="101743356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660FC4-CB01-4227-BD53-A7CE63B68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C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C8E755-440F-4462-A097-FF6D2AD90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6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29C7D8"/>
                </a:solidFill>
              </a:defRPr>
            </a:defPPr>
            <a:lvl1pPr>
              <a:defRPr sz="900" b="1">
                <a:solidFill>
                  <a:srgbClr val="29C7D8"/>
                </a:solidFill>
              </a:defRPr>
            </a:lvl1pPr>
            <a:lvl2pPr>
              <a:defRPr sz="900" b="1">
                <a:solidFill>
                  <a:srgbClr val="29C7D8"/>
                </a:solidFill>
              </a:defRPr>
            </a:lvl2pPr>
            <a:lvl3pPr>
              <a:defRPr sz="900" b="1">
                <a:solidFill>
                  <a:srgbClr val="29C7D8"/>
                </a:solidFill>
              </a:defRPr>
            </a:lvl3pPr>
            <a:lvl4pPr>
              <a:defRPr sz="900" b="1">
                <a:solidFill>
                  <a:srgbClr val="29C7D8"/>
                </a:solidFill>
              </a:defRPr>
            </a:lvl4pPr>
            <a:lvl5pPr>
              <a:defRPr sz="900" b="1">
                <a:solidFill>
                  <a:srgbClr val="29C7D8"/>
                </a:solidFill>
              </a:defRPr>
            </a:lvl5pPr>
            <a:lvl6pPr>
              <a:defRPr sz="900" b="1">
                <a:solidFill>
                  <a:srgbClr val="29C7D8"/>
                </a:solidFill>
              </a:defRPr>
            </a:lvl6pPr>
            <a:lvl7pPr>
              <a:defRPr sz="900" b="1">
                <a:solidFill>
                  <a:srgbClr val="29C7D8"/>
                </a:solidFill>
              </a:defRPr>
            </a:lvl7pPr>
            <a:lvl8pPr>
              <a:defRPr sz="900" b="1">
                <a:solidFill>
                  <a:srgbClr val="29C7D8"/>
                </a:solidFill>
              </a:defRPr>
            </a:lvl8pPr>
            <a:lvl9pPr>
              <a:defRPr sz="900" b="1">
                <a:solidFill>
                  <a:srgbClr val="29C7D8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29C7D8"/>
                </a:solidFill>
              </a:defRPr>
            </a:pPr>
            <a:r>
              <a:rPr sz="900" b="1">
                <a:solidFill>
                  <a:srgbClr val="29C7D8"/>
                </a:solidFill>
              </a:rPr>
              <a:t>CAPSTONE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687999-68B5-467A-B203-794B91312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43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F5F8FA"/>
                </a:solidFill>
              </a:defRPr>
            </a:defPPr>
            <a:lvl1pPr>
              <a:defRPr sz="2550" b="1">
                <a:solidFill>
                  <a:srgbClr val="F5F8FA"/>
                </a:solidFill>
              </a:defRPr>
            </a:lvl1pPr>
            <a:lvl2pPr>
              <a:defRPr sz="2550" b="1">
                <a:solidFill>
                  <a:srgbClr val="F5F8FA"/>
                </a:solidFill>
              </a:defRPr>
            </a:lvl2pPr>
            <a:lvl3pPr>
              <a:defRPr sz="2550" b="1">
                <a:solidFill>
                  <a:srgbClr val="F5F8FA"/>
                </a:solidFill>
              </a:defRPr>
            </a:lvl3pPr>
            <a:lvl4pPr>
              <a:defRPr sz="2550" b="1">
                <a:solidFill>
                  <a:srgbClr val="F5F8FA"/>
                </a:solidFill>
              </a:defRPr>
            </a:lvl4pPr>
            <a:lvl5pPr>
              <a:defRPr sz="2550" b="1">
                <a:solidFill>
                  <a:srgbClr val="F5F8FA"/>
                </a:solidFill>
              </a:defRPr>
            </a:lvl5pPr>
            <a:lvl6pPr>
              <a:defRPr sz="2550" b="1">
                <a:solidFill>
                  <a:srgbClr val="F5F8FA"/>
                </a:solidFill>
              </a:defRPr>
            </a:lvl6pPr>
            <a:lvl7pPr>
              <a:defRPr sz="2550" b="1">
                <a:solidFill>
                  <a:srgbClr val="F5F8FA"/>
                </a:solidFill>
              </a:defRPr>
            </a:lvl7pPr>
            <a:lvl8pPr>
              <a:defRPr sz="2550" b="1">
                <a:solidFill>
                  <a:srgbClr val="F5F8FA"/>
                </a:solidFill>
              </a:defRPr>
            </a:lvl8pPr>
            <a:lvl9pPr>
              <a:defRPr sz="255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5F8FA"/>
                </a:solidFill>
              </a:defRPr>
            </a:pPr>
            <a:r>
              <a:rPr sz="2550" b="1">
                <a:solidFill>
                  <a:srgbClr val="F5F8FA"/>
                </a:solidFill>
              </a:rPr>
              <a:t>Logistic Regression establishes an interpretable baseline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5C005B-E96F-474F-ABFC-707424208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287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A8BAC8"/>
                </a:solidFill>
              </a:defRPr>
            </a:defPPr>
            <a:lvl1pPr>
              <a:defRPr sz="1275" b="0">
                <a:solidFill>
                  <a:srgbClr val="A8BAC8"/>
                </a:solidFill>
              </a:defRPr>
            </a:lvl1pPr>
            <a:lvl2pPr>
              <a:defRPr sz="1275" b="0">
                <a:solidFill>
                  <a:srgbClr val="A8BAC8"/>
                </a:solidFill>
              </a:defRPr>
            </a:lvl2pPr>
            <a:lvl3pPr>
              <a:defRPr sz="1275" b="0">
                <a:solidFill>
                  <a:srgbClr val="A8BAC8"/>
                </a:solidFill>
              </a:defRPr>
            </a:lvl3pPr>
            <a:lvl4pPr>
              <a:defRPr sz="1275" b="0">
                <a:solidFill>
                  <a:srgbClr val="A8BAC8"/>
                </a:solidFill>
              </a:defRPr>
            </a:lvl4pPr>
            <a:lvl5pPr>
              <a:defRPr sz="1275" b="0">
                <a:solidFill>
                  <a:srgbClr val="A8BAC8"/>
                </a:solidFill>
              </a:defRPr>
            </a:lvl5pPr>
            <a:lvl6pPr>
              <a:defRPr sz="1275" b="0">
                <a:solidFill>
                  <a:srgbClr val="A8BAC8"/>
                </a:solidFill>
              </a:defRPr>
            </a:lvl6pPr>
            <a:lvl7pPr>
              <a:defRPr sz="1275" b="0">
                <a:solidFill>
                  <a:srgbClr val="A8BAC8"/>
                </a:solidFill>
              </a:defRPr>
            </a:lvl7pPr>
            <a:lvl8pPr>
              <a:defRPr sz="1275" b="0">
                <a:solidFill>
                  <a:srgbClr val="A8BAC8"/>
                </a:solidFill>
              </a:defRPr>
            </a:lvl8pPr>
            <a:lvl9pPr>
              <a:defRPr sz="127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A8BAC8"/>
                </a:solidFill>
              </a:defRPr>
            </a:pPr>
            <a:r>
              <a:rPr sz="1275" b="0">
                <a:solidFill>
                  <a:srgbClr val="A8BAC8"/>
                </a:solidFill>
              </a:rPr>
              <a:t>Tuning improves multiclass results, but does not remove the cross-network challenge.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E0EAC7-3F8F-4190-8252-8E8F633FF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71600"/>
            <a:ext cx="11239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E72577-CC01-40C6-80AA-2FD71A2BA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A8BAC8"/>
                </a:solidFill>
              </a:defRPr>
            </a:defPPr>
            <a:lvl1pPr>
              <a:defRPr sz="900" b="1">
                <a:solidFill>
                  <a:srgbClr val="A8BAC8"/>
                </a:solidFill>
              </a:defRPr>
            </a:lvl1pPr>
            <a:lvl2pPr>
              <a:defRPr sz="900" b="1">
                <a:solidFill>
                  <a:srgbClr val="A8BAC8"/>
                </a:solidFill>
              </a:defRPr>
            </a:lvl2pPr>
            <a:lvl3pPr>
              <a:defRPr sz="900" b="1">
                <a:solidFill>
                  <a:srgbClr val="A8BAC8"/>
                </a:solidFill>
              </a:defRPr>
            </a:lvl3pPr>
            <a:lvl4pPr>
              <a:defRPr sz="900" b="1">
                <a:solidFill>
                  <a:srgbClr val="A8BAC8"/>
                </a:solidFill>
              </a:defRPr>
            </a:lvl4pPr>
            <a:lvl5pPr>
              <a:defRPr sz="900" b="1">
                <a:solidFill>
                  <a:srgbClr val="A8BAC8"/>
                </a:solidFill>
              </a:defRPr>
            </a:lvl5pPr>
            <a:lvl6pPr>
              <a:defRPr sz="900" b="1">
                <a:solidFill>
                  <a:srgbClr val="A8BAC8"/>
                </a:solidFill>
              </a:defRPr>
            </a:lvl6pPr>
            <a:lvl7pPr>
              <a:defRPr sz="900" b="1">
                <a:solidFill>
                  <a:srgbClr val="A8BAC8"/>
                </a:solidFill>
              </a:defRPr>
            </a:lvl7pPr>
            <a:lvl8pPr>
              <a:defRPr sz="900" b="1">
                <a:solidFill>
                  <a:srgbClr val="A8BAC8"/>
                </a:solidFill>
              </a:defRPr>
            </a:lvl8pPr>
            <a:lvl9pPr>
              <a:defRPr sz="900" b="1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A8BAC8"/>
                </a:solidFill>
              </a:defRPr>
            </a:pPr>
            <a:r>
              <a:rPr sz="900" b="1">
                <a:solidFill>
                  <a:srgbClr val="A8BAC8"/>
                </a:solidFill>
              </a:rPr>
              <a:t>08</a:t>
            </a:r>
          </a:p>
        </p:txBody>
      </p:sp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8D19204A-8DDA-462C-A86D-75535C06627B}"/>
              </a:ext>
            </a:extLst>
          </p:cNvPr>
          <p:cNvGraphicFramePr/>
          <p:nvPr/>
        </p:nvGraphicFramePr>
        <p:xfrm>
          <a:off xmlns:a="http://schemas.openxmlformats.org/drawingml/2006/main" x="523875" y="1762125"/>
          <a:ext xmlns:a="http://schemas.openxmlformats.org/drawingml/2006/main" cx="685800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892fc8dbcdd415c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C6C63D-0383-4E21-A0B1-C13190887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733550"/>
            <a:ext cx="3286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F5F8FA"/>
                </a:solidFill>
              </a:defRPr>
            </a:defPPr>
            <a:lvl1pPr>
              <a:defRPr sz="1125" b="1">
                <a:solidFill>
                  <a:srgbClr val="F5F8FA"/>
                </a:solidFill>
              </a:defRPr>
            </a:lvl1pPr>
            <a:lvl2pPr>
              <a:defRPr sz="1125" b="1">
                <a:solidFill>
                  <a:srgbClr val="F5F8FA"/>
                </a:solidFill>
              </a:defRPr>
            </a:lvl2pPr>
            <a:lvl3pPr>
              <a:defRPr sz="1125" b="1">
                <a:solidFill>
                  <a:srgbClr val="F5F8FA"/>
                </a:solidFill>
              </a:defRPr>
            </a:lvl3pPr>
            <a:lvl4pPr>
              <a:defRPr sz="1125" b="1">
                <a:solidFill>
                  <a:srgbClr val="F5F8FA"/>
                </a:solidFill>
              </a:defRPr>
            </a:lvl4pPr>
            <a:lvl5pPr>
              <a:defRPr sz="1125" b="1">
                <a:solidFill>
                  <a:srgbClr val="F5F8FA"/>
                </a:solidFill>
              </a:defRPr>
            </a:lvl5pPr>
            <a:lvl6pPr>
              <a:defRPr sz="1125" b="1">
                <a:solidFill>
                  <a:srgbClr val="F5F8FA"/>
                </a:solidFill>
              </a:defRPr>
            </a:lvl6pPr>
            <a:lvl7pPr>
              <a:defRPr sz="1125" b="1">
                <a:solidFill>
                  <a:srgbClr val="F5F8FA"/>
                </a:solidFill>
              </a:defRPr>
            </a:lvl7pPr>
            <a:lvl8pPr>
              <a:defRPr sz="1125" b="1">
                <a:solidFill>
                  <a:srgbClr val="F5F8FA"/>
                </a:solidFill>
              </a:defRPr>
            </a:lvl8pPr>
            <a:lvl9pPr>
              <a:defRPr sz="1125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F5F8FA"/>
                </a:solidFill>
              </a:defRPr>
            </a:pPr>
            <a:r>
              <a:rPr sz="1125" b="1">
                <a:solidFill>
                  <a:srgbClr val="F5F8FA"/>
                </a:solidFill>
              </a:rPr>
              <a:t>Exact comparison</a:t>
            </a:r>
          </a:p>
        </p:txBody>
      </p:sp>
      <p:graphicFrame>
        <p:nvGraphicFrame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98D49F-50A6-4CB0-84AC-C6C78D9E90A5}"/>
              </a:ext>
            </a:extLst>
          </p:cNvPr>
          <p:cNvGraphicFramePr/>
          <p:nvPr/>
        </p:nvGraphicFramePr>
        <p:xfrm>
          <a:off xmlns:a="http://schemas.openxmlformats.org/drawingml/2006/main" x="7715250" y="2047875"/>
          <a:ext xmlns:a="http://schemas.openxmlformats.org/drawingml/2006/main" cx="3381375" cy="1952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381125"/>
                <a:gridCol w="647700"/>
                <a:gridCol w="647700"/>
                <a:gridCol w="704850"/>
              </a:tblGrid>
              <a:tr h="488156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9C7D8"/>
                          </a:solidFill>
                        </a:rPr>
                        <a:t>Evaluation</a:t>
                      </a:r>
                    </a:p>
                  </a:txBody>
                  <a:tcPr marL="76200" marR="76200" marT="47625" marB="47625" anchor="ctr" horzOverflow="clip">
                    <a:lnL w="9525">
                      <a:solidFill>
                        <a:srgbClr val="27465C"/>
                      </a:solidFill>
                      <a:prstDash val="solid"/>
                    </a:lnL>
                    <a:lnR w="9525">
                      <a:solidFill>
                        <a:srgbClr val="27465C"/>
                      </a:solidFill>
                      <a:prstDash val="solid"/>
                    </a:lnR>
                    <a:lnT w="9525">
                      <a:solidFill>
                        <a:srgbClr val="27465C"/>
                      </a:solidFill>
                      <a:prstDash val="solid"/>
                    </a:lnT>
                    <a:lnB w="9525">
                      <a:solidFill>
                        <a:srgbClr val="27465C"/>
                      </a:solidFill>
                      <a:prstDash val="solid"/>
                    </a:lnB>
                    <a:solidFill>
                      <a:srgbClr val="1230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9C7D8"/>
                          </a:solidFill>
                        </a:rPr>
                        <a:t>Base</a:t>
                      </a:r>
                    </a:p>
                  </a:txBody>
                  <a:tcPr marL="76200" marR="76200" marT="47625" marB="47625" anchor="ctr" horzOverflow="clip">
                    <a:lnR w="9525">
                      <a:solidFill>
                        <a:srgbClr val="27465C"/>
                      </a:solidFill>
                      <a:prstDash val="solid"/>
                    </a:lnR>
                    <a:lnT w="9525">
                      <a:solidFill>
                        <a:srgbClr val="27465C"/>
                      </a:solidFill>
                      <a:prstDash val="solid"/>
                    </a:lnT>
                    <a:lnB w="9525">
                      <a:solidFill>
                        <a:srgbClr val="27465C"/>
                      </a:solidFill>
                      <a:prstDash val="solid"/>
                    </a:lnB>
                    <a:solidFill>
                      <a:srgbClr val="1230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9C7D8"/>
                          </a:solidFill>
                        </a:rPr>
                        <a:t>Tuned</a:t>
                      </a:r>
                    </a:p>
                  </a:txBody>
                  <a:tcPr marL="76200" marR="76200" marT="47625" marB="47625" anchor="ctr" horzOverflow="clip">
                    <a:lnR w="9525">
                      <a:solidFill>
                        <a:srgbClr val="27465C"/>
                      </a:solidFill>
                      <a:prstDash val="solid"/>
                    </a:lnR>
                    <a:lnT w="9525">
                      <a:solidFill>
                        <a:srgbClr val="27465C"/>
                      </a:solidFill>
                      <a:prstDash val="solid"/>
                    </a:lnT>
                    <a:lnB w="9525">
                      <a:solidFill>
                        <a:srgbClr val="27465C"/>
                      </a:solidFill>
                      <a:prstDash val="solid"/>
                    </a:lnB>
                    <a:solidFill>
                      <a:srgbClr val="1230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9C7D8"/>
                          </a:solidFill>
                        </a:rPr>
                        <a:t>Change</a:t>
                      </a:r>
                    </a:p>
                  </a:txBody>
                  <a:tcPr marL="76200" marR="76200" marT="47625" marB="47625" anchor="ctr" horzOverflow="clip">
                    <a:lnR w="9525">
                      <a:solidFill>
                        <a:srgbClr val="27465C"/>
                      </a:solidFill>
                      <a:prstDash val="solid"/>
                    </a:lnR>
                    <a:lnT w="9525">
                      <a:solidFill>
                        <a:srgbClr val="27465C"/>
                      </a:solidFill>
                      <a:prstDash val="solid"/>
                    </a:lnT>
                    <a:lnB w="9525">
                      <a:solidFill>
                        <a:srgbClr val="27465C"/>
                      </a:solidFill>
                      <a:prstDash val="solid"/>
                    </a:lnB>
                    <a:solidFill>
                      <a:srgbClr val="123047"/>
                    </a:solidFill>
                  </a:tcPr>
                </a:tc>
              </a:tr>
              <a:tr h="488156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5F8FA"/>
                          </a:solidFill>
                        </a:rPr>
                        <a:t>Random</a:t>
                      </a:r>
                    </a:p>
                  </a:txBody>
                  <a:tcPr marL="76200" marR="76200" marT="47625" marB="47625" anchor="ctr" horzOverflow="clip">
                    <a:lnL w="9525">
                      <a:solidFill>
                        <a:srgbClr val="27465C"/>
                      </a:solidFill>
                      <a:prstDash val="solid"/>
                    </a:lnL>
                    <a:lnR w="9525">
                      <a:solidFill>
                        <a:srgbClr val="27465C"/>
                      </a:solidFill>
                      <a:prstDash val="solid"/>
                    </a:lnR>
                    <a:lnB w="9525">
                      <a:solidFill>
                        <a:srgbClr val="27465C"/>
                      </a:solidFill>
                      <a:prstDash val="solid"/>
                    </a:lnB>
                    <a:solidFill>
                      <a:srgbClr val="0E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5F8FA"/>
                          </a:solidFill>
                        </a:rPr>
                        <a:t>0.824</a:t>
                      </a:r>
                    </a:p>
                  </a:txBody>
                  <a:tcPr marL="76200" marR="76200" marT="47625" marB="47625" anchor="ctr" horzOverflow="clip">
                    <a:lnR w="9525">
                      <a:solidFill>
                        <a:srgbClr val="27465C"/>
                      </a:solidFill>
                      <a:prstDash val="solid"/>
                    </a:lnR>
                    <a:lnB w="9525">
                      <a:solidFill>
                        <a:srgbClr val="27465C"/>
                      </a:solidFill>
                      <a:prstDash val="solid"/>
                    </a:lnB>
                    <a:solidFill>
                      <a:srgbClr val="0E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5F8FA"/>
                          </a:solidFill>
                        </a:rPr>
                        <a:t>0.830</a:t>
                      </a:r>
                    </a:p>
                  </a:txBody>
                  <a:tcPr marL="76200" marR="76200" marT="47625" marB="47625" anchor="ctr" horzOverflow="clip">
                    <a:lnR w="9525">
                      <a:solidFill>
                        <a:srgbClr val="27465C"/>
                      </a:solidFill>
                      <a:prstDash val="solid"/>
                    </a:lnR>
                    <a:lnB w="9525">
                      <a:solidFill>
                        <a:srgbClr val="27465C"/>
                      </a:solidFill>
                      <a:prstDash val="solid"/>
                    </a:lnB>
                    <a:solidFill>
                      <a:srgbClr val="0E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5F8FA"/>
                          </a:solidFill>
                        </a:rPr>
                        <a:t>+0.006</a:t>
                      </a:r>
                    </a:p>
                  </a:txBody>
                  <a:tcPr marL="76200" marR="76200" marT="47625" marB="47625" anchor="ctr" horzOverflow="clip">
                    <a:lnR w="9525">
                      <a:solidFill>
                        <a:srgbClr val="27465C"/>
                      </a:solidFill>
                      <a:prstDash val="solid"/>
                    </a:lnR>
                    <a:lnB w="9525">
                      <a:solidFill>
                        <a:srgbClr val="27465C"/>
                      </a:solidFill>
                      <a:prstDash val="solid"/>
                    </a:lnB>
                    <a:solidFill>
                      <a:srgbClr val="0E2638"/>
                    </a:solidFill>
                  </a:tcPr>
                </a:tc>
              </a:tr>
              <a:tr h="488156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5F8FA"/>
                          </a:solidFill>
                        </a:rPr>
                        <a:t>Chronological</a:t>
                      </a:r>
                    </a:p>
                  </a:txBody>
                  <a:tcPr marL="76200" marR="76200" marT="47625" marB="47625" anchor="ctr" horzOverflow="clip">
                    <a:lnL w="9525">
                      <a:solidFill>
                        <a:srgbClr val="27465C"/>
                      </a:solidFill>
                      <a:prstDash val="solid"/>
                    </a:lnL>
                    <a:lnR w="9525">
                      <a:solidFill>
                        <a:srgbClr val="27465C"/>
                      </a:solidFill>
                      <a:prstDash val="solid"/>
                    </a:lnR>
                    <a:lnB w="9525">
                      <a:solidFill>
                        <a:srgbClr val="27465C"/>
                      </a:solidFill>
                      <a:prstDash val="solid"/>
                    </a:lnB>
                    <a:solidFill>
                      <a:srgbClr val="102B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5F8FA"/>
                          </a:solidFill>
                        </a:rPr>
                        <a:t>0.728</a:t>
                      </a:r>
                    </a:p>
                  </a:txBody>
                  <a:tcPr marL="76200" marR="76200" marT="47625" marB="47625" anchor="ctr" horzOverflow="clip">
                    <a:lnR w="9525">
                      <a:solidFill>
                        <a:srgbClr val="27465C"/>
                      </a:solidFill>
                      <a:prstDash val="solid"/>
                    </a:lnR>
                    <a:lnB w="9525">
                      <a:solidFill>
                        <a:srgbClr val="27465C"/>
                      </a:solidFill>
                      <a:prstDash val="solid"/>
                    </a:lnB>
                    <a:solidFill>
                      <a:srgbClr val="102B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5F8FA"/>
                          </a:solidFill>
                        </a:rPr>
                        <a:t>0.775</a:t>
                      </a:r>
                    </a:p>
                  </a:txBody>
                  <a:tcPr marL="76200" marR="76200" marT="47625" marB="47625" anchor="ctr" horzOverflow="clip">
                    <a:lnR w="9525">
                      <a:solidFill>
                        <a:srgbClr val="27465C"/>
                      </a:solidFill>
                      <a:prstDash val="solid"/>
                    </a:lnR>
                    <a:lnB w="9525">
                      <a:solidFill>
                        <a:srgbClr val="27465C"/>
                      </a:solidFill>
                      <a:prstDash val="solid"/>
                    </a:lnB>
                    <a:solidFill>
                      <a:srgbClr val="102B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5F8FA"/>
                          </a:solidFill>
                        </a:rPr>
                        <a:t>+0.047</a:t>
                      </a:r>
                    </a:p>
                  </a:txBody>
                  <a:tcPr marL="76200" marR="76200" marT="47625" marB="47625" anchor="ctr" horzOverflow="clip">
                    <a:lnR w="9525">
                      <a:solidFill>
                        <a:srgbClr val="27465C"/>
                      </a:solidFill>
                      <a:prstDash val="solid"/>
                    </a:lnR>
                    <a:lnB w="9525">
                      <a:solidFill>
                        <a:srgbClr val="27465C"/>
                      </a:solidFill>
                      <a:prstDash val="solid"/>
                    </a:lnB>
                    <a:solidFill>
                      <a:srgbClr val="102B3F"/>
                    </a:solidFill>
                  </a:tcPr>
                </a:tc>
              </a:tr>
              <a:tr h="488156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5F8FA"/>
                          </a:solidFill>
                        </a:rPr>
                        <a:t>Attack macro</a:t>
                      </a:r>
                    </a:p>
                  </a:txBody>
                  <a:tcPr marL="76200" marR="76200" marT="47625" marB="47625" anchor="ctr" horzOverflow="clip">
                    <a:lnL w="9525">
                      <a:solidFill>
                        <a:srgbClr val="27465C"/>
                      </a:solidFill>
                      <a:prstDash val="solid"/>
                    </a:lnL>
                    <a:lnR w="9525">
                      <a:solidFill>
                        <a:srgbClr val="27465C"/>
                      </a:solidFill>
                      <a:prstDash val="solid"/>
                    </a:lnR>
                    <a:lnB w="9525">
                      <a:solidFill>
                        <a:srgbClr val="27465C"/>
                      </a:solidFill>
                      <a:prstDash val="solid"/>
                    </a:lnB>
                    <a:solidFill>
                      <a:srgbClr val="0E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5F8FA"/>
                          </a:solidFill>
                        </a:rPr>
                        <a:t>0.710</a:t>
                      </a:r>
                    </a:p>
                  </a:txBody>
                  <a:tcPr marL="76200" marR="76200" marT="47625" marB="47625" anchor="ctr" horzOverflow="clip">
                    <a:lnR w="9525">
                      <a:solidFill>
                        <a:srgbClr val="27465C"/>
                      </a:solidFill>
                      <a:prstDash val="solid"/>
                    </a:lnR>
                    <a:lnB w="9525">
                      <a:solidFill>
                        <a:srgbClr val="27465C"/>
                      </a:solidFill>
                      <a:prstDash val="solid"/>
                    </a:lnB>
                    <a:solidFill>
                      <a:srgbClr val="0E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5F8FA"/>
                          </a:solidFill>
                        </a:rPr>
                        <a:t>0.760</a:t>
                      </a:r>
                    </a:p>
                  </a:txBody>
                  <a:tcPr marL="76200" marR="76200" marT="47625" marB="47625" anchor="ctr" horzOverflow="clip">
                    <a:lnR w="9525">
                      <a:solidFill>
                        <a:srgbClr val="27465C"/>
                      </a:solidFill>
                      <a:prstDash val="solid"/>
                    </a:lnR>
                    <a:lnB w="9525">
                      <a:solidFill>
                        <a:srgbClr val="27465C"/>
                      </a:solidFill>
                      <a:prstDash val="solid"/>
                    </a:lnB>
                    <a:solidFill>
                      <a:srgbClr val="0E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5F8FA"/>
                          </a:solidFill>
                        </a:rPr>
                        <a:t>+0.050</a:t>
                      </a:r>
                    </a:p>
                  </a:txBody>
                  <a:tcPr marL="76200" marR="76200" marT="47625" marB="47625" anchor="ctr" horzOverflow="clip">
                    <a:lnR w="9525">
                      <a:solidFill>
                        <a:srgbClr val="27465C"/>
                      </a:solidFill>
                      <a:prstDash val="solid"/>
                    </a:lnR>
                    <a:lnB w="9525">
                      <a:solidFill>
                        <a:srgbClr val="27465C"/>
                      </a:solidFill>
                      <a:prstDash val="solid"/>
                    </a:lnB>
                    <a:solidFill>
                      <a:srgbClr val="0E2638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05A53F-AFCC-4430-AD58-E46B96538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143375"/>
            <a:ext cx="3381375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0E2638"/>
          </a:solidFill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984C9B-B7E5-4562-A3CB-0EFAFABCF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143375"/>
            <a:ext cx="666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ECACAA-8989-4C57-9E88-1A0455EFE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314825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F5F8FA"/>
                </a:solidFill>
              </a:defRPr>
            </a:defPPr>
            <a:lvl1pPr>
              <a:defRPr sz="1350" b="1">
                <a:solidFill>
                  <a:srgbClr val="F5F8FA"/>
                </a:solidFill>
              </a:defRPr>
            </a:lvl1pPr>
            <a:lvl2pPr>
              <a:defRPr sz="1350" b="1">
                <a:solidFill>
                  <a:srgbClr val="F5F8FA"/>
                </a:solidFill>
              </a:defRPr>
            </a:lvl2pPr>
            <a:lvl3pPr>
              <a:defRPr sz="1350" b="1">
                <a:solidFill>
                  <a:srgbClr val="F5F8FA"/>
                </a:solidFill>
              </a:defRPr>
            </a:lvl3pPr>
            <a:lvl4pPr>
              <a:defRPr sz="1350" b="1">
                <a:solidFill>
                  <a:srgbClr val="F5F8FA"/>
                </a:solidFill>
              </a:defRPr>
            </a:lvl4pPr>
            <a:lvl5pPr>
              <a:defRPr sz="1350" b="1">
                <a:solidFill>
                  <a:srgbClr val="F5F8FA"/>
                </a:solidFill>
              </a:defRPr>
            </a:lvl5pPr>
            <a:lvl6pPr>
              <a:defRPr sz="1350" b="1">
                <a:solidFill>
                  <a:srgbClr val="F5F8FA"/>
                </a:solidFill>
              </a:defRPr>
            </a:lvl6pPr>
            <a:lvl7pPr>
              <a:defRPr sz="1350" b="1">
                <a:solidFill>
                  <a:srgbClr val="F5F8FA"/>
                </a:solidFill>
              </a:defRPr>
            </a:lvl7pPr>
            <a:lvl8pPr>
              <a:defRPr sz="1350" b="1">
                <a:solidFill>
                  <a:srgbClr val="F5F8FA"/>
                </a:solidFill>
              </a:defRPr>
            </a:lvl8pPr>
            <a:lvl9pPr>
              <a:defRPr sz="135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5F8FA"/>
                </a:solidFill>
              </a:defRPr>
            </a:pPr>
            <a:r>
              <a:rPr sz="1350" b="1">
                <a:solidFill>
                  <a:srgbClr val="F5F8FA"/>
                </a:solidFill>
              </a:rPr>
              <a:t>Tuning choice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37F131-6E8D-4535-9FB6-7FF302A07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714875"/>
            <a:ext cx="295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A8BAC8"/>
                </a:solidFill>
              </a:defRPr>
            </a:defPPr>
            <a:lvl1pPr>
              <a:defRPr sz="1125" b="0">
                <a:solidFill>
                  <a:srgbClr val="A8BAC8"/>
                </a:solidFill>
              </a:defRPr>
            </a:lvl1pPr>
            <a:lvl2pPr>
              <a:defRPr sz="1125" b="0">
                <a:solidFill>
                  <a:srgbClr val="A8BAC8"/>
                </a:solidFill>
              </a:defRPr>
            </a:lvl2pPr>
            <a:lvl3pPr>
              <a:defRPr sz="1125" b="0">
                <a:solidFill>
                  <a:srgbClr val="A8BAC8"/>
                </a:solidFill>
              </a:defRPr>
            </a:lvl3pPr>
            <a:lvl4pPr>
              <a:defRPr sz="1125" b="0">
                <a:solidFill>
                  <a:srgbClr val="A8BAC8"/>
                </a:solidFill>
              </a:defRPr>
            </a:lvl4pPr>
            <a:lvl5pPr>
              <a:defRPr sz="1125" b="0">
                <a:solidFill>
                  <a:srgbClr val="A8BAC8"/>
                </a:solidFill>
              </a:defRPr>
            </a:lvl5pPr>
            <a:lvl6pPr>
              <a:defRPr sz="1125" b="0">
                <a:solidFill>
                  <a:srgbClr val="A8BAC8"/>
                </a:solidFill>
              </a:defRPr>
            </a:lvl6pPr>
            <a:lvl7pPr>
              <a:defRPr sz="1125" b="0">
                <a:solidFill>
                  <a:srgbClr val="A8BAC8"/>
                </a:solidFill>
              </a:defRPr>
            </a:lvl7pPr>
            <a:lvl8pPr>
              <a:defRPr sz="1125" b="0">
                <a:solidFill>
                  <a:srgbClr val="A8BAC8"/>
                </a:solidFill>
              </a:defRPr>
            </a:lvl8pPr>
            <a:lvl9pPr>
              <a:defRPr sz="112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Unweighted L2, C=1.0 for multiclass. Binary tuning did not improve the primary detector.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D10B0D-678D-4514-8859-6A62DAD09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24550"/>
            <a:ext cx="10810875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9525">
            <a:solidFill>
              <a:srgbClr val="2EC4A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91DC3E-EE97-42B0-A7F6-144F6E64E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24550"/>
            <a:ext cx="104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2EC4A6"/>
                </a:solidFill>
              </a:defRPr>
            </a:defPPr>
            <a:lvl1pPr>
              <a:defRPr sz="900" b="1">
                <a:solidFill>
                  <a:srgbClr val="2EC4A6"/>
                </a:solidFill>
              </a:defRPr>
            </a:lvl1pPr>
            <a:lvl2pPr>
              <a:defRPr sz="900" b="1">
                <a:solidFill>
                  <a:srgbClr val="2EC4A6"/>
                </a:solidFill>
              </a:defRPr>
            </a:lvl2pPr>
            <a:lvl3pPr>
              <a:defRPr sz="900" b="1">
                <a:solidFill>
                  <a:srgbClr val="2EC4A6"/>
                </a:solidFill>
              </a:defRPr>
            </a:lvl3pPr>
            <a:lvl4pPr>
              <a:defRPr sz="900" b="1">
                <a:solidFill>
                  <a:srgbClr val="2EC4A6"/>
                </a:solidFill>
              </a:defRPr>
            </a:lvl4pPr>
            <a:lvl5pPr>
              <a:defRPr sz="900" b="1">
                <a:solidFill>
                  <a:srgbClr val="2EC4A6"/>
                </a:solidFill>
              </a:defRPr>
            </a:lvl5pPr>
            <a:lvl6pPr>
              <a:defRPr sz="900" b="1">
                <a:solidFill>
                  <a:srgbClr val="2EC4A6"/>
                </a:solidFill>
              </a:defRPr>
            </a:lvl6pPr>
            <a:lvl7pPr>
              <a:defRPr sz="900" b="1">
                <a:solidFill>
                  <a:srgbClr val="2EC4A6"/>
                </a:solidFill>
              </a:defRPr>
            </a:lvl7pPr>
            <a:lvl8pPr>
              <a:defRPr sz="900" b="1">
                <a:solidFill>
                  <a:srgbClr val="2EC4A6"/>
                </a:solidFill>
              </a:defRPr>
            </a:lvl8pPr>
            <a:lvl9pPr>
              <a:defRPr sz="900" b="1">
                <a:solidFill>
                  <a:srgbClr val="2EC4A6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2EC4A6"/>
                </a:solidFill>
              </a:defRPr>
            </a:pPr>
            <a:r>
              <a:rPr sz="900" b="1">
                <a:solidFill>
                  <a:srgbClr val="2EC4A6"/>
                </a:solidFill>
              </a:rPr>
              <a:t>TAKEAWAY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C1BE66-764D-4F30-A8C2-9A0F50793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924550"/>
            <a:ext cx="938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F5F8FA"/>
                </a:solidFill>
              </a:defRPr>
            </a:defPPr>
            <a:lvl1pPr>
              <a:defRPr sz="1125" b="1">
                <a:solidFill>
                  <a:srgbClr val="F5F8FA"/>
                </a:solidFill>
              </a:defRPr>
            </a:lvl1pPr>
            <a:lvl2pPr>
              <a:defRPr sz="1125" b="1">
                <a:solidFill>
                  <a:srgbClr val="F5F8FA"/>
                </a:solidFill>
              </a:defRPr>
            </a:lvl2pPr>
            <a:lvl3pPr>
              <a:defRPr sz="1125" b="1">
                <a:solidFill>
                  <a:srgbClr val="F5F8FA"/>
                </a:solidFill>
              </a:defRPr>
            </a:lvl3pPr>
            <a:lvl4pPr>
              <a:defRPr sz="1125" b="1">
                <a:solidFill>
                  <a:srgbClr val="F5F8FA"/>
                </a:solidFill>
              </a:defRPr>
            </a:lvl4pPr>
            <a:lvl5pPr>
              <a:defRPr sz="1125" b="1">
                <a:solidFill>
                  <a:srgbClr val="F5F8FA"/>
                </a:solidFill>
              </a:defRPr>
            </a:lvl5pPr>
            <a:lvl6pPr>
              <a:defRPr sz="1125" b="1">
                <a:solidFill>
                  <a:srgbClr val="F5F8FA"/>
                </a:solidFill>
              </a:defRPr>
            </a:lvl6pPr>
            <a:lvl7pPr>
              <a:defRPr sz="1125" b="1">
                <a:solidFill>
                  <a:srgbClr val="F5F8FA"/>
                </a:solidFill>
              </a:defRPr>
            </a:lvl7pPr>
            <a:lvl8pPr>
              <a:defRPr sz="1125" b="1">
                <a:solidFill>
                  <a:srgbClr val="F5F8FA"/>
                </a:solidFill>
              </a:defRPr>
            </a:lvl8pPr>
            <a:lvl9pPr>
              <a:defRPr sz="1125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F5F8FA"/>
                </a:solidFill>
              </a:defRPr>
            </a:pPr>
            <a:r>
              <a:rPr sz="1125" b="1">
                <a:solidFill>
                  <a:srgbClr val="F5F8FA"/>
                </a:solidFill>
              </a:rPr>
              <a:t>Use the tuned multiclass result for consistency, but retain the original binary baseline for transfer tests.</a:t>
            </a:r>
          </a:p>
        </p:txBody>
      </p:sp>
    </p:spTree>
    <p:extLst>
      <p:ext uri="{BB962C8B-B14F-4D97-AF65-F5344CB8AC3E}">
        <p14:creationId xmlns:p14="http://schemas.microsoft.com/office/powerpoint/2010/main" val="15659488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DF8131-9BB4-4836-87CE-B23A995A5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C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D0E388-FC85-414A-894E-15606B9D6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6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29C7D8"/>
                </a:solidFill>
              </a:defRPr>
            </a:defPPr>
            <a:lvl1pPr>
              <a:defRPr sz="900" b="1">
                <a:solidFill>
                  <a:srgbClr val="29C7D8"/>
                </a:solidFill>
              </a:defRPr>
            </a:lvl1pPr>
            <a:lvl2pPr>
              <a:defRPr sz="900" b="1">
                <a:solidFill>
                  <a:srgbClr val="29C7D8"/>
                </a:solidFill>
              </a:defRPr>
            </a:lvl2pPr>
            <a:lvl3pPr>
              <a:defRPr sz="900" b="1">
                <a:solidFill>
                  <a:srgbClr val="29C7D8"/>
                </a:solidFill>
              </a:defRPr>
            </a:lvl3pPr>
            <a:lvl4pPr>
              <a:defRPr sz="900" b="1">
                <a:solidFill>
                  <a:srgbClr val="29C7D8"/>
                </a:solidFill>
              </a:defRPr>
            </a:lvl4pPr>
            <a:lvl5pPr>
              <a:defRPr sz="900" b="1">
                <a:solidFill>
                  <a:srgbClr val="29C7D8"/>
                </a:solidFill>
              </a:defRPr>
            </a:lvl5pPr>
            <a:lvl6pPr>
              <a:defRPr sz="900" b="1">
                <a:solidFill>
                  <a:srgbClr val="29C7D8"/>
                </a:solidFill>
              </a:defRPr>
            </a:lvl6pPr>
            <a:lvl7pPr>
              <a:defRPr sz="900" b="1">
                <a:solidFill>
                  <a:srgbClr val="29C7D8"/>
                </a:solidFill>
              </a:defRPr>
            </a:lvl7pPr>
            <a:lvl8pPr>
              <a:defRPr sz="900" b="1">
                <a:solidFill>
                  <a:srgbClr val="29C7D8"/>
                </a:solidFill>
              </a:defRPr>
            </a:lvl8pPr>
            <a:lvl9pPr>
              <a:defRPr sz="900" b="1">
                <a:solidFill>
                  <a:srgbClr val="29C7D8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29C7D8"/>
                </a:solidFill>
              </a:defRPr>
            </a:pPr>
            <a:r>
              <a:rPr sz="900" b="1">
                <a:solidFill>
                  <a:srgbClr val="29C7D8"/>
                </a:solidFill>
              </a:rPr>
              <a:t>CAPSTONE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F2AA1E-7B14-4798-B002-24080833F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43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F5F8FA"/>
                </a:solidFill>
              </a:defRPr>
            </a:defPPr>
            <a:lvl1pPr>
              <a:defRPr sz="2550" b="1">
                <a:solidFill>
                  <a:srgbClr val="F5F8FA"/>
                </a:solidFill>
              </a:defRPr>
            </a:lvl1pPr>
            <a:lvl2pPr>
              <a:defRPr sz="2550" b="1">
                <a:solidFill>
                  <a:srgbClr val="F5F8FA"/>
                </a:solidFill>
              </a:defRPr>
            </a:lvl2pPr>
            <a:lvl3pPr>
              <a:defRPr sz="2550" b="1">
                <a:solidFill>
                  <a:srgbClr val="F5F8FA"/>
                </a:solidFill>
              </a:defRPr>
            </a:lvl3pPr>
            <a:lvl4pPr>
              <a:defRPr sz="2550" b="1">
                <a:solidFill>
                  <a:srgbClr val="F5F8FA"/>
                </a:solidFill>
              </a:defRPr>
            </a:lvl4pPr>
            <a:lvl5pPr>
              <a:defRPr sz="2550" b="1">
                <a:solidFill>
                  <a:srgbClr val="F5F8FA"/>
                </a:solidFill>
              </a:defRPr>
            </a:lvl5pPr>
            <a:lvl6pPr>
              <a:defRPr sz="2550" b="1">
                <a:solidFill>
                  <a:srgbClr val="F5F8FA"/>
                </a:solidFill>
              </a:defRPr>
            </a:lvl6pPr>
            <a:lvl7pPr>
              <a:defRPr sz="2550" b="1">
                <a:solidFill>
                  <a:srgbClr val="F5F8FA"/>
                </a:solidFill>
              </a:defRPr>
            </a:lvl7pPr>
            <a:lvl8pPr>
              <a:defRPr sz="2550" b="1">
                <a:solidFill>
                  <a:srgbClr val="F5F8FA"/>
                </a:solidFill>
              </a:defRPr>
            </a:lvl8pPr>
            <a:lvl9pPr>
              <a:defRPr sz="255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5F8FA"/>
                </a:solidFill>
              </a:defRPr>
            </a:pPr>
            <a:r>
              <a:rPr sz="2550" b="1">
                <a:solidFill>
                  <a:srgbClr val="F5F8FA"/>
                </a:solidFill>
              </a:rPr>
              <a:t>Tree ensembles lead the chronological benchmark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ADFD48-7374-4126-A7BC-A74E35DDD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287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A8BAC8"/>
                </a:solidFill>
              </a:defRPr>
            </a:defPPr>
            <a:lvl1pPr>
              <a:defRPr sz="1275" b="0">
                <a:solidFill>
                  <a:srgbClr val="A8BAC8"/>
                </a:solidFill>
              </a:defRPr>
            </a:lvl1pPr>
            <a:lvl2pPr>
              <a:defRPr sz="1275" b="0">
                <a:solidFill>
                  <a:srgbClr val="A8BAC8"/>
                </a:solidFill>
              </a:defRPr>
            </a:lvl2pPr>
            <a:lvl3pPr>
              <a:defRPr sz="1275" b="0">
                <a:solidFill>
                  <a:srgbClr val="A8BAC8"/>
                </a:solidFill>
              </a:defRPr>
            </a:lvl3pPr>
            <a:lvl4pPr>
              <a:defRPr sz="1275" b="0">
                <a:solidFill>
                  <a:srgbClr val="A8BAC8"/>
                </a:solidFill>
              </a:defRPr>
            </a:lvl4pPr>
            <a:lvl5pPr>
              <a:defRPr sz="1275" b="0">
                <a:solidFill>
                  <a:srgbClr val="A8BAC8"/>
                </a:solidFill>
              </a:defRPr>
            </a:lvl5pPr>
            <a:lvl6pPr>
              <a:defRPr sz="1275" b="0">
                <a:solidFill>
                  <a:srgbClr val="A8BAC8"/>
                </a:solidFill>
              </a:defRPr>
            </a:lvl6pPr>
            <a:lvl7pPr>
              <a:defRPr sz="1275" b="0">
                <a:solidFill>
                  <a:srgbClr val="A8BAC8"/>
                </a:solidFill>
              </a:defRPr>
            </a:lvl7pPr>
            <a:lvl8pPr>
              <a:defRPr sz="1275" b="0">
                <a:solidFill>
                  <a:srgbClr val="A8BAC8"/>
                </a:solidFill>
              </a:defRPr>
            </a:lvl8pPr>
            <a:lvl9pPr>
              <a:defRPr sz="127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A8BAC8"/>
                </a:solidFill>
              </a:defRPr>
            </a:pPr>
            <a:r>
              <a:rPr sz="1275" b="0">
                <a:solidFill>
                  <a:srgbClr val="A8BAC8"/>
                </a:solidFill>
              </a:rPr>
              <a:t>Model diversity tests linear, nonlinear, bagging, boosting, and neural approaches.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54C75B-B46C-435F-AB45-0B6678AF1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71600"/>
            <a:ext cx="11239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2E7F75-779A-44A7-BB0E-415EF19C1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A8BAC8"/>
                </a:solidFill>
              </a:defRPr>
            </a:defPPr>
            <a:lvl1pPr>
              <a:defRPr sz="900" b="1">
                <a:solidFill>
                  <a:srgbClr val="A8BAC8"/>
                </a:solidFill>
              </a:defRPr>
            </a:lvl1pPr>
            <a:lvl2pPr>
              <a:defRPr sz="900" b="1">
                <a:solidFill>
                  <a:srgbClr val="A8BAC8"/>
                </a:solidFill>
              </a:defRPr>
            </a:lvl2pPr>
            <a:lvl3pPr>
              <a:defRPr sz="900" b="1">
                <a:solidFill>
                  <a:srgbClr val="A8BAC8"/>
                </a:solidFill>
              </a:defRPr>
            </a:lvl3pPr>
            <a:lvl4pPr>
              <a:defRPr sz="900" b="1">
                <a:solidFill>
                  <a:srgbClr val="A8BAC8"/>
                </a:solidFill>
              </a:defRPr>
            </a:lvl4pPr>
            <a:lvl5pPr>
              <a:defRPr sz="900" b="1">
                <a:solidFill>
                  <a:srgbClr val="A8BAC8"/>
                </a:solidFill>
              </a:defRPr>
            </a:lvl5pPr>
            <a:lvl6pPr>
              <a:defRPr sz="900" b="1">
                <a:solidFill>
                  <a:srgbClr val="A8BAC8"/>
                </a:solidFill>
              </a:defRPr>
            </a:lvl6pPr>
            <a:lvl7pPr>
              <a:defRPr sz="900" b="1">
                <a:solidFill>
                  <a:srgbClr val="A8BAC8"/>
                </a:solidFill>
              </a:defRPr>
            </a:lvl7pPr>
            <a:lvl8pPr>
              <a:defRPr sz="900" b="1">
                <a:solidFill>
                  <a:srgbClr val="A8BAC8"/>
                </a:solidFill>
              </a:defRPr>
            </a:lvl8pPr>
            <a:lvl9pPr>
              <a:defRPr sz="900" b="1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A8BAC8"/>
                </a:solidFill>
              </a:defRPr>
            </a:pPr>
            <a:r>
              <a:rPr sz="900" b="1">
                <a:solidFill>
                  <a:srgbClr val="A8BAC8"/>
                </a:solidFill>
              </a:rPr>
              <a:t>09</a:t>
            </a:r>
          </a:p>
        </p:txBody>
      </p:sp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76ABFD3F-E915-4722-AA7B-166CF3B21D45}"/>
              </a:ext>
            </a:extLst>
          </p:cNvPr>
          <p:cNvGraphicFramePr/>
          <p:nvPr/>
        </p:nvGraphicFramePr>
        <p:xfrm>
          <a:off xmlns:a="http://schemas.openxmlformats.org/drawingml/2006/main" x="666750" y="1666875"/>
          <a:ext xmlns:a="http://schemas.openxmlformats.org/drawingml/2006/main" cx="990600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140ee7be6894655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0463D7-F4DD-4674-AA2C-AF8C0164E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24550"/>
            <a:ext cx="10810875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9525">
            <a:solidFill>
              <a:srgbClr val="2EC4A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4BB4C2-FA33-4F86-9D96-877A8AF50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24550"/>
            <a:ext cx="104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2EC4A6"/>
                </a:solidFill>
              </a:defRPr>
            </a:defPPr>
            <a:lvl1pPr>
              <a:defRPr sz="900" b="1">
                <a:solidFill>
                  <a:srgbClr val="2EC4A6"/>
                </a:solidFill>
              </a:defRPr>
            </a:lvl1pPr>
            <a:lvl2pPr>
              <a:defRPr sz="900" b="1">
                <a:solidFill>
                  <a:srgbClr val="2EC4A6"/>
                </a:solidFill>
              </a:defRPr>
            </a:lvl2pPr>
            <a:lvl3pPr>
              <a:defRPr sz="900" b="1">
                <a:solidFill>
                  <a:srgbClr val="2EC4A6"/>
                </a:solidFill>
              </a:defRPr>
            </a:lvl3pPr>
            <a:lvl4pPr>
              <a:defRPr sz="900" b="1">
                <a:solidFill>
                  <a:srgbClr val="2EC4A6"/>
                </a:solidFill>
              </a:defRPr>
            </a:lvl4pPr>
            <a:lvl5pPr>
              <a:defRPr sz="900" b="1">
                <a:solidFill>
                  <a:srgbClr val="2EC4A6"/>
                </a:solidFill>
              </a:defRPr>
            </a:lvl5pPr>
            <a:lvl6pPr>
              <a:defRPr sz="900" b="1">
                <a:solidFill>
                  <a:srgbClr val="2EC4A6"/>
                </a:solidFill>
              </a:defRPr>
            </a:lvl6pPr>
            <a:lvl7pPr>
              <a:defRPr sz="900" b="1">
                <a:solidFill>
                  <a:srgbClr val="2EC4A6"/>
                </a:solidFill>
              </a:defRPr>
            </a:lvl7pPr>
            <a:lvl8pPr>
              <a:defRPr sz="900" b="1">
                <a:solidFill>
                  <a:srgbClr val="2EC4A6"/>
                </a:solidFill>
              </a:defRPr>
            </a:lvl8pPr>
            <a:lvl9pPr>
              <a:defRPr sz="900" b="1">
                <a:solidFill>
                  <a:srgbClr val="2EC4A6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2EC4A6"/>
                </a:solidFill>
              </a:defRPr>
            </a:pPr>
            <a:r>
              <a:rPr sz="900" b="1">
                <a:solidFill>
                  <a:srgbClr val="2EC4A6"/>
                </a:solidFill>
              </a:rPr>
              <a:t>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38F8F5-632C-4B33-B488-6E43F35A3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924550"/>
            <a:ext cx="938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F5F8FA"/>
                </a:solidFill>
              </a:defRPr>
            </a:defPPr>
            <a:lvl1pPr>
              <a:defRPr sz="1125" b="1">
                <a:solidFill>
                  <a:srgbClr val="F5F8FA"/>
                </a:solidFill>
              </a:defRPr>
            </a:lvl1pPr>
            <a:lvl2pPr>
              <a:defRPr sz="1125" b="1">
                <a:solidFill>
                  <a:srgbClr val="F5F8FA"/>
                </a:solidFill>
              </a:defRPr>
            </a:lvl2pPr>
            <a:lvl3pPr>
              <a:defRPr sz="1125" b="1">
                <a:solidFill>
                  <a:srgbClr val="F5F8FA"/>
                </a:solidFill>
              </a:defRPr>
            </a:lvl3pPr>
            <a:lvl4pPr>
              <a:defRPr sz="1125" b="1">
                <a:solidFill>
                  <a:srgbClr val="F5F8FA"/>
                </a:solidFill>
              </a:defRPr>
            </a:lvl4pPr>
            <a:lvl5pPr>
              <a:defRPr sz="1125" b="1">
                <a:solidFill>
                  <a:srgbClr val="F5F8FA"/>
                </a:solidFill>
              </a:defRPr>
            </a:lvl5pPr>
            <a:lvl6pPr>
              <a:defRPr sz="1125" b="1">
                <a:solidFill>
                  <a:srgbClr val="F5F8FA"/>
                </a:solidFill>
              </a:defRPr>
            </a:lvl6pPr>
            <a:lvl7pPr>
              <a:defRPr sz="1125" b="1">
                <a:solidFill>
                  <a:srgbClr val="F5F8FA"/>
                </a:solidFill>
              </a:defRPr>
            </a:lvl7pPr>
            <a:lvl8pPr>
              <a:defRPr sz="1125" b="1">
                <a:solidFill>
                  <a:srgbClr val="F5F8FA"/>
                </a:solidFill>
              </a:defRPr>
            </a:lvl8pPr>
            <a:lvl9pPr>
              <a:defRPr sz="1125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F5F8FA"/>
                </a:solidFill>
              </a:defRPr>
            </a:pPr>
            <a:r>
              <a:rPr sz="1125" b="1">
                <a:solidFill>
                  <a:srgbClr val="F5F8FA"/>
                </a:solidFill>
              </a:rPr>
              <a:t>HistGradientBoosting is strongest on this split; cross-network testing is still required before deployment.</a:t>
            </a:r>
          </a:p>
        </p:txBody>
      </p:sp>
    </p:spTree>
    <p:extLst>
      <p:ext uri="{BB962C8B-B14F-4D97-AF65-F5344CB8AC3E}">
        <p14:creationId xmlns:p14="http://schemas.microsoft.com/office/powerpoint/2010/main" val="162557968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242CFF-B180-470B-9CAD-EE0B4926F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C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60C5DD-0AB9-429C-99F2-E097D7397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6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29C7D8"/>
                </a:solidFill>
              </a:defRPr>
            </a:defPPr>
            <a:lvl1pPr>
              <a:defRPr sz="900" b="1">
                <a:solidFill>
                  <a:srgbClr val="29C7D8"/>
                </a:solidFill>
              </a:defRPr>
            </a:lvl1pPr>
            <a:lvl2pPr>
              <a:defRPr sz="900" b="1">
                <a:solidFill>
                  <a:srgbClr val="29C7D8"/>
                </a:solidFill>
              </a:defRPr>
            </a:lvl2pPr>
            <a:lvl3pPr>
              <a:defRPr sz="900" b="1">
                <a:solidFill>
                  <a:srgbClr val="29C7D8"/>
                </a:solidFill>
              </a:defRPr>
            </a:lvl3pPr>
            <a:lvl4pPr>
              <a:defRPr sz="900" b="1">
                <a:solidFill>
                  <a:srgbClr val="29C7D8"/>
                </a:solidFill>
              </a:defRPr>
            </a:lvl4pPr>
            <a:lvl5pPr>
              <a:defRPr sz="900" b="1">
                <a:solidFill>
                  <a:srgbClr val="29C7D8"/>
                </a:solidFill>
              </a:defRPr>
            </a:lvl5pPr>
            <a:lvl6pPr>
              <a:defRPr sz="900" b="1">
                <a:solidFill>
                  <a:srgbClr val="29C7D8"/>
                </a:solidFill>
              </a:defRPr>
            </a:lvl6pPr>
            <a:lvl7pPr>
              <a:defRPr sz="900" b="1">
                <a:solidFill>
                  <a:srgbClr val="29C7D8"/>
                </a:solidFill>
              </a:defRPr>
            </a:lvl7pPr>
            <a:lvl8pPr>
              <a:defRPr sz="900" b="1">
                <a:solidFill>
                  <a:srgbClr val="29C7D8"/>
                </a:solidFill>
              </a:defRPr>
            </a:lvl8pPr>
            <a:lvl9pPr>
              <a:defRPr sz="900" b="1">
                <a:solidFill>
                  <a:srgbClr val="29C7D8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29C7D8"/>
                </a:solidFill>
              </a:defRPr>
            </a:pPr>
            <a:r>
              <a:rPr sz="900" b="1">
                <a:solidFill>
                  <a:srgbClr val="29C7D8"/>
                </a:solidFill>
              </a:rPr>
              <a:t>CAPSTONE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33FF8B-15F3-4C7E-A991-61AAD1676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43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F5F8FA"/>
                </a:solidFill>
              </a:defRPr>
            </a:defPPr>
            <a:lvl1pPr>
              <a:defRPr sz="2550" b="1">
                <a:solidFill>
                  <a:srgbClr val="F5F8FA"/>
                </a:solidFill>
              </a:defRPr>
            </a:lvl1pPr>
            <a:lvl2pPr>
              <a:defRPr sz="2550" b="1">
                <a:solidFill>
                  <a:srgbClr val="F5F8FA"/>
                </a:solidFill>
              </a:defRPr>
            </a:lvl2pPr>
            <a:lvl3pPr>
              <a:defRPr sz="2550" b="1">
                <a:solidFill>
                  <a:srgbClr val="F5F8FA"/>
                </a:solidFill>
              </a:defRPr>
            </a:lvl3pPr>
            <a:lvl4pPr>
              <a:defRPr sz="2550" b="1">
                <a:solidFill>
                  <a:srgbClr val="F5F8FA"/>
                </a:solidFill>
              </a:defRPr>
            </a:lvl4pPr>
            <a:lvl5pPr>
              <a:defRPr sz="2550" b="1">
                <a:solidFill>
                  <a:srgbClr val="F5F8FA"/>
                </a:solidFill>
              </a:defRPr>
            </a:lvl5pPr>
            <a:lvl6pPr>
              <a:defRPr sz="2550" b="1">
                <a:solidFill>
                  <a:srgbClr val="F5F8FA"/>
                </a:solidFill>
              </a:defRPr>
            </a:lvl6pPr>
            <a:lvl7pPr>
              <a:defRPr sz="2550" b="1">
                <a:solidFill>
                  <a:srgbClr val="F5F8FA"/>
                </a:solidFill>
              </a:defRPr>
            </a:lvl7pPr>
            <a:lvl8pPr>
              <a:defRPr sz="2550" b="1">
                <a:solidFill>
                  <a:srgbClr val="F5F8FA"/>
                </a:solidFill>
              </a:defRPr>
            </a:lvl8pPr>
            <a:lvl9pPr>
              <a:defRPr sz="255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5F8FA"/>
                </a:solidFill>
              </a:defRPr>
            </a:pPr>
            <a:r>
              <a:rPr sz="2550" b="1">
                <a:solidFill>
                  <a:srgbClr val="F5F8FA"/>
                </a:solidFill>
              </a:rPr>
              <a:t>Tuning helps the MLP, but not the leading ensembles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EC1272-8C98-4D2A-A3D7-55862E3C9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287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A8BAC8"/>
                </a:solidFill>
              </a:defRPr>
            </a:defPPr>
            <a:lvl1pPr>
              <a:defRPr sz="1275" b="0">
                <a:solidFill>
                  <a:srgbClr val="A8BAC8"/>
                </a:solidFill>
              </a:defRPr>
            </a:lvl1pPr>
            <a:lvl2pPr>
              <a:defRPr sz="1275" b="0">
                <a:solidFill>
                  <a:srgbClr val="A8BAC8"/>
                </a:solidFill>
              </a:defRPr>
            </a:lvl2pPr>
            <a:lvl3pPr>
              <a:defRPr sz="1275" b="0">
                <a:solidFill>
                  <a:srgbClr val="A8BAC8"/>
                </a:solidFill>
              </a:defRPr>
            </a:lvl3pPr>
            <a:lvl4pPr>
              <a:defRPr sz="1275" b="0">
                <a:solidFill>
                  <a:srgbClr val="A8BAC8"/>
                </a:solidFill>
              </a:defRPr>
            </a:lvl4pPr>
            <a:lvl5pPr>
              <a:defRPr sz="1275" b="0">
                <a:solidFill>
                  <a:srgbClr val="A8BAC8"/>
                </a:solidFill>
              </a:defRPr>
            </a:lvl5pPr>
            <a:lvl6pPr>
              <a:defRPr sz="1275" b="0">
                <a:solidFill>
                  <a:srgbClr val="A8BAC8"/>
                </a:solidFill>
              </a:defRPr>
            </a:lvl6pPr>
            <a:lvl7pPr>
              <a:defRPr sz="1275" b="0">
                <a:solidFill>
                  <a:srgbClr val="A8BAC8"/>
                </a:solidFill>
              </a:defRPr>
            </a:lvl7pPr>
            <a:lvl8pPr>
              <a:defRPr sz="1275" b="0">
                <a:solidFill>
                  <a:srgbClr val="A8BAC8"/>
                </a:solidFill>
              </a:defRPr>
            </a:lvl8pPr>
            <a:lvl9pPr>
              <a:defRPr sz="127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A8BAC8"/>
                </a:solidFill>
              </a:defRPr>
            </a:pPr>
            <a:r>
              <a:rPr sz="1275" b="0">
                <a:solidFill>
                  <a:srgbClr val="A8BAC8"/>
                </a:solidFill>
              </a:rPr>
              <a:t>The base configurations were already near the useful region of the search space.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C880D1-1444-4A88-A154-F3F551DB7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71600"/>
            <a:ext cx="11239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5FB2B3-EA94-48EA-95D3-363FEC9FD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A8BAC8"/>
                </a:solidFill>
              </a:defRPr>
            </a:defPPr>
            <a:lvl1pPr>
              <a:defRPr sz="900" b="1">
                <a:solidFill>
                  <a:srgbClr val="A8BAC8"/>
                </a:solidFill>
              </a:defRPr>
            </a:lvl1pPr>
            <a:lvl2pPr>
              <a:defRPr sz="900" b="1">
                <a:solidFill>
                  <a:srgbClr val="A8BAC8"/>
                </a:solidFill>
              </a:defRPr>
            </a:lvl2pPr>
            <a:lvl3pPr>
              <a:defRPr sz="900" b="1">
                <a:solidFill>
                  <a:srgbClr val="A8BAC8"/>
                </a:solidFill>
              </a:defRPr>
            </a:lvl3pPr>
            <a:lvl4pPr>
              <a:defRPr sz="900" b="1">
                <a:solidFill>
                  <a:srgbClr val="A8BAC8"/>
                </a:solidFill>
              </a:defRPr>
            </a:lvl4pPr>
            <a:lvl5pPr>
              <a:defRPr sz="900" b="1">
                <a:solidFill>
                  <a:srgbClr val="A8BAC8"/>
                </a:solidFill>
              </a:defRPr>
            </a:lvl5pPr>
            <a:lvl6pPr>
              <a:defRPr sz="900" b="1">
                <a:solidFill>
                  <a:srgbClr val="A8BAC8"/>
                </a:solidFill>
              </a:defRPr>
            </a:lvl6pPr>
            <a:lvl7pPr>
              <a:defRPr sz="900" b="1">
                <a:solidFill>
                  <a:srgbClr val="A8BAC8"/>
                </a:solidFill>
              </a:defRPr>
            </a:lvl7pPr>
            <a:lvl8pPr>
              <a:defRPr sz="900" b="1">
                <a:solidFill>
                  <a:srgbClr val="A8BAC8"/>
                </a:solidFill>
              </a:defRPr>
            </a:lvl8pPr>
            <a:lvl9pPr>
              <a:defRPr sz="900" b="1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A8BAC8"/>
                </a:solidFill>
              </a:defRPr>
            </a:pPr>
            <a:r>
              <a:rPr sz="900" b="1">
                <a:solidFill>
                  <a:srgbClr val="A8BAC8"/>
                </a:solidFill>
              </a:rPr>
              <a:t>10</a:t>
            </a:r>
          </a:p>
        </p:txBody>
      </p:sp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8C4CFCE5-F8F8-40C4-A0E5-684EACB4194B}"/>
              </a:ext>
            </a:extLst>
          </p:cNvPr>
          <p:cNvGraphicFramePr/>
          <p:nvPr/>
        </p:nvGraphicFramePr>
        <p:xfrm>
          <a:off xmlns:a="http://schemas.openxmlformats.org/drawingml/2006/main" x="571500" y="1762125"/>
          <a:ext xmlns:a="http://schemas.openxmlformats.org/drawingml/2006/main" cx="762000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e825a35974545fe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B98A5A-A95C-47DE-B647-AF2863787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6859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F5F8FA"/>
                </a:solidFill>
              </a:defRPr>
            </a:defPPr>
            <a:lvl1pPr>
              <a:defRPr sz="1125" b="1">
                <a:solidFill>
                  <a:srgbClr val="F5F8FA"/>
                </a:solidFill>
              </a:defRPr>
            </a:lvl1pPr>
            <a:lvl2pPr>
              <a:defRPr sz="1125" b="1">
                <a:solidFill>
                  <a:srgbClr val="F5F8FA"/>
                </a:solidFill>
              </a:defRPr>
            </a:lvl2pPr>
            <a:lvl3pPr>
              <a:defRPr sz="1125" b="1">
                <a:solidFill>
                  <a:srgbClr val="F5F8FA"/>
                </a:solidFill>
              </a:defRPr>
            </a:lvl3pPr>
            <a:lvl4pPr>
              <a:defRPr sz="1125" b="1">
                <a:solidFill>
                  <a:srgbClr val="F5F8FA"/>
                </a:solidFill>
              </a:defRPr>
            </a:lvl4pPr>
            <a:lvl5pPr>
              <a:defRPr sz="1125" b="1">
                <a:solidFill>
                  <a:srgbClr val="F5F8FA"/>
                </a:solidFill>
              </a:defRPr>
            </a:lvl5pPr>
            <a:lvl6pPr>
              <a:defRPr sz="1125" b="1">
                <a:solidFill>
                  <a:srgbClr val="F5F8FA"/>
                </a:solidFill>
              </a:defRPr>
            </a:lvl6pPr>
            <a:lvl7pPr>
              <a:defRPr sz="1125" b="1">
                <a:solidFill>
                  <a:srgbClr val="F5F8FA"/>
                </a:solidFill>
              </a:defRPr>
            </a:lvl7pPr>
            <a:lvl8pPr>
              <a:defRPr sz="1125" b="1">
                <a:solidFill>
                  <a:srgbClr val="F5F8FA"/>
                </a:solidFill>
              </a:defRPr>
            </a:lvl8pPr>
            <a:lvl9pPr>
              <a:defRPr sz="1125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F5F8FA"/>
                </a:solidFill>
              </a:defRPr>
            </a:pPr>
            <a:r>
              <a:rPr sz="1125" b="1">
                <a:solidFill>
                  <a:srgbClr val="F5F8FA"/>
                </a:solidFill>
              </a:rPr>
              <a:t>Base versus tuned</a:t>
            </a:r>
          </a:p>
        </p:txBody>
      </p:sp>
      <p:graphicFrame>
        <p:nvGraphicFrame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F173E9-2229-48AD-930E-A02D816CCDC4}"/>
              </a:ext>
            </a:extLst>
          </p:cNvPr>
          <p:cNvGraphicFramePr/>
          <p:nvPr/>
        </p:nvGraphicFramePr>
        <p:xfrm>
          <a:off xmlns:a="http://schemas.openxmlformats.org/drawingml/2006/main" x="8334375" y="2000250"/>
          <a:ext xmlns:a="http://schemas.openxmlformats.org/drawingml/2006/main" cx="314325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95375"/>
                <a:gridCol w="638175"/>
                <a:gridCol w="638175"/>
                <a:gridCol w="771525"/>
              </a:tblGrid>
              <a:tr h="47625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9C7D8"/>
                          </a:solidFill>
                        </a:rPr>
                        <a:t>Model</a:t>
                      </a:r>
                    </a:p>
                  </a:txBody>
                  <a:tcPr marL="76200" marR="76200" marT="47625" marB="47625" anchor="ctr" horzOverflow="clip">
                    <a:lnL w="9525">
                      <a:solidFill>
                        <a:srgbClr val="27465C"/>
                      </a:solidFill>
                      <a:prstDash val="solid"/>
                    </a:lnL>
                    <a:lnR w="9525">
                      <a:solidFill>
                        <a:srgbClr val="27465C"/>
                      </a:solidFill>
                      <a:prstDash val="solid"/>
                    </a:lnR>
                    <a:lnT w="9525">
                      <a:solidFill>
                        <a:srgbClr val="27465C"/>
                      </a:solidFill>
                      <a:prstDash val="solid"/>
                    </a:lnT>
                    <a:lnB w="9525">
                      <a:solidFill>
                        <a:srgbClr val="27465C"/>
                      </a:solidFill>
                      <a:prstDash val="solid"/>
                    </a:lnB>
                    <a:solidFill>
                      <a:srgbClr val="1230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9C7D8"/>
                          </a:solidFill>
                        </a:rPr>
                        <a:t>Base</a:t>
                      </a:r>
                    </a:p>
                  </a:txBody>
                  <a:tcPr marL="76200" marR="76200" marT="47625" marB="47625" anchor="ctr" horzOverflow="clip">
                    <a:lnR w="9525">
                      <a:solidFill>
                        <a:srgbClr val="27465C"/>
                      </a:solidFill>
                      <a:prstDash val="solid"/>
                    </a:lnR>
                    <a:lnT w="9525">
                      <a:solidFill>
                        <a:srgbClr val="27465C"/>
                      </a:solidFill>
                      <a:prstDash val="solid"/>
                    </a:lnT>
                    <a:lnB w="9525">
                      <a:solidFill>
                        <a:srgbClr val="27465C"/>
                      </a:solidFill>
                      <a:prstDash val="solid"/>
                    </a:lnB>
                    <a:solidFill>
                      <a:srgbClr val="1230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9C7D8"/>
                          </a:solidFill>
                        </a:rPr>
                        <a:t>Tuned</a:t>
                      </a:r>
                    </a:p>
                  </a:txBody>
                  <a:tcPr marL="76200" marR="76200" marT="47625" marB="47625" anchor="ctr" horzOverflow="clip">
                    <a:lnR w="9525">
                      <a:solidFill>
                        <a:srgbClr val="27465C"/>
                      </a:solidFill>
                      <a:prstDash val="solid"/>
                    </a:lnR>
                    <a:lnT w="9525">
                      <a:solidFill>
                        <a:srgbClr val="27465C"/>
                      </a:solidFill>
                      <a:prstDash val="solid"/>
                    </a:lnT>
                    <a:lnB w="9525">
                      <a:solidFill>
                        <a:srgbClr val="27465C"/>
                      </a:solidFill>
                      <a:prstDash val="solid"/>
                    </a:lnB>
                    <a:solidFill>
                      <a:srgbClr val="1230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9C7D8"/>
                          </a:solidFill>
                        </a:rPr>
                        <a:t>Change</a:t>
                      </a:r>
                    </a:p>
                  </a:txBody>
                  <a:tcPr marL="76200" marR="76200" marT="47625" marB="47625" anchor="ctr" horzOverflow="clip">
                    <a:lnR w="9525">
                      <a:solidFill>
                        <a:srgbClr val="27465C"/>
                      </a:solidFill>
                      <a:prstDash val="solid"/>
                    </a:lnR>
                    <a:lnT w="9525">
                      <a:solidFill>
                        <a:srgbClr val="27465C"/>
                      </a:solidFill>
                      <a:prstDash val="solid"/>
                    </a:lnT>
                    <a:lnB w="9525">
                      <a:solidFill>
                        <a:srgbClr val="27465C"/>
                      </a:solidFill>
                      <a:prstDash val="solid"/>
                    </a:lnB>
                    <a:solidFill>
                      <a:srgbClr val="123047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5F8FA"/>
                          </a:solidFill>
                        </a:rPr>
                        <a:t>HistGB</a:t>
                      </a:r>
                    </a:p>
                  </a:txBody>
                  <a:tcPr marL="76200" marR="76200" marT="47625" marB="47625" anchor="ctr" horzOverflow="clip">
                    <a:lnL w="9525">
                      <a:solidFill>
                        <a:srgbClr val="27465C"/>
                      </a:solidFill>
                      <a:prstDash val="solid"/>
                    </a:lnL>
                    <a:lnR w="9525">
                      <a:solidFill>
                        <a:srgbClr val="27465C"/>
                      </a:solidFill>
                      <a:prstDash val="solid"/>
                    </a:lnR>
                    <a:lnB w="9525">
                      <a:solidFill>
                        <a:srgbClr val="27465C"/>
                      </a:solidFill>
                      <a:prstDash val="solid"/>
                    </a:lnB>
                    <a:solidFill>
                      <a:srgbClr val="0E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5F8FA"/>
                          </a:solidFill>
                        </a:rPr>
                        <a:t>0.924</a:t>
                      </a:r>
                    </a:p>
                  </a:txBody>
                  <a:tcPr marL="76200" marR="76200" marT="47625" marB="47625" anchor="ctr" horzOverflow="clip">
                    <a:lnR w="9525">
                      <a:solidFill>
                        <a:srgbClr val="27465C"/>
                      </a:solidFill>
                      <a:prstDash val="solid"/>
                    </a:lnR>
                    <a:lnB w="9525">
                      <a:solidFill>
                        <a:srgbClr val="27465C"/>
                      </a:solidFill>
                      <a:prstDash val="solid"/>
                    </a:lnB>
                    <a:solidFill>
                      <a:srgbClr val="0E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5F8FA"/>
                          </a:solidFill>
                        </a:rPr>
                        <a:t>0.920</a:t>
                      </a:r>
                    </a:p>
                  </a:txBody>
                  <a:tcPr marL="76200" marR="76200" marT="47625" marB="47625" anchor="ctr" horzOverflow="clip">
                    <a:lnR w="9525">
                      <a:solidFill>
                        <a:srgbClr val="27465C"/>
                      </a:solidFill>
                      <a:prstDash val="solid"/>
                    </a:lnR>
                    <a:lnB w="9525">
                      <a:solidFill>
                        <a:srgbClr val="27465C"/>
                      </a:solidFill>
                      <a:prstDash val="solid"/>
                    </a:lnB>
                    <a:solidFill>
                      <a:srgbClr val="0E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5F8FA"/>
                          </a:solidFill>
                        </a:rPr>
                        <a:t>-0.004</a:t>
                      </a:r>
                    </a:p>
                  </a:txBody>
                  <a:tcPr marL="76200" marR="76200" marT="47625" marB="47625" anchor="ctr" horzOverflow="clip">
                    <a:lnR w="9525">
                      <a:solidFill>
                        <a:srgbClr val="27465C"/>
                      </a:solidFill>
                      <a:prstDash val="solid"/>
                    </a:lnR>
                    <a:lnB w="9525">
                      <a:solidFill>
                        <a:srgbClr val="27465C"/>
                      </a:solidFill>
                      <a:prstDash val="solid"/>
                    </a:lnB>
                    <a:solidFill>
                      <a:srgbClr val="0E2638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5F8FA"/>
                          </a:solidFill>
                        </a:rPr>
                        <a:t>LightGBM</a:t>
                      </a:r>
                    </a:p>
                  </a:txBody>
                  <a:tcPr marL="76200" marR="76200" marT="47625" marB="47625" anchor="ctr" horzOverflow="clip">
                    <a:lnL w="9525">
                      <a:solidFill>
                        <a:srgbClr val="27465C"/>
                      </a:solidFill>
                      <a:prstDash val="solid"/>
                    </a:lnL>
                    <a:lnR w="9525">
                      <a:solidFill>
                        <a:srgbClr val="27465C"/>
                      </a:solidFill>
                      <a:prstDash val="solid"/>
                    </a:lnR>
                    <a:lnB w="9525">
                      <a:solidFill>
                        <a:srgbClr val="27465C"/>
                      </a:solidFill>
                      <a:prstDash val="solid"/>
                    </a:lnB>
                    <a:solidFill>
                      <a:srgbClr val="102B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5F8FA"/>
                          </a:solidFill>
                        </a:rPr>
                        <a:t>0.918</a:t>
                      </a:r>
                    </a:p>
                  </a:txBody>
                  <a:tcPr marL="76200" marR="76200" marT="47625" marB="47625" anchor="ctr" horzOverflow="clip">
                    <a:lnR w="9525">
                      <a:solidFill>
                        <a:srgbClr val="27465C"/>
                      </a:solidFill>
                      <a:prstDash val="solid"/>
                    </a:lnR>
                    <a:lnB w="9525">
                      <a:solidFill>
                        <a:srgbClr val="27465C"/>
                      </a:solidFill>
                      <a:prstDash val="solid"/>
                    </a:lnB>
                    <a:solidFill>
                      <a:srgbClr val="102B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5F8FA"/>
                          </a:solidFill>
                        </a:rPr>
                        <a:t>0.918</a:t>
                      </a:r>
                    </a:p>
                  </a:txBody>
                  <a:tcPr marL="76200" marR="76200" marT="47625" marB="47625" anchor="ctr" horzOverflow="clip">
                    <a:lnR w="9525">
                      <a:solidFill>
                        <a:srgbClr val="27465C"/>
                      </a:solidFill>
                      <a:prstDash val="solid"/>
                    </a:lnR>
                    <a:lnB w="9525">
                      <a:solidFill>
                        <a:srgbClr val="27465C"/>
                      </a:solidFill>
                      <a:prstDash val="solid"/>
                    </a:lnB>
                    <a:solidFill>
                      <a:srgbClr val="102B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5F8FA"/>
                          </a:solidFill>
                        </a:rPr>
                        <a:t>0.000</a:t>
                      </a:r>
                    </a:p>
                  </a:txBody>
                  <a:tcPr marL="76200" marR="76200" marT="47625" marB="47625" anchor="ctr" horzOverflow="clip">
                    <a:lnR w="9525">
                      <a:solidFill>
                        <a:srgbClr val="27465C"/>
                      </a:solidFill>
                      <a:prstDash val="solid"/>
                    </a:lnR>
                    <a:lnB w="9525">
                      <a:solidFill>
                        <a:srgbClr val="27465C"/>
                      </a:solidFill>
                      <a:prstDash val="solid"/>
                    </a:lnB>
                    <a:solidFill>
                      <a:srgbClr val="102B3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5F8FA"/>
                          </a:solidFill>
                        </a:rPr>
                        <a:t>XGBoost</a:t>
                      </a:r>
                    </a:p>
                  </a:txBody>
                  <a:tcPr marL="76200" marR="76200" marT="47625" marB="47625" anchor="ctr" horzOverflow="clip">
                    <a:lnL w="9525">
                      <a:solidFill>
                        <a:srgbClr val="27465C"/>
                      </a:solidFill>
                      <a:prstDash val="solid"/>
                    </a:lnL>
                    <a:lnR w="9525">
                      <a:solidFill>
                        <a:srgbClr val="27465C"/>
                      </a:solidFill>
                      <a:prstDash val="solid"/>
                    </a:lnR>
                    <a:lnB w="9525">
                      <a:solidFill>
                        <a:srgbClr val="27465C"/>
                      </a:solidFill>
                      <a:prstDash val="solid"/>
                    </a:lnB>
                    <a:solidFill>
                      <a:srgbClr val="0E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5F8FA"/>
                          </a:solidFill>
                        </a:rPr>
                        <a:t>0.911</a:t>
                      </a:r>
                    </a:p>
                  </a:txBody>
                  <a:tcPr marL="76200" marR="76200" marT="47625" marB="47625" anchor="ctr" horzOverflow="clip">
                    <a:lnR w="9525">
                      <a:solidFill>
                        <a:srgbClr val="27465C"/>
                      </a:solidFill>
                      <a:prstDash val="solid"/>
                    </a:lnR>
                    <a:lnB w="9525">
                      <a:solidFill>
                        <a:srgbClr val="27465C"/>
                      </a:solidFill>
                      <a:prstDash val="solid"/>
                    </a:lnB>
                    <a:solidFill>
                      <a:srgbClr val="0E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5F8FA"/>
                          </a:solidFill>
                        </a:rPr>
                        <a:t>0.905</a:t>
                      </a:r>
                    </a:p>
                  </a:txBody>
                  <a:tcPr marL="76200" marR="76200" marT="47625" marB="47625" anchor="ctr" horzOverflow="clip">
                    <a:lnR w="9525">
                      <a:solidFill>
                        <a:srgbClr val="27465C"/>
                      </a:solidFill>
                      <a:prstDash val="solid"/>
                    </a:lnR>
                    <a:lnB w="9525">
                      <a:solidFill>
                        <a:srgbClr val="27465C"/>
                      </a:solidFill>
                      <a:prstDash val="solid"/>
                    </a:lnB>
                    <a:solidFill>
                      <a:srgbClr val="0E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5F8FA"/>
                          </a:solidFill>
                        </a:rPr>
                        <a:t>-0.006</a:t>
                      </a:r>
                    </a:p>
                  </a:txBody>
                  <a:tcPr marL="76200" marR="76200" marT="47625" marB="47625" anchor="ctr" horzOverflow="clip">
                    <a:lnR w="9525">
                      <a:solidFill>
                        <a:srgbClr val="27465C"/>
                      </a:solidFill>
                      <a:prstDash val="solid"/>
                    </a:lnR>
                    <a:lnB w="9525">
                      <a:solidFill>
                        <a:srgbClr val="27465C"/>
                      </a:solidFill>
                      <a:prstDash val="solid"/>
                    </a:lnB>
                    <a:solidFill>
                      <a:srgbClr val="0E2638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5F8FA"/>
                          </a:solidFill>
                        </a:rPr>
                        <a:t>Extra Trees</a:t>
                      </a:r>
                    </a:p>
                  </a:txBody>
                  <a:tcPr marL="76200" marR="76200" marT="47625" marB="47625" anchor="ctr" horzOverflow="clip">
                    <a:lnL w="9525">
                      <a:solidFill>
                        <a:srgbClr val="27465C"/>
                      </a:solidFill>
                      <a:prstDash val="solid"/>
                    </a:lnL>
                    <a:lnR w="9525">
                      <a:solidFill>
                        <a:srgbClr val="27465C"/>
                      </a:solidFill>
                      <a:prstDash val="solid"/>
                    </a:lnR>
                    <a:lnB w="9525">
                      <a:solidFill>
                        <a:srgbClr val="27465C"/>
                      </a:solidFill>
                      <a:prstDash val="solid"/>
                    </a:lnB>
                    <a:solidFill>
                      <a:srgbClr val="102B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5F8FA"/>
                          </a:solidFill>
                        </a:rPr>
                        <a:t>0.892</a:t>
                      </a:r>
                    </a:p>
                  </a:txBody>
                  <a:tcPr marL="76200" marR="76200" marT="47625" marB="47625" anchor="ctr" horzOverflow="clip">
                    <a:lnR w="9525">
                      <a:solidFill>
                        <a:srgbClr val="27465C"/>
                      </a:solidFill>
                      <a:prstDash val="solid"/>
                    </a:lnR>
                    <a:lnB w="9525">
                      <a:solidFill>
                        <a:srgbClr val="27465C"/>
                      </a:solidFill>
                      <a:prstDash val="solid"/>
                    </a:lnB>
                    <a:solidFill>
                      <a:srgbClr val="102B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5F8FA"/>
                          </a:solidFill>
                        </a:rPr>
                        <a:t>0.892</a:t>
                      </a:r>
                    </a:p>
                  </a:txBody>
                  <a:tcPr marL="76200" marR="76200" marT="47625" marB="47625" anchor="ctr" horzOverflow="clip">
                    <a:lnR w="9525">
                      <a:solidFill>
                        <a:srgbClr val="27465C"/>
                      </a:solidFill>
                      <a:prstDash val="solid"/>
                    </a:lnR>
                    <a:lnB w="9525">
                      <a:solidFill>
                        <a:srgbClr val="27465C"/>
                      </a:solidFill>
                      <a:prstDash val="solid"/>
                    </a:lnB>
                    <a:solidFill>
                      <a:srgbClr val="102B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5F8FA"/>
                          </a:solidFill>
                        </a:rPr>
                        <a:t>0.000</a:t>
                      </a:r>
                    </a:p>
                  </a:txBody>
                  <a:tcPr marL="76200" marR="76200" marT="47625" marB="47625" anchor="ctr" horzOverflow="clip">
                    <a:lnR w="9525">
                      <a:solidFill>
                        <a:srgbClr val="27465C"/>
                      </a:solidFill>
                      <a:prstDash val="solid"/>
                    </a:lnR>
                    <a:lnB w="9525">
                      <a:solidFill>
                        <a:srgbClr val="27465C"/>
                      </a:solidFill>
                      <a:prstDash val="solid"/>
                    </a:lnB>
                    <a:solidFill>
                      <a:srgbClr val="102B3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5F8FA"/>
                          </a:solidFill>
                        </a:rPr>
                        <a:t>Random Forest</a:t>
                      </a:r>
                    </a:p>
                  </a:txBody>
                  <a:tcPr marL="76200" marR="76200" marT="47625" marB="47625" anchor="ctr" horzOverflow="clip">
                    <a:lnL w="9525">
                      <a:solidFill>
                        <a:srgbClr val="27465C"/>
                      </a:solidFill>
                      <a:prstDash val="solid"/>
                    </a:lnL>
                    <a:lnR w="9525">
                      <a:solidFill>
                        <a:srgbClr val="27465C"/>
                      </a:solidFill>
                      <a:prstDash val="solid"/>
                    </a:lnR>
                    <a:lnB w="9525">
                      <a:solidFill>
                        <a:srgbClr val="27465C"/>
                      </a:solidFill>
                      <a:prstDash val="solid"/>
                    </a:lnB>
                    <a:solidFill>
                      <a:srgbClr val="0E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5F8FA"/>
                          </a:solidFill>
                        </a:rPr>
                        <a:t>0.891</a:t>
                      </a:r>
                    </a:p>
                  </a:txBody>
                  <a:tcPr marL="76200" marR="76200" marT="47625" marB="47625" anchor="ctr" horzOverflow="clip">
                    <a:lnR w="9525">
                      <a:solidFill>
                        <a:srgbClr val="27465C"/>
                      </a:solidFill>
                      <a:prstDash val="solid"/>
                    </a:lnR>
                    <a:lnB w="9525">
                      <a:solidFill>
                        <a:srgbClr val="27465C"/>
                      </a:solidFill>
                      <a:prstDash val="solid"/>
                    </a:lnB>
                    <a:solidFill>
                      <a:srgbClr val="0E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5F8FA"/>
                          </a:solidFill>
                        </a:rPr>
                        <a:t>0.891</a:t>
                      </a:r>
                    </a:p>
                  </a:txBody>
                  <a:tcPr marL="76200" marR="76200" marT="47625" marB="47625" anchor="ctr" horzOverflow="clip">
                    <a:lnR w="9525">
                      <a:solidFill>
                        <a:srgbClr val="27465C"/>
                      </a:solidFill>
                      <a:prstDash val="solid"/>
                    </a:lnR>
                    <a:lnB w="9525">
                      <a:solidFill>
                        <a:srgbClr val="27465C"/>
                      </a:solidFill>
                      <a:prstDash val="solid"/>
                    </a:lnB>
                    <a:solidFill>
                      <a:srgbClr val="0E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5F8FA"/>
                          </a:solidFill>
                        </a:rPr>
                        <a:t>0.000</a:t>
                      </a:r>
                    </a:p>
                  </a:txBody>
                  <a:tcPr marL="76200" marR="76200" marT="47625" marB="47625" anchor="ctr" horzOverflow="clip">
                    <a:lnR w="9525">
                      <a:solidFill>
                        <a:srgbClr val="27465C"/>
                      </a:solidFill>
                      <a:prstDash val="solid"/>
                    </a:lnR>
                    <a:lnB w="9525">
                      <a:solidFill>
                        <a:srgbClr val="27465C"/>
                      </a:solidFill>
                      <a:prstDash val="solid"/>
                    </a:lnB>
                    <a:solidFill>
                      <a:srgbClr val="0E2638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5F8FA"/>
                          </a:solidFill>
                        </a:rPr>
                        <a:t>MLP</a:t>
                      </a:r>
                    </a:p>
                  </a:txBody>
                  <a:tcPr marL="76200" marR="76200" marT="47625" marB="47625" anchor="ctr" horzOverflow="clip">
                    <a:lnL w="9525">
                      <a:solidFill>
                        <a:srgbClr val="27465C"/>
                      </a:solidFill>
                      <a:prstDash val="solid"/>
                    </a:lnL>
                    <a:lnR w="9525">
                      <a:solidFill>
                        <a:srgbClr val="27465C"/>
                      </a:solidFill>
                      <a:prstDash val="solid"/>
                    </a:lnR>
                    <a:lnB w="9525">
                      <a:solidFill>
                        <a:srgbClr val="27465C"/>
                      </a:solidFill>
                      <a:prstDash val="solid"/>
                    </a:lnB>
                    <a:solidFill>
                      <a:srgbClr val="102B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5F8FA"/>
                          </a:solidFill>
                        </a:rPr>
                        <a:t>0.731</a:t>
                      </a:r>
                    </a:p>
                  </a:txBody>
                  <a:tcPr marL="76200" marR="76200" marT="47625" marB="47625" anchor="ctr" horzOverflow="clip">
                    <a:lnR w="9525">
                      <a:solidFill>
                        <a:srgbClr val="27465C"/>
                      </a:solidFill>
                      <a:prstDash val="solid"/>
                    </a:lnR>
                    <a:lnB w="9525">
                      <a:solidFill>
                        <a:srgbClr val="27465C"/>
                      </a:solidFill>
                      <a:prstDash val="solid"/>
                    </a:lnB>
                    <a:solidFill>
                      <a:srgbClr val="102B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5F8FA"/>
                          </a:solidFill>
                        </a:rPr>
                        <a:t>0.807</a:t>
                      </a:r>
                    </a:p>
                  </a:txBody>
                  <a:tcPr marL="76200" marR="76200" marT="47625" marB="47625" anchor="ctr" horzOverflow="clip">
                    <a:lnR w="9525">
                      <a:solidFill>
                        <a:srgbClr val="27465C"/>
                      </a:solidFill>
                      <a:prstDash val="solid"/>
                    </a:lnR>
                    <a:lnB w="9525">
                      <a:solidFill>
                        <a:srgbClr val="27465C"/>
                      </a:solidFill>
                      <a:prstDash val="solid"/>
                    </a:lnB>
                    <a:solidFill>
                      <a:srgbClr val="102B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5F8FA"/>
                          </a:solidFill>
                        </a:rPr>
                        <a:t>+0.076</a:t>
                      </a:r>
                    </a:p>
                  </a:txBody>
                  <a:tcPr marL="76200" marR="76200" marT="47625" marB="47625" anchor="ctr" horzOverflow="clip">
                    <a:lnR w="9525">
                      <a:solidFill>
                        <a:srgbClr val="27465C"/>
                      </a:solidFill>
                      <a:prstDash val="solid"/>
                    </a:lnR>
                    <a:lnB w="9525">
                      <a:solidFill>
                        <a:srgbClr val="27465C"/>
                      </a:solidFill>
                      <a:prstDash val="solid"/>
                    </a:lnB>
                    <a:solidFill>
                      <a:srgbClr val="102B3F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7E0321-1F13-4969-868E-F923643A5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24550"/>
            <a:ext cx="10810875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9525">
            <a:solidFill>
              <a:srgbClr val="2EC4A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66556E-3AAF-49C6-A38F-D087081F6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24550"/>
            <a:ext cx="104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2EC4A6"/>
                </a:solidFill>
              </a:defRPr>
            </a:defPPr>
            <a:lvl1pPr>
              <a:defRPr sz="900" b="1">
                <a:solidFill>
                  <a:srgbClr val="2EC4A6"/>
                </a:solidFill>
              </a:defRPr>
            </a:lvl1pPr>
            <a:lvl2pPr>
              <a:defRPr sz="900" b="1">
                <a:solidFill>
                  <a:srgbClr val="2EC4A6"/>
                </a:solidFill>
              </a:defRPr>
            </a:lvl2pPr>
            <a:lvl3pPr>
              <a:defRPr sz="900" b="1">
                <a:solidFill>
                  <a:srgbClr val="2EC4A6"/>
                </a:solidFill>
              </a:defRPr>
            </a:lvl3pPr>
            <a:lvl4pPr>
              <a:defRPr sz="900" b="1">
                <a:solidFill>
                  <a:srgbClr val="2EC4A6"/>
                </a:solidFill>
              </a:defRPr>
            </a:lvl4pPr>
            <a:lvl5pPr>
              <a:defRPr sz="900" b="1">
                <a:solidFill>
                  <a:srgbClr val="2EC4A6"/>
                </a:solidFill>
              </a:defRPr>
            </a:lvl5pPr>
            <a:lvl6pPr>
              <a:defRPr sz="900" b="1">
                <a:solidFill>
                  <a:srgbClr val="2EC4A6"/>
                </a:solidFill>
              </a:defRPr>
            </a:lvl6pPr>
            <a:lvl7pPr>
              <a:defRPr sz="900" b="1">
                <a:solidFill>
                  <a:srgbClr val="2EC4A6"/>
                </a:solidFill>
              </a:defRPr>
            </a:lvl7pPr>
            <a:lvl8pPr>
              <a:defRPr sz="900" b="1">
                <a:solidFill>
                  <a:srgbClr val="2EC4A6"/>
                </a:solidFill>
              </a:defRPr>
            </a:lvl8pPr>
            <a:lvl9pPr>
              <a:defRPr sz="900" b="1">
                <a:solidFill>
                  <a:srgbClr val="2EC4A6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2EC4A6"/>
                </a:solidFill>
              </a:defRPr>
            </a:pPr>
            <a:r>
              <a:rPr sz="900" b="1">
                <a:solidFill>
                  <a:srgbClr val="2EC4A6"/>
                </a:solidFill>
              </a:rPr>
              <a:t>TAKEAWAY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3D650C-268B-4287-A898-3554A6EFA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924550"/>
            <a:ext cx="938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F5F8FA"/>
                </a:solidFill>
              </a:defRPr>
            </a:defPPr>
            <a:lvl1pPr>
              <a:defRPr sz="1125" b="1">
                <a:solidFill>
                  <a:srgbClr val="F5F8FA"/>
                </a:solidFill>
              </a:defRPr>
            </a:lvl1pPr>
            <a:lvl2pPr>
              <a:defRPr sz="1125" b="1">
                <a:solidFill>
                  <a:srgbClr val="F5F8FA"/>
                </a:solidFill>
              </a:defRPr>
            </a:lvl2pPr>
            <a:lvl3pPr>
              <a:defRPr sz="1125" b="1">
                <a:solidFill>
                  <a:srgbClr val="F5F8FA"/>
                </a:solidFill>
              </a:defRPr>
            </a:lvl3pPr>
            <a:lvl4pPr>
              <a:defRPr sz="1125" b="1">
                <a:solidFill>
                  <a:srgbClr val="F5F8FA"/>
                </a:solidFill>
              </a:defRPr>
            </a:lvl4pPr>
            <a:lvl5pPr>
              <a:defRPr sz="1125" b="1">
                <a:solidFill>
                  <a:srgbClr val="F5F8FA"/>
                </a:solidFill>
              </a:defRPr>
            </a:lvl5pPr>
            <a:lvl6pPr>
              <a:defRPr sz="1125" b="1">
                <a:solidFill>
                  <a:srgbClr val="F5F8FA"/>
                </a:solidFill>
              </a:defRPr>
            </a:lvl6pPr>
            <a:lvl7pPr>
              <a:defRPr sz="1125" b="1">
                <a:solidFill>
                  <a:srgbClr val="F5F8FA"/>
                </a:solidFill>
              </a:defRPr>
            </a:lvl7pPr>
            <a:lvl8pPr>
              <a:defRPr sz="1125" b="1">
                <a:solidFill>
                  <a:srgbClr val="F5F8FA"/>
                </a:solidFill>
              </a:defRPr>
            </a:lvl8pPr>
            <a:lvl9pPr>
              <a:defRPr sz="1125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F5F8FA"/>
                </a:solidFill>
              </a:defRPr>
            </a:pPr>
            <a:r>
              <a:rPr sz="1125" b="1">
                <a:solidFill>
                  <a:srgbClr val="F5F8FA"/>
                </a:solidFill>
              </a:rPr>
              <a:t>Tuning is most valuable where underfitting or optimization choices are the bottleneck.</a:t>
            </a:r>
          </a:p>
        </p:txBody>
      </p:sp>
    </p:spTree>
    <p:extLst>
      <p:ext uri="{BB962C8B-B14F-4D97-AF65-F5344CB8AC3E}">
        <p14:creationId xmlns:p14="http://schemas.microsoft.com/office/powerpoint/2010/main" val="99144643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CEEF42-E0C6-4699-A325-EE9BBB718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C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8DCC05-BAA0-4A8F-95AD-A2D366190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6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29C7D8"/>
                </a:solidFill>
              </a:defRPr>
            </a:defPPr>
            <a:lvl1pPr>
              <a:defRPr sz="900" b="1">
                <a:solidFill>
                  <a:srgbClr val="29C7D8"/>
                </a:solidFill>
              </a:defRPr>
            </a:lvl1pPr>
            <a:lvl2pPr>
              <a:defRPr sz="900" b="1">
                <a:solidFill>
                  <a:srgbClr val="29C7D8"/>
                </a:solidFill>
              </a:defRPr>
            </a:lvl2pPr>
            <a:lvl3pPr>
              <a:defRPr sz="900" b="1">
                <a:solidFill>
                  <a:srgbClr val="29C7D8"/>
                </a:solidFill>
              </a:defRPr>
            </a:lvl3pPr>
            <a:lvl4pPr>
              <a:defRPr sz="900" b="1">
                <a:solidFill>
                  <a:srgbClr val="29C7D8"/>
                </a:solidFill>
              </a:defRPr>
            </a:lvl4pPr>
            <a:lvl5pPr>
              <a:defRPr sz="900" b="1">
                <a:solidFill>
                  <a:srgbClr val="29C7D8"/>
                </a:solidFill>
              </a:defRPr>
            </a:lvl5pPr>
            <a:lvl6pPr>
              <a:defRPr sz="900" b="1">
                <a:solidFill>
                  <a:srgbClr val="29C7D8"/>
                </a:solidFill>
              </a:defRPr>
            </a:lvl6pPr>
            <a:lvl7pPr>
              <a:defRPr sz="900" b="1">
                <a:solidFill>
                  <a:srgbClr val="29C7D8"/>
                </a:solidFill>
              </a:defRPr>
            </a:lvl7pPr>
            <a:lvl8pPr>
              <a:defRPr sz="900" b="1">
                <a:solidFill>
                  <a:srgbClr val="29C7D8"/>
                </a:solidFill>
              </a:defRPr>
            </a:lvl8pPr>
            <a:lvl9pPr>
              <a:defRPr sz="900" b="1">
                <a:solidFill>
                  <a:srgbClr val="29C7D8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29C7D8"/>
                </a:solidFill>
              </a:defRPr>
            </a:pPr>
            <a:r>
              <a:rPr sz="900" b="1">
                <a:solidFill>
                  <a:srgbClr val="29C7D8"/>
                </a:solidFill>
              </a:rPr>
              <a:t>CAPSTONE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6BB729-1A2B-4E1F-AE75-349A99F2D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43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F5F8FA"/>
                </a:solidFill>
              </a:defRPr>
            </a:defPPr>
            <a:lvl1pPr>
              <a:defRPr sz="2550" b="1">
                <a:solidFill>
                  <a:srgbClr val="F5F8FA"/>
                </a:solidFill>
              </a:defRPr>
            </a:lvl1pPr>
            <a:lvl2pPr>
              <a:defRPr sz="2550" b="1">
                <a:solidFill>
                  <a:srgbClr val="F5F8FA"/>
                </a:solidFill>
              </a:defRPr>
            </a:lvl2pPr>
            <a:lvl3pPr>
              <a:defRPr sz="2550" b="1">
                <a:solidFill>
                  <a:srgbClr val="F5F8FA"/>
                </a:solidFill>
              </a:defRPr>
            </a:lvl3pPr>
            <a:lvl4pPr>
              <a:defRPr sz="2550" b="1">
                <a:solidFill>
                  <a:srgbClr val="F5F8FA"/>
                </a:solidFill>
              </a:defRPr>
            </a:lvl4pPr>
            <a:lvl5pPr>
              <a:defRPr sz="2550" b="1">
                <a:solidFill>
                  <a:srgbClr val="F5F8FA"/>
                </a:solidFill>
              </a:defRPr>
            </a:lvl5pPr>
            <a:lvl6pPr>
              <a:defRPr sz="2550" b="1">
                <a:solidFill>
                  <a:srgbClr val="F5F8FA"/>
                </a:solidFill>
              </a:defRPr>
            </a:lvl6pPr>
            <a:lvl7pPr>
              <a:defRPr sz="2550" b="1">
                <a:solidFill>
                  <a:srgbClr val="F5F8FA"/>
                </a:solidFill>
              </a:defRPr>
            </a:lvl7pPr>
            <a:lvl8pPr>
              <a:defRPr sz="2550" b="1">
                <a:solidFill>
                  <a:srgbClr val="F5F8FA"/>
                </a:solidFill>
              </a:defRPr>
            </a:lvl8pPr>
            <a:lvl9pPr>
              <a:defRPr sz="255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5F8FA"/>
                </a:solidFill>
              </a:defRPr>
            </a:pPr>
            <a:r>
              <a:rPr sz="2550" b="1">
                <a:solidFill>
                  <a:srgbClr val="F5F8FA"/>
                </a:solidFill>
              </a:rPr>
              <a:t>Single-dataset models degrade when the network changes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F8B4E3-A878-4418-9A56-99173F2F1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287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A8BAC8"/>
                </a:solidFill>
              </a:defRPr>
            </a:defPPr>
            <a:lvl1pPr>
              <a:defRPr sz="1275" b="0">
                <a:solidFill>
                  <a:srgbClr val="A8BAC8"/>
                </a:solidFill>
              </a:defRPr>
            </a:lvl1pPr>
            <a:lvl2pPr>
              <a:defRPr sz="1275" b="0">
                <a:solidFill>
                  <a:srgbClr val="A8BAC8"/>
                </a:solidFill>
              </a:defRPr>
            </a:lvl2pPr>
            <a:lvl3pPr>
              <a:defRPr sz="1275" b="0">
                <a:solidFill>
                  <a:srgbClr val="A8BAC8"/>
                </a:solidFill>
              </a:defRPr>
            </a:lvl3pPr>
            <a:lvl4pPr>
              <a:defRPr sz="1275" b="0">
                <a:solidFill>
                  <a:srgbClr val="A8BAC8"/>
                </a:solidFill>
              </a:defRPr>
            </a:lvl4pPr>
            <a:lvl5pPr>
              <a:defRPr sz="1275" b="0">
                <a:solidFill>
                  <a:srgbClr val="A8BAC8"/>
                </a:solidFill>
              </a:defRPr>
            </a:lvl5pPr>
            <a:lvl6pPr>
              <a:defRPr sz="1275" b="0">
                <a:solidFill>
                  <a:srgbClr val="A8BAC8"/>
                </a:solidFill>
              </a:defRPr>
            </a:lvl6pPr>
            <a:lvl7pPr>
              <a:defRPr sz="1275" b="0">
                <a:solidFill>
                  <a:srgbClr val="A8BAC8"/>
                </a:solidFill>
              </a:defRPr>
            </a:lvl7pPr>
            <a:lvl8pPr>
              <a:defRPr sz="1275" b="0">
                <a:solidFill>
                  <a:srgbClr val="A8BAC8"/>
                </a:solidFill>
              </a:defRPr>
            </a:lvl8pPr>
            <a:lvl9pPr>
              <a:defRPr sz="127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A8BAC8"/>
                </a:solidFill>
              </a:defRPr>
            </a:pPr>
            <a:r>
              <a:rPr sz="1275" b="0">
                <a:solidFill>
                  <a:srgbClr val="A8BAC8"/>
                </a:solidFill>
              </a:rPr>
              <a:t>The diagonal is strong; the off-diagonal exposes the deployment risk.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172A60-BF03-4FE9-8E6B-AFFE22118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71600"/>
            <a:ext cx="11239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909E01-AD66-47E0-95CF-F449DE444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A8BAC8"/>
                </a:solidFill>
              </a:defRPr>
            </a:defPPr>
            <a:lvl1pPr>
              <a:defRPr sz="900" b="1">
                <a:solidFill>
                  <a:srgbClr val="A8BAC8"/>
                </a:solidFill>
              </a:defRPr>
            </a:lvl1pPr>
            <a:lvl2pPr>
              <a:defRPr sz="900" b="1">
                <a:solidFill>
                  <a:srgbClr val="A8BAC8"/>
                </a:solidFill>
              </a:defRPr>
            </a:lvl2pPr>
            <a:lvl3pPr>
              <a:defRPr sz="900" b="1">
                <a:solidFill>
                  <a:srgbClr val="A8BAC8"/>
                </a:solidFill>
              </a:defRPr>
            </a:lvl3pPr>
            <a:lvl4pPr>
              <a:defRPr sz="900" b="1">
                <a:solidFill>
                  <a:srgbClr val="A8BAC8"/>
                </a:solidFill>
              </a:defRPr>
            </a:lvl4pPr>
            <a:lvl5pPr>
              <a:defRPr sz="900" b="1">
                <a:solidFill>
                  <a:srgbClr val="A8BAC8"/>
                </a:solidFill>
              </a:defRPr>
            </a:lvl5pPr>
            <a:lvl6pPr>
              <a:defRPr sz="900" b="1">
                <a:solidFill>
                  <a:srgbClr val="A8BAC8"/>
                </a:solidFill>
              </a:defRPr>
            </a:lvl6pPr>
            <a:lvl7pPr>
              <a:defRPr sz="900" b="1">
                <a:solidFill>
                  <a:srgbClr val="A8BAC8"/>
                </a:solidFill>
              </a:defRPr>
            </a:lvl7pPr>
            <a:lvl8pPr>
              <a:defRPr sz="900" b="1">
                <a:solidFill>
                  <a:srgbClr val="A8BAC8"/>
                </a:solidFill>
              </a:defRPr>
            </a:lvl8pPr>
            <a:lvl9pPr>
              <a:defRPr sz="900" b="1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A8BAC8"/>
                </a:solidFill>
              </a:defRPr>
            </a:pPr>
            <a:r>
              <a:rPr sz="900" b="1">
                <a:solidFill>
                  <a:srgbClr val="A8BAC8"/>
                </a:solidFill>
              </a:rPr>
              <a:t>11</a:t>
            </a:r>
          </a:p>
        </p:txBody>
      </p:sp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746E5F94-F973-46AB-8288-8A76E624F437}"/>
              </a:ext>
            </a:extLst>
          </p:cNvPr>
          <p:cNvGraphicFramePr/>
          <p:nvPr/>
        </p:nvGraphicFramePr>
        <p:xfrm>
          <a:off xmlns:a="http://schemas.openxmlformats.org/drawingml/2006/main" x="476250" y="1714500"/>
          <a:ext xmlns:a="http://schemas.openxmlformats.org/drawingml/2006/main" cx="7620000" cy="381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70f6244849843e4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FC78AB-331C-4710-ACF7-4E41C830A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952625"/>
            <a:ext cx="2857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E2638"/>
          </a:solidFill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49D9B1-A046-4F4E-8880-93EABB1A1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952625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B48A24-BD1C-44B5-9A34-31A56FA5C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124075"/>
            <a:ext cx="2428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F5F8FA"/>
                </a:solidFill>
              </a:defRPr>
            </a:defPPr>
            <a:lvl1pPr>
              <a:defRPr sz="1350" b="1">
                <a:solidFill>
                  <a:srgbClr val="F5F8FA"/>
                </a:solidFill>
              </a:defRPr>
            </a:lvl1pPr>
            <a:lvl2pPr>
              <a:defRPr sz="1350" b="1">
                <a:solidFill>
                  <a:srgbClr val="F5F8FA"/>
                </a:solidFill>
              </a:defRPr>
            </a:lvl2pPr>
            <a:lvl3pPr>
              <a:defRPr sz="1350" b="1">
                <a:solidFill>
                  <a:srgbClr val="F5F8FA"/>
                </a:solidFill>
              </a:defRPr>
            </a:lvl3pPr>
            <a:lvl4pPr>
              <a:defRPr sz="1350" b="1">
                <a:solidFill>
                  <a:srgbClr val="F5F8FA"/>
                </a:solidFill>
              </a:defRPr>
            </a:lvl4pPr>
            <a:lvl5pPr>
              <a:defRPr sz="1350" b="1">
                <a:solidFill>
                  <a:srgbClr val="F5F8FA"/>
                </a:solidFill>
              </a:defRPr>
            </a:lvl5pPr>
            <a:lvl6pPr>
              <a:defRPr sz="1350" b="1">
                <a:solidFill>
                  <a:srgbClr val="F5F8FA"/>
                </a:solidFill>
              </a:defRPr>
            </a:lvl6pPr>
            <a:lvl7pPr>
              <a:defRPr sz="1350" b="1">
                <a:solidFill>
                  <a:srgbClr val="F5F8FA"/>
                </a:solidFill>
              </a:defRPr>
            </a:lvl7pPr>
            <a:lvl8pPr>
              <a:defRPr sz="1350" b="1">
                <a:solidFill>
                  <a:srgbClr val="F5F8FA"/>
                </a:solidFill>
              </a:defRPr>
            </a:lvl8pPr>
            <a:lvl9pPr>
              <a:defRPr sz="135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5F8FA"/>
                </a:solidFill>
              </a:defRPr>
            </a:pPr>
            <a:r>
              <a:rPr sz="1350" b="1">
                <a:solidFill>
                  <a:srgbClr val="F5F8FA"/>
                </a:solidFill>
              </a:rPr>
              <a:t>2017 → 2018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903227-B878-482D-9F34-DE2C14285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524125"/>
            <a:ext cx="2428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A8BAC8"/>
                </a:solidFill>
              </a:defRPr>
            </a:defPPr>
            <a:lvl1pPr>
              <a:defRPr sz="1125" b="0">
                <a:solidFill>
                  <a:srgbClr val="A8BAC8"/>
                </a:solidFill>
              </a:defRPr>
            </a:lvl1pPr>
            <a:lvl2pPr>
              <a:defRPr sz="1125" b="0">
                <a:solidFill>
                  <a:srgbClr val="A8BAC8"/>
                </a:solidFill>
              </a:defRPr>
            </a:lvl2pPr>
            <a:lvl3pPr>
              <a:defRPr sz="1125" b="0">
                <a:solidFill>
                  <a:srgbClr val="A8BAC8"/>
                </a:solidFill>
              </a:defRPr>
            </a:lvl3pPr>
            <a:lvl4pPr>
              <a:defRPr sz="1125" b="0">
                <a:solidFill>
                  <a:srgbClr val="A8BAC8"/>
                </a:solidFill>
              </a:defRPr>
            </a:lvl4pPr>
            <a:lvl5pPr>
              <a:defRPr sz="1125" b="0">
                <a:solidFill>
                  <a:srgbClr val="A8BAC8"/>
                </a:solidFill>
              </a:defRPr>
            </a:lvl5pPr>
            <a:lvl6pPr>
              <a:defRPr sz="1125" b="0">
                <a:solidFill>
                  <a:srgbClr val="A8BAC8"/>
                </a:solidFill>
              </a:defRPr>
            </a:lvl6pPr>
            <a:lvl7pPr>
              <a:defRPr sz="1125" b="0">
                <a:solidFill>
                  <a:srgbClr val="A8BAC8"/>
                </a:solidFill>
              </a:defRPr>
            </a:lvl7pPr>
            <a:lvl8pPr>
              <a:defRPr sz="1125" b="0">
                <a:solidFill>
                  <a:srgbClr val="A8BAC8"/>
                </a:solidFill>
              </a:defRPr>
            </a:lvl8pPr>
            <a:lvl9pPr>
              <a:defRPr sz="112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Attack recall falls to 0.442. The detector misses more than half of attacks in the target environment.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1E7AFC-2FAD-4BEC-9752-A548C845C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667125"/>
            <a:ext cx="2857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E2638"/>
          </a:solidFill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8CE828-BEBD-4587-8058-1A51134C2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667125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932581-E9FF-4F03-BC8E-3C0BC6C4B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838575"/>
            <a:ext cx="2428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F5F8FA"/>
                </a:solidFill>
              </a:defRPr>
            </a:defPPr>
            <a:lvl1pPr>
              <a:defRPr sz="1350" b="1">
                <a:solidFill>
                  <a:srgbClr val="F5F8FA"/>
                </a:solidFill>
              </a:defRPr>
            </a:lvl1pPr>
            <a:lvl2pPr>
              <a:defRPr sz="1350" b="1">
                <a:solidFill>
                  <a:srgbClr val="F5F8FA"/>
                </a:solidFill>
              </a:defRPr>
            </a:lvl2pPr>
            <a:lvl3pPr>
              <a:defRPr sz="1350" b="1">
                <a:solidFill>
                  <a:srgbClr val="F5F8FA"/>
                </a:solidFill>
              </a:defRPr>
            </a:lvl3pPr>
            <a:lvl4pPr>
              <a:defRPr sz="1350" b="1">
                <a:solidFill>
                  <a:srgbClr val="F5F8FA"/>
                </a:solidFill>
              </a:defRPr>
            </a:lvl4pPr>
            <a:lvl5pPr>
              <a:defRPr sz="1350" b="1">
                <a:solidFill>
                  <a:srgbClr val="F5F8FA"/>
                </a:solidFill>
              </a:defRPr>
            </a:lvl5pPr>
            <a:lvl6pPr>
              <a:defRPr sz="1350" b="1">
                <a:solidFill>
                  <a:srgbClr val="F5F8FA"/>
                </a:solidFill>
              </a:defRPr>
            </a:lvl6pPr>
            <a:lvl7pPr>
              <a:defRPr sz="1350" b="1">
                <a:solidFill>
                  <a:srgbClr val="F5F8FA"/>
                </a:solidFill>
              </a:defRPr>
            </a:lvl7pPr>
            <a:lvl8pPr>
              <a:defRPr sz="1350" b="1">
                <a:solidFill>
                  <a:srgbClr val="F5F8FA"/>
                </a:solidFill>
              </a:defRPr>
            </a:lvl8pPr>
            <a:lvl9pPr>
              <a:defRPr sz="135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5F8FA"/>
                </a:solidFill>
              </a:defRPr>
            </a:pPr>
            <a:r>
              <a:rPr sz="1350" b="1">
                <a:solidFill>
                  <a:srgbClr val="F5F8FA"/>
                </a:solidFill>
              </a:rPr>
              <a:t>2018 → 2017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FF0A7F-A0D1-4846-B5C1-98BF962EF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238625"/>
            <a:ext cx="2428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A8BAC8"/>
                </a:solidFill>
              </a:defRPr>
            </a:defPPr>
            <a:lvl1pPr>
              <a:defRPr sz="1125" b="0">
                <a:solidFill>
                  <a:srgbClr val="A8BAC8"/>
                </a:solidFill>
              </a:defRPr>
            </a:lvl1pPr>
            <a:lvl2pPr>
              <a:defRPr sz="1125" b="0">
                <a:solidFill>
                  <a:srgbClr val="A8BAC8"/>
                </a:solidFill>
              </a:defRPr>
            </a:lvl2pPr>
            <a:lvl3pPr>
              <a:defRPr sz="1125" b="0">
                <a:solidFill>
                  <a:srgbClr val="A8BAC8"/>
                </a:solidFill>
              </a:defRPr>
            </a:lvl3pPr>
            <a:lvl4pPr>
              <a:defRPr sz="1125" b="0">
                <a:solidFill>
                  <a:srgbClr val="A8BAC8"/>
                </a:solidFill>
              </a:defRPr>
            </a:lvl4pPr>
            <a:lvl5pPr>
              <a:defRPr sz="1125" b="0">
                <a:solidFill>
                  <a:srgbClr val="A8BAC8"/>
                </a:solidFill>
              </a:defRPr>
            </a:lvl5pPr>
            <a:lvl6pPr>
              <a:defRPr sz="1125" b="0">
                <a:solidFill>
                  <a:srgbClr val="A8BAC8"/>
                </a:solidFill>
              </a:defRPr>
            </a:lvl6pPr>
            <a:lvl7pPr>
              <a:defRPr sz="1125" b="0">
                <a:solidFill>
                  <a:srgbClr val="A8BAC8"/>
                </a:solidFill>
              </a:defRPr>
            </a:lvl7pPr>
            <a:lvl8pPr>
              <a:defRPr sz="1125" b="0">
                <a:solidFill>
                  <a:srgbClr val="A8BAC8"/>
                </a:solidFill>
              </a:defRPr>
            </a:lvl8pPr>
            <a:lvl9pPr>
              <a:defRPr sz="112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Attack recall is 0.683 and false-positive rate rises to 0.092.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D9B87C-2438-4DA9-9A47-69D8DC241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24550"/>
            <a:ext cx="10810875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9525">
            <a:solidFill>
              <a:srgbClr val="FF7A6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DA380D-EEE4-414D-ADA3-D030A8ABF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24550"/>
            <a:ext cx="104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FF7A6E"/>
                </a:solidFill>
              </a:defRPr>
            </a:defPPr>
            <a:lvl1pPr>
              <a:defRPr sz="900" b="1">
                <a:solidFill>
                  <a:srgbClr val="FF7A6E"/>
                </a:solidFill>
              </a:defRPr>
            </a:lvl1pPr>
            <a:lvl2pPr>
              <a:defRPr sz="900" b="1">
                <a:solidFill>
                  <a:srgbClr val="FF7A6E"/>
                </a:solidFill>
              </a:defRPr>
            </a:lvl2pPr>
            <a:lvl3pPr>
              <a:defRPr sz="900" b="1">
                <a:solidFill>
                  <a:srgbClr val="FF7A6E"/>
                </a:solidFill>
              </a:defRPr>
            </a:lvl3pPr>
            <a:lvl4pPr>
              <a:defRPr sz="900" b="1">
                <a:solidFill>
                  <a:srgbClr val="FF7A6E"/>
                </a:solidFill>
              </a:defRPr>
            </a:lvl4pPr>
            <a:lvl5pPr>
              <a:defRPr sz="900" b="1">
                <a:solidFill>
                  <a:srgbClr val="FF7A6E"/>
                </a:solidFill>
              </a:defRPr>
            </a:lvl5pPr>
            <a:lvl6pPr>
              <a:defRPr sz="900" b="1">
                <a:solidFill>
                  <a:srgbClr val="FF7A6E"/>
                </a:solidFill>
              </a:defRPr>
            </a:lvl6pPr>
            <a:lvl7pPr>
              <a:defRPr sz="900" b="1">
                <a:solidFill>
                  <a:srgbClr val="FF7A6E"/>
                </a:solidFill>
              </a:defRPr>
            </a:lvl7pPr>
            <a:lvl8pPr>
              <a:defRPr sz="900" b="1">
                <a:solidFill>
                  <a:srgbClr val="FF7A6E"/>
                </a:solidFill>
              </a:defRPr>
            </a:lvl8pPr>
            <a:lvl9pPr>
              <a:defRPr sz="900" b="1">
                <a:solidFill>
                  <a:srgbClr val="FF7A6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FF7A6E"/>
                </a:solidFill>
              </a:defRPr>
            </a:pPr>
            <a:r>
              <a:rPr sz="900" b="1">
                <a:solidFill>
                  <a:srgbClr val="FF7A6E"/>
                </a:solidFill>
              </a:rPr>
              <a:t>TAKEAWAY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05D856-6FB7-4064-9FC8-728CC933E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924550"/>
            <a:ext cx="938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F5F8FA"/>
                </a:solidFill>
              </a:defRPr>
            </a:defPPr>
            <a:lvl1pPr>
              <a:defRPr sz="1125" b="1">
                <a:solidFill>
                  <a:srgbClr val="F5F8FA"/>
                </a:solidFill>
              </a:defRPr>
            </a:lvl1pPr>
            <a:lvl2pPr>
              <a:defRPr sz="1125" b="1">
                <a:solidFill>
                  <a:srgbClr val="F5F8FA"/>
                </a:solidFill>
              </a:defRPr>
            </a:lvl2pPr>
            <a:lvl3pPr>
              <a:defRPr sz="1125" b="1">
                <a:solidFill>
                  <a:srgbClr val="F5F8FA"/>
                </a:solidFill>
              </a:defRPr>
            </a:lvl3pPr>
            <a:lvl4pPr>
              <a:defRPr sz="1125" b="1">
                <a:solidFill>
                  <a:srgbClr val="F5F8FA"/>
                </a:solidFill>
              </a:defRPr>
            </a:lvl4pPr>
            <a:lvl5pPr>
              <a:defRPr sz="1125" b="1">
                <a:solidFill>
                  <a:srgbClr val="F5F8FA"/>
                </a:solidFill>
              </a:defRPr>
            </a:lvl5pPr>
            <a:lvl6pPr>
              <a:defRPr sz="1125" b="1">
                <a:solidFill>
                  <a:srgbClr val="F5F8FA"/>
                </a:solidFill>
              </a:defRPr>
            </a:lvl6pPr>
            <a:lvl7pPr>
              <a:defRPr sz="1125" b="1">
                <a:solidFill>
                  <a:srgbClr val="F5F8FA"/>
                </a:solidFill>
              </a:defRPr>
            </a:lvl7pPr>
            <a:lvl8pPr>
              <a:defRPr sz="1125" b="1">
                <a:solidFill>
                  <a:srgbClr val="F5F8FA"/>
                </a:solidFill>
              </a:defRPr>
            </a:lvl8pPr>
            <a:lvl9pPr>
              <a:defRPr sz="1125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F5F8FA"/>
                </a:solidFill>
              </a:defRPr>
            </a:pPr>
            <a:r>
              <a:rPr sz="1125" b="1">
                <a:solidFill>
                  <a:srgbClr val="F5F8FA"/>
                </a:solidFill>
              </a:rPr>
              <a:t>In-domain accuracy is not evidence of portability; environmental shift must be measured directly.</a:t>
            </a:r>
          </a:p>
        </p:txBody>
      </p:sp>
    </p:spTree>
    <p:extLst>
      <p:ext uri="{BB962C8B-B14F-4D97-AF65-F5344CB8AC3E}">
        <p14:creationId xmlns:p14="http://schemas.microsoft.com/office/powerpoint/2010/main" val="71207984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AC99AC-0260-49B5-9F02-88FA47EC4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C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B1DA01-0780-4DA7-A72C-D4F299AA9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6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29C7D8"/>
                </a:solidFill>
              </a:defRPr>
            </a:defPPr>
            <a:lvl1pPr>
              <a:defRPr sz="900" b="1">
                <a:solidFill>
                  <a:srgbClr val="29C7D8"/>
                </a:solidFill>
              </a:defRPr>
            </a:lvl1pPr>
            <a:lvl2pPr>
              <a:defRPr sz="900" b="1">
                <a:solidFill>
                  <a:srgbClr val="29C7D8"/>
                </a:solidFill>
              </a:defRPr>
            </a:lvl2pPr>
            <a:lvl3pPr>
              <a:defRPr sz="900" b="1">
                <a:solidFill>
                  <a:srgbClr val="29C7D8"/>
                </a:solidFill>
              </a:defRPr>
            </a:lvl3pPr>
            <a:lvl4pPr>
              <a:defRPr sz="900" b="1">
                <a:solidFill>
                  <a:srgbClr val="29C7D8"/>
                </a:solidFill>
              </a:defRPr>
            </a:lvl4pPr>
            <a:lvl5pPr>
              <a:defRPr sz="900" b="1">
                <a:solidFill>
                  <a:srgbClr val="29C7D8"/>
                </a:solidFill>
              </a:defRPr>
            </a:lvl5pPr>
            <a:lvl6pPr>
              <a:defRPr sz="900" b="1">
                <a:solidFill>
                  <a:srgbClr val="29C7D8"/>
                </a:solidFill>
              </a:defRPr>
            </a:lvl6pPr>
            <a:lvl7pPr>
              <a:defRPr sz="900" b="1">
                <a:solidFill>
                  <a:srgbClr val="29C7D8"/>
                </a:solidFill>
              </a:defRPr>
            </a:lvl7pPr>
            <a:lvl8pPr>
              <a:defRPr sz="900" b="1">
                <a:solidFill>
                  <a:srgbClr val="29C7D8"/>
                </a:solidFill>
              </a:defRPr>
            </a:lvl8pPr>
            <a:lvl9pPr>
              <a:defRPr sz="900" b="1">
                <a:solidFill>
                  <a:srgbClr val="29C7D8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29C7D8"/>
                </a:solidFill>
              </a:defRPr>
            </a:pPr>
            <a:r>
              <a:rPr sz="900" b="1">
                <a:solidFill>
                  <a:srgbClr val="29C7D8"/>
                </a:solidFill>
              </a:rPr>
              <a:t>CAPSTONE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8ED078-C0D3-461C-843B-4044E0DA9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43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F5F8FA"/>
                </a:solidFill>
              </a:defRPr>
            </a:defPPr>
            <a:lvl1pPr>
              <a:defRPr sz="2550" b="1">
                <a:solidFill>
                  <a:srgbClr val="F5F8FA"/>
                </a:solidFill>
              </a:defRPr>
            </a:lvl1pPr>
            <a:lvl2pPr>
              <a:defRPr sz="2550" b="1">
                <a:solidFill>
                  <a:srgbClr val="F5F8FA"/>
                </a:solidFill>
              </a:defRPr>
            </a:lvl2pPr>
            <a:lvl3pPr>
              <a:defRPr sz="2550" b="1">
                <a:solidFill>
                  <a:srgbClr val="F5F8FA"/>
                </a:solidFill>
              </a:defRPr>
            </a:lvl3pPr>
            <a:lvl4pPr>
              <a:defRPr sz="2550" b="1">
                <a:solidFill>
                  <a:srgbClr val="F5F8FA"/>
                </a:solidFill>
              </a:defRPr>
            </a:lvl4pPr>
            <a:lvl5pPr>
              <a:defRPr sz="2550" b="1">
                <a:solidFill>
                  <a:srgbClr val="F5F8FA"/>
                </a:solidFill>
              </a:defRPr>
            </a:lvl5pPr>
            <a:lvl6pPr>
              <a:defRPr sz="2550" b="1">
                <a:solidFill>
                  <a:srgbClr val="F5F8FA"/>
                </a:solidFill>
              </a:defRPr>
            </a:lvl6pPr>
            <a:lvl7pPr>
              <a:defRPr sz="2550" b="1">
                <a:solidFill>
                  <a:srgbClr val="F5F8FA"/>
                </a:solidFill>
              </a:defRPr>
            </a:lvl7pPr>
            <a:lvl8pPr>
              <a:defRPr sz="2550" b="1">
                <a:solidFill>
                  <a:srgbClr val="F5F8FA"/>
                </a:solidFill>
              </a:defRPr>
            </a:lvl8pPr>
            <a:lvl9pPr>
              <a:defRPr sz="255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5F8FA"/>
                </a:solidFill>
              </a:defRPr>
            </a:pPr>
            <a:r>
              <a:rPr sz="2550" b="1">
                <a:solidFill>
                  <a:srgbClr val="F5F8FA"/>
                </a:solidFill>
              </a:rPr>
              <a:t>Mixed-network training produces balanced performance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89C93C-ECC4-45AC-85EC-0D52C131E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287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A8BAC8"/>
                </a:solidFill>
              </a:defRPr>
            </a:defPPr>
            <a:lvl1pPr>
              <a:defRPr sz="1275" b="0">
                <a:solidFill>
                  <a:srgbClr val="A8BAC8"/>
                </a:solidFill>
              </a:defRPr>
            </a:lvl1pPr>
            <a:lvl2pPr>
              <a:defRPr sz="1275" b="0">
                <a:solidFill>
                  <a:srgbClr val="A8BAC8"/>
                </a:solidFill>
              </a:defRPr>
            </a:lvl2pPr>
            <a:lvl3pPr>
              <a:defRPr sz="1275" b="0">
                <a:solidFill>
                  <a:srgbClr val="A8BAC8"/>
                </a:solidFill>
              </a:defRPr>
            </a:lvl3pPr>
            <a:lvl4pPr>
              <a:defRPr sz="1275" b="0">
                <a:solidFill>
                  <a:srgbClr val="A8BAC8"/>
                </a:solidFill>
              </a:defRPr>
            </a:lvl4pPr>
            <a:lvl5pPr>
              <a:defRPr sz="1275" b="0">
                <a:solidFill>
                  <a:srgbClr val="A8BAC8"/>
                </a:solidFill>
              </a:defRPr>
            </a:lvl5pPr>
            <a:lvl6pPr>
              <a:defRPr sz="1275" b="0">
                <a:solidFill>
                  <a:srgbClr val="A8BAC8"/>
                </a:solidFill>
              </a:defRPr>
            </a:lvl6pPr>
            <a:lvl7pPr>
              <a:defRPr sz="1275" b="0">
                <a:solidFill>
                  <a:srgbClr val="A8BAC8"/>
                </a:solidFill>
              </a:defRPr>
            </a:lvl7pPr>
            <a:lvl8pPr>
              <a:defRPr sz="1275" b="0">
                <a:solidFill>
                  <a:srgbClr val="A8BAC8"/>
                </a:solidFill>
              </a:defRPr>
            </a:lvl8pPr>
            <a:lvl9pPr>
              <a:defRPr sz="127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A8BAC8"/>
                </a:solidFill>
              </a:defRPr>
            </a:pPr>
            <a:r>
              <a:rPr sz="1275" b="0">
                <a:solidFill>
                  <a:srgbClr val="A8BAC8"/>
                </a:solidFill>
              </a:rPr>
              <a:t>Adding environmental diversity matters more than simply adding rows.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3CC35C-2D60-4528-8970-5B2687CC3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71600"/>
            <a:ext cx="11239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4CFDA4-E457-43AE-89EC-86D5A999A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A8BAC8"/>
                </a:solidFill>
              </a:defRPr>
            </a:defPPr>
            <a:lvl1pPr>
              <a:defRPr sz="900" b="1">
                <a:solidFill>
                  <a:srgbClr val="A8BAC8"/>
                </a:solidFill>
              </a:defRPr>
            </a:lvl1pPr>
            <a:lvl2pPr>
              <a:defRPr sz="900" b="1">
                <a:solidFill>
                  <a:srgbClr val="A8BAC8"/>
                </a:solidFill>
              </a:defRPr>
            </a:lvl2pPr>
            <a:lvl3pPr>
              <a:defRPr sz="900" b="1">
                <a:solidFill>
                  <a:srgbClr val="A8BAC8"/>
                </a:solidFill>
              </a:defRPr>
            </a:lvl3pPr>
            <a:lvl4pPr>
              <a:defRPr sz="900" b="1">
                <a:solidFill>
                  <a:srgbClr val="A8BAC8"/>
                </a:solidFill>
              </a:defRPr>
            </a:lvl4pPr>
            <a:lvl5pPr>
              <a:defRPr sz="900" b="1">
                <a:solidFill>
                  <a:srgbClr val="A8BAC8"/>
                </a:solidFill>
              </a:defRPr>
            </a:lvl5pPr>
            <a:lvl6pPr>
              <a:defRPr sz="900" b="1">
                <a:solidFill>
                  <a:srgbClr val="A8BAC8"/>
                </a:solidFill>
              </a:defRPr>
            </a:lvl6pPr>
            <a:lvl7pPr>
              <a:defRPr sz="900" b="1">
                <a:solidFill>
                  <a:srgbClr val="A8BAC8"/>
                </a:solidFill>
              </a:defRPr>
            </a:lvl7pPr>
            <a:lvl8pPr>
              <a:defRPr sz="900" b="1">
                <a:solidFill>
                  <a:srgbClr val="A8BAC8"/>
                </a:solidFill>
              </a:defRPr>
            </a:lvl8pPr>
            <a:lvl9pPr>
              <a:defRPr sz="900" b="1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A8BAC8"/>
                </a:solidFill>
              </a:defRPr>
            </a:pPr>
            <a:r>
              <a:rPr sz="900" b="1">
                <a:solidFill>
                  <a:srgbClr val="A8BAC8"/>
                </a:solidFill>
              </a:rPr>
              <a:t>12</a:t>
            </a:r>
          </a:p>
        </p:txBody>
      </p:sp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21909EEE-A228-40B9-A871-7875AC2CCBDD}"/>
              </a:ext>
            </a:extLst>
          </p:cNvPr>
          <p:cNvGraphicFramePr/>
          <p:nvPr/>
        </p:nvGraphicFramePr>
        <p:xfrm>
          <a:off xmlns:a="http://schemas.openxmlformats.org/drawingml/2006/main" x="428625" y="1714500"/>
          <a:ext xmlns:a="http://schemas.openxmlformats.org/drawingml/2006/main" cx="78105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e11eed7a3344f70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D42129-96F1-4C26-B167-C7506C292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714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F5F8FA"/>
                </a:solidFill>
              </a:defRPr>
            </a:defPPr>
            <a:lvl1pPr>
              <a:defRPr sz="1125" b="1">
                <a:solidFill>
                  <a:srgbClr val="F5F8FA"/>
                </a:solidFill>
              </a:defRPr>
            </a:lvl1pPr>
            <a:lvl2pPr>
              <a:defRPr sz="1125" b="1">
                <a:solidFill>
                  <a:srgbClr val="F5F8FA"/>
                </a:solidFill>
              </a:defRPr>
            </a:lvl2pPr>
            <a:lvl3pPr>
              <a:defRPr sz="1125" b="1">
                <a:solidFill>
                  <a:srgbClr val="F5F8FA"/>
                </a:solidFill>
              </a:defRPr>
            </a:lvl3pPr>
            <a:lvl4pPr>
              <a:defRPr sz="1125" b="1">
                <a:solidFill>
                  <a:srgbClr val="F5F8FA"/>
                </a:solidFill>
              </a:defRPr>
            </a:lvl4pPr>
            <a:lvl5pPr>
              <a:defRPr sz="1125" b="1">
                <a:solidFill>
                  <a:srgbClr val="F5F8FA"/>
                </a:solidFill>
              </a:defRPr>
            </a:lvl5pPr>
            <a:lvl6pPr>
              <a:defRPr sz="1125" b="1">
                <a:solidFill>
                  <a:srgbClr val="F5F8FA"/>
                </a:solidFill>
              </a:defRPr>
            </a:lvl6pPr>
            <a:lvl7pPr>
              <a:defRPr sz="1125" b="1">
                <a:solidFill>
                  <a:srgbClr val="F5F8FA"/>
                </a:solidFill>
              </a:defRPr>
            </a:lvl7pPr>
            <a:lvl8pPr>
              <a:defRPr sz="1125" b="1">
                <a:solidFill>
                  <a:srgbClr val="F5F8FA"/>
                </a:solidFill>
              </a:defRPr>
            </a:lvl8pPr>
            <a:lvl9pPr>
              <a:defRPr sz="1125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F5F8FA"/>
                </a:solidFill>
              </a:defRPr>
            </a:pPr>
            <a:r>
              <a:rPr sz="1125" b="1">
                <a:solidFill>
                  <a:srgbClr val="F5F8FA"/>
                </a:solidFill>
              </a:rPr>
              <a:t>Exact comparison</a:t>
            </a:r>
          </a:p>
        </p:txBody>
      </p:sp>
      <p:graphicFrame>
        <p:nvGraphicFrame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8CB60D-79A9-4C9C-9B66-BC9E0843258A}"/>
              </a:ext>
            </a:extLst>
          </p:cNvPr>
          <p:cNvGraphicFramePr/>
          <p:nvPr/>
        </p:nvGraphicFramePr>
        <p:xfrm>
          <a:off xmlns:a="http://schemas.openxmlformats.org/drawingml/2006/main" x="8429625" y="2047875"/>
          <a:ext xmlns:a="http://schemas.openxmlformats.org/drawingml/2006/main" cx="314325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143000"/>
                <a:gridCol w="762000"/>
                <a:gridCol w="619125"/>
                <a:gridCol w="619125"/>
              </a:tblGrid>
              <a:tr h="51435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9C7D8"/>
                          </a:solidFill>
                        </a:rPr>
                        <a:t>Training</a:t>
                      </a:r>
                    </a:p>
                  </a:txBody>
                  <a:tcPr marL="76200" marR="76200" marT="47625" marB="47625" anchor="ctr" horzOverflow="clip">
                    <a:lnL w="9525">
                      <a:solidFill>
                        <a:srgbClr val="27465C"/>
                      </a:solidFill>
                      <a:prstDash val="solid"/>
                    </a:lnL>
                    <a:lnR w="9525">
                      <a:solidFill>
                        <a:srgbClr val="27465C"/>
                      </a:solidFill>
                      <a:prstDash val="solid"/>
                    </a:lnR>
                    <a:lnT w="9525">
                      <a:solidFill>
                        <a:srgbClr val="27465C"/>
                      </a:solidFill>
                      <a:prstDash val="solid"/>
                    </a:lnT>
                    <a:lnB w="9525">
                      <a:solidFill>
                        <a:srgbClr val="27465C"/>
                      </a:solidFill>
                      <a:prstDash val="solid"/>
                    </a:lnB>
                    <a:solidFill>
                      <a:srgbClr val="1230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9C7D8"/>
                          </a:solidFill>
                        </a:rPr>
                        <a:t>Rows</a:t>
                      </a:r>
                    </a:p>
                  </a:txBody>
                  <a:tcPr marL="76200" marR="76200" marT="47625" marB="47625" anchor="ctr" horzOverflow="clip">
                    <a:lnR w="9525">
                      <a:solidFill>
                        <a:srgbClr val="27465C"/>
                      </a:solidFill>
                      <a:prstDash val="solid"/>
                    </a:lnR>
                    <a:lnT w="9525">
                      <a:solidFill>
                        <a:srgbClr val="27465C"/>
                      </a:solidFill>
                      <a:prstDash val="solid"/>
                    </a:lnT>
                    <a:lnB w="9525">
                      <a:solidFill>
                        <a:srgbClr val="27465C"/>
                      </a:solidFill>
                      <a:prstDash val="solid"/>
                    </a:lnB>
                    <a:solidFill>
                      <a:srgbClr val="1230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9C7D8"/>
                          </a:solidFill>
                        </a:rPr>
                        <a:t>2017</a:t>
                      </a:r>
                    </a:p>
                  </a:txBody>
                  <a:tcPr marL="76200" marR="76200" marT="47625" marB="47625" anchor="ctr" horzOverflow="clip">
                    <a:lnR w="9525">
                      <a:solidFill>
                        <a:srgbClr val="27465C"/>
                      </a:solidFill>
                      <a:prstDash val="solid"/>
                    </a:lnR>
                    <a:lnT w="9525">
                      <a:solidFill>
                        <a:srgbClr val="27465C"/>
                      </a:solidFill>
                      <a:prstDash val="solid"/>
                    </a:lnT>
                    <a:lnB w="9525">
                      <a:solidFill>
                        <a:srgbClr val="27465C"/>
                      </a:solidFill>
                      <a:prstDash val="solid"/>
                    </a:lnB>
                    <a:solidFill>
                      <a:srgbClr val="1230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9C7D8"/>
                          </a:solidFill>
                        </a:rPr>
                        <a:t>2018</a:t>
                      </a:r>
                    </a:p>
                  </a:txBody>
                  <a:tcPr marL="76200" marR="76200" marT="47625" marB="47625" anchor="ctr" horzOverflow="clip">
                    <a:lnR w="9525">
                      <a:solidFill>
                        <a:srgbClr val="27465C"/>
                      </a:solidFill>
                      <a:prstDash val="solid"/>
                    </a:lnR>
                    <a:lnT w="9525">
                      <a:solidFill>
                        <a:srgbClr val="27465C"/>
                      </a:solidFill>
                      <a:prstDash val="solid"/>
                    </a:lnT>
                    <a:lnB w="9525">
                      <a:solidFill>
                        <a:srgbClr val="27465C"/>
                      </a:solidFill>
                      <a:prstDash val="solid"/>
                    </a:lnB>
                    <a:solidFill>
                      <a:srgbClr val="123047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5F8FA"/>
                          </a:solidFill>
                        </a:rPr>
                        <a:t>2017 only</a:t>
                      </a:r>
                    </a:p>
                  </a:txBody>
                  <a:tcPr marL="76200" marR="76200" marT="47625" marB="47625" anchor="ctr" horzOverflow="clip">
                    <a:lnL w="9525">
                      <a:solidFill>
                        <a:srgbClr val="27465C"/>
                      </a:solidFill>
                      <a:prstDash val="solid"/>
                    </a:lnL>
                    <a:lnR w="9525">
                      <a:solidFill>
                        <a:srgbClr val="27465C"/>
                      </a:solidFill>
                      <a:prstDash val="solid"/>
                    </a:lnR>
                    <a:lnB w="9525">
                      <a:solidFill>
                        <a:srgbClr val="27465C"/>
                      </a:solidFill>
                      <a:prstDash val="solid"/>
                    </a:lnB>
                    <a:solidFill>
                      <a:srgbClr val="0E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5F8FA"/>
                          </a:solidFill>
                        </a:rPr>
                        <a:t>268,654</a:t>
                      </a:r>
                    </a:p>
                  </a:txBody>
                  <a:tcPr marL="76200" marR="76200" marT="47625" marB="47625" anchor="ctr" horzOverflow="clip">
                    <a:lnR w="9525">
                      <a:solidFill>
                        <a:srgbClr val="27465C"/>
                      </a:solidFill>
                      <a:prstDash val="solid"/>
                    </a:lnR>
                    <a:lnB w="9525">
                      <a:solidFill>
                        <a:srgbClr val="27465C"/>
                      </a:solidFill>
                      <a:prstDash val="solid"/>
                    </a:lnB>
                    <a:solidFill>
                      <a:srgbClr val="0E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5F8FA"/>
                          </a:solidFill>
                        </a:rPr>
                        <a:t>0.990</a:t>
                      </a:r>
                    </a:p>
                  </a:txBody>
                  <a:tcPr marL="76200" marR="76200" marT="47625" marB="47625" anchor="ctr" horzOverflow="clip">
                    <a:lnR w="9525">
                      <a:solidFill>
                        <a:srgbClr val="27465C"/>
                      </a:solidFill>
                      <a:prstDash val="solid"/>
                    </a:lnR>
                    <a:lnB w="9525">
                      <a:solidFill>
                        <a:srgbClr val="27465C"/>
                      </a:solidFill>
                      <a:prstDash val="solid"/>
                    </a:lnB>
                    <a:solidFill>
                      <a:srgbClr val="0E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5F8FA"/>
                          </a:solidFill>
                        </a:rPr>
                        <a:t>0.694</a:t>
                      </a:r>
                    </a:p>
                  </a:txBody>
                  <a:tcPr marL="76200" marR="76200" marT="47625" marB="47625" anchor="ctr" horzOverflow="clip">
                    <a:lnR w="9525">
                      <a:solidFill>
                        <a:srgbClr val="27465C"/>
                      </a:solidFill>
                      <a:prstDash val="solid"/>
                    </a:lnR>
                    <a:lnB w="9525">
                      <a:solidFill>
                        <a:srgbClr val="27465C"/>
                      </a:solidFill>
                      <a:prstDash val="solid"/>
                    </a:lnB>
                    <a:solidFill>
                      <a:srgbClr val="0E2638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5F8FA"/>
                          </a:solidFill>
                        </a:rPr>
                        <a:t>2018 only</a:t>
                      </a:r>
                    </a:p>
                  </a:txBody>
                  <a:tcPr marL="76200" marR="76200" marT="47625" marB="47625" anchor="ctr" horzOverflow="clip">
                    <a:lnL w="9525">
                      <a:solidFill>
                        <a:srgbClr val="27465C"/>
                      </a:solidFill>
                      <a:prstDash val="solid"/>
                    </a:lnL>
                    <a:lnR w="9525">
                      <a:solidFill>
                        <a:srgbClr val="27465C"/>
                      </a:solidFill>
                      <a:prstDash val="solid"/>
                    </a:lnR>
                    <a:lnB w="9525">
                      <a:solidFill>
                        <a:srgbClr val="27465C"/>
                      </a:solidFill>
                      <a:prstDash val="solid"/>
                    </a:lnB>
                    <a:solidFill>
                      <a:srgbClr val="102B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5F8FA"/>
                          </a:solidFill>
                        </a:rPr>
                        <a:t>268,654</a:t>
                      </a:r>
                    </a:p>
                  </a:txBody>
                  <a:tcPr marL="76200" marR="76200" marT="47625" marB="47625" anchor="ctr" horzOverflow="clip">
                    <a:lnR w="9525">
                      <a:solidFill>
                        <a:srgbClr val="27465C"/>
                      </a:solidFill>
                      <a:prstDash val="solid"/>
                    </a:lnR>
                    <a:lnB w="9525">
                      <a:solidFill>
                        <a:srgbClr val="27465C"/>
                      </a:solidFill>
                      <a:prstDash val="solid"/>
                    </a:lnB>
                    <a:solidFill>
                      <a:srgbClr val="102B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5F8FA"/>
                          </a:solidFill>
                        </a:rPr>
                        <a:t>0.794</a:t>
                      </a:r>
                    </a:p>
                  </a:txBody>
                  <a:tcPr marL="76200" marR="76200" marT="47625" marB="47625" anchor="ctr" horzOverflow="clip">
                    <a:lnR w="9525">
                      <a:solidFill>
                        <a:srgbClr val="27465C"/>
                      </a:solidFill>
                      <a:prstDash val="solid"/>
                    </a:lnR>
                    <a:lnB w="9525">
                      <a:solidFill>
                        <a:srgbClr val="27465C"/>
                      </a:solidFill>
                      <a:prstDash val="solid"/>
                    </a:lnB>
                    <a:solidFill>
                      <a:srgbClr val="102B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5F8FA"/>
                          </a:solidFill>
                        </a:rPr>
                        <a:t>0.985</a:t>
                      </a:r>
                    </a:p>
                  </a:txBody>
                  <a:tcPr marL="76200" marR="76200" marT="47625" marB="47625" anchor="ctr" horzOverflow="clip">
                    <a:lnR w="9525">
                      <a:solidFill>
                        <a:srgbClr val="27465C"/>
                      </a:solidFill>
                      <a:prstDash val="solid"/>
                    </a:lnR>
                    <a:lnB w="9525">
                      <a:solidFill>
                        <a:srgbClr val="27465C"/>
                      </a:solidFill>
                      <a:prstDash val="solid"/>
                    </a:lnB>
                    <a:solidFill>
                      <a:srgbClr val="102B3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5F8FA"/>
                          </a:solidFill>
                        </a:rPr>
                        <a:t>Mixed equal</a:t>
                      </a:r>
                    </a:p>
                  </a:txBody>
                  <a:tcPr marL="76200" marR="76200" marT="47625" marB="47625" anchor="ctr" horzOverflow="clip">
                    <a:lnL w="9525">
                      <a:solidFill>
                        <a:srgbClr val="27465C"/>
                      </a:solidFill>
                      <a:prstDash val="solid"/>
                    </a:lnL>
                    <a:lnR w="9525">
                      <a:solidFill>
                        <a:srgbClr val="27465C"/>
                      </a:solidFill>
                      <a:prstDash val="solid"/>
                    </a:lnR>
                    <a:lnB w="9525">
                      <a:solidFill>
                        <a:srgbClr val="27465C"/>
                      </a:solidFill>
                      <a:prstDash val="solid"/>
                    </a:lnB>
                    <a:solidFill>
                      <a:srgbClr val="0E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5F8FA"/>
                          </a:solidFill>
                        </a:rPr>
                        <a:t>268,654</a:t>
                      </a:r>
                    </a:p>
                  </a:txBody>
                  <a:tcPr marL="76200" marR="76200" marT="47625" marB="47625" anchor="ctr" horzOverflow="clip">
                    <a:lnR w="9525">
                      <a:solidFill>
                        <a:srgbClr val="27465C"/>
                      </a:solidFill>
                      <a:prstDash val="solid"/>
                    </a:lnR>
                    <a:lnB w="9525">
                      <a:solidFill>
                        <a:srgbClr val="27465C"/>
                      </a:solidFill>
                      <a:prstDash val="solid"/>
                    </a:lnB>
                    <a:solidFill>
                      <a:srgbClr val="0E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5F8FA"/>
                          </a:solidFill>
                        </a:rPr>
                        <a:t>0.962</a:t>
                      </a:r>
                    </a:p>
                  </a:txBody>
                  <a:tcPr marL="76200" marR="76200" marT="47625" marB="47625" anchor="ctr" horzOverflow="clip">
                    <a:lnR w="9525">
                      <a:solidFill>
                        <a:srgbClr val="27465C"/>
                      </a:solidFill>
                      <a:prstDash val="solid"/>
                    </a:lnR>
                    <a:lnB w="9525">
                      <a:solidFill>
                        <a:srgbClr val="27465C"/>
                      </a:solidFill>
                      <a:prstDash val="solid"/>
                    </a:lnB>
                    <a:solidFill>
                      <a:srgbClr val="0E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5F8FA"/>
                          </a:solidFill>
                        </a:rPr>
                        <a:t>0.967</a:t>
                      </a:r>
                    </a:p>
                  </a:txBody>
                  <a:tcPr marL="76200" marR="76200" marT="47625" marB="47625" anchor="ctr" horzOverflow="clip">
                    <a:lnR w="9525">
                      <a:solidFill>
                        <a:srgbClr val="27465C"/>
                      </a:solidFill>
                      <a:prstDash val="solid"/>
                    </a:lnR>
                    <a:lnB w="9525">
                      <a:solidFill>
                        <a:srgbClr val="27465C"/>
                      </a:solidFill>
                      <a:prstDash val="solid"/>
                    </a:lnB>
                    <a:solidFill>
                      <a:srgbClr val="0E2638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5F8FA"/>
                          </a:solidFill>
                        </a:rPr>
                        <a:t>Mixed expanded</a:t>
                      </a:r>
                    </a:p>
                  </a:txBody>
                  <a:tcPr marL="76200" marR="76200" marT="47625" marB="47625" anchor="ctr" horzOverflow="clip">
                    <a:lnL w="9525">
                      <a:solidFill>
                        <a:srgbClr val="27465C"/>
                      </a:solidFill>
                      <a:prstDash val="solid"/>
                    </a:lnL>
                    <a:lnR w="9525">
                      <a:solidFill>
                        <a:srgbClr val="27465C"/>
                      </a:solidFill>
                      <a:prstDash val="solid"/>
                    </a:lnR>
                    <a:lnB w="9525">
                      <a:solidFill>
                        <a:srgbClr val="27465C"/>
                      </a:solidFill>
                      <a:prstDash val="solid"/>
                    </a:lnB>
                    <a:solidFill>
                      <a:srgbClr val="102B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5F8FA"/>
                          </a:solidFill>
                        </a:rPr>
                        <a:t>537,308</a:t>
                      </a:r>
                    </a:p>
                  </a:txBody>
                  <a:tcPr marL="76200" marR="76200" marT="47625" marB="47625" anchor="ctr" horzOverflow="clip">
                    <a:lnR w="9525">
                      <a:solidFill>
                        <a:srgbClr val="27465C"/>
                      </a:solidFill>
                      <a:prstDash val="solid"/>
                    </a:lnR>
                    <a:lnB w="9525">
                      <a:solidFill>
                        <a:srgbClr val="27465C"/>
                      </a:solidFill>
                      <a:prstDash val="solid"/>
                    </a:lnB>
                    <a:solidFill>
                      <a:srgbClr val="102B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5F8FA"/>
                          </a:solidFill>
                        </a:rPr>
                        <a:t>0.963</a:t>
                      </a:r>
                    </a:p>
                  </a:txBody>
                  <a:tcPr marL="76200" marR="76200" marT="47625" marB="47625" anchor="ctr" horzOverflow="clip">
                    <a:lnR w="9525">
                      <a:solidFill>
                        <a:srgbClr val="27465C"/>
                      </a:solidFill>
                      <a:prstDash val="solid"/>
                    </a:lnR>
                    <a:lnB w="9525">
                      <a:solidFill>
                        <a:srgbClr val="27465C"/>
                      </a:solidFill>
                      <a:prstDash val="solid"/>
                    </a:lnB>
                    <a:solidFill>
                      <a:srgbClr val="102B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5F8FA"/>
                          </a:solidFill>
                        </a:rPr>
                        <a:t>0.967</a:t>
                      </a:r>
                    </a:p>
                  </a:txBody>
                  <a:tcPr marL="76200" marR="76200" marT="47625" marB="47625" anchor="ctr" horzOverflow="clip">
                    <a:lnR w="9525">
                      <a:solidFill>
                        <a:srgbClr val="27465C"/>
                      </a:solidFill>
                      <a:prstDash val="solid"/>
                    </a:lnR>
                    <a:lnB w="9525">
                      <a:solidFill>
                        <a:srgbClr val="27465C"/>
                      </a:solidFill>
                      <a:prstDash val="solid"/>
                    </a:lnB>
                    <a:solidFill>
                      <a:srgbClr val="102B3F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C6D90E-B10A-4E40-B390-FBBA2D151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81012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0">
                <a:solidFill>
                  <a:srgbClr val="A8BAC8"/>
                </a:solidFill>
              </a:defRPr>
            </a:defPPr>
            <a:lvl1pPr>
              <a:defRPr sz="900" b="0">
                <a:solidFill>
                  <a:srgbClr val="A8BAC8"/>
                </a:solidFill>
              </a:defRPr>
            </a:lvl1pPr>
            <a:lvl2pPr>
              <a:defRPr sz="900" b="0">
                <a:solidFill>
                  <a:srgbClr val="A8BAC8"/>
                </a:solidFill>
              </a:defRPr>
            </a:lvl2pPr>
            <a:lvl3pPr>
              <a:defRPr sz="900" b="0">
                <a:solidFill>
                  <a:srgbClr val="A8BAC8"/>
                </a:solidFill>
              </a:defRPr>
            </a:lvl3pPr>
            <a:lvl4pPr>
              <a:defRPr sz="900" b="0">
                <a:solidFill>
                  <a:srgbClr val="A8BAC8"/>
                </a:solidFill>
              </a:defRPr>
            </a:lvl4pPr>
            <a:lvl5pPr>
              <a:defRPr sz="900" b="0">
                <a:solidFill>
                  <a:srgbClr val="A8BAC8"/>
                </a:solidFill>
              </a:defRPr>
            </a:lvl5pPr>
            <a:lvl6pPr>
              <a:defRPr sz="900" b="0">
                <a:solidFill>
                  <a:srgbClr val="A8BAC8"/>
                </a:solidFill>
              </a:defRPr>
            </a:lvl6pPr>
            <a:lvl7pPr>
              <a:defRPr sz="900" b="0">
                <a:solidFill>
                  <a:srgbClr val="A8BAC8"/>
                </a:solidFill>
              </a:defRPr>
            </a:lvl7pPr>
            <a:lvl8pPr>
              <a:defRPr sz="900" b="0">
                <a:solidFill>
                  <a:srgbClr val="A8BAC8"/>
                </a:solidFill>
              </a:defRPr>
            </a:lvl8pPr>
            <a:lvl9pPr>
              <a:defRPr sz="900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A8BAC8"/>
                </a:solidFill>
              </a:defRPr>
            </a:pPr>
            <a:r>
              <a:rPr sz="900" b="0">
                <a:solidFill>
                  <a:srgbClr val="A8BAC8"/>
                </a:solidFill>
              </a:rPr>
              <a:t>Values are macro F1 on held-out test data.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2509F9-143F-460C-99B6-FAE182539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24550"/>
            <a:ext cx="10810875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9525">
            <a:solidFill>
              <a:srgbClr val="2EC4A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D21335-B66D-4A5D-8DD5-3370D15A3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24550"/>
            <a:ext cx="104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2EC4A6"/>
                </a:solidFill>
              </a:defRPr>
            </a:defPPr>
            <a:lvl1pPr>
              <a:defRPr sz="900" b="1">
                <a:solidFill>
                  <a:srgbClr val="2EC4A6"/>
                </a:solidFill>
              </a:defRPr>
            </a:lvl1pPr>
            <a:lvl2pPr>
              <a:defRPr sz="900" b="1">
                <a:solidFill>
                  <a:srgbClr val="2EC4A6"/>
                </a:solidFill>
              </a:defRPr>
            </a:lvl2pPr>
            <a:lvl3pPr>
              <a:defRPr sz="900" b="1">
                <a:solidFill>
                  <a:srgbClr val="2EC4A6"/>
                </a:solidFill>
              </a:defRPr>
            </a:lvl3pPr>
            <a:lvl4pPr>
              <a:defRPr sz="900" b="1">
                <a:solidFill>
                  <a:srgbClr val="2EC4A6"/>
                </a:solidFill>
              </a:defRPr>
            </a:lvl4pPr>
            <a:lvl5pPr>
              <a:defRPr sz="900" b="1">
                <a:solidFill>
                  <a:srgbClr val="2EC4A6"/>
                </a:solidFill>
              </a:defRPr>
            </a:lvl5pPr>
            <a:lvl6pPr>
              <a:defRPr sz="900" b="1">
                <a:solidFill>
                  <a:srgbClr val="2EC4A6"/>
                </a:solidFill>
              </a:defRPr>
            </a:lvl6pPr>
            <a:lvl7pPr>
              <a:defRPr sz="900" b="1">
                <a:solidFill>
                  <a:srgbClr val="2EC4A6"/>
                </a:solidFill>
              </a:defRPr>
            </a:lvl7pPr>
            <a:lvl8pPr>
              <a:defRPr sz="900" b="1">
                <a:solidFill>
                  <a:srgbClr val="2EC4A6"/>
                </a:solidFill>
              </a:defRPr>
            </a:lvl8pPr>
            <a:lvl9pPr>
              <a:defRPr sz="900" b="1">
                <a:solidFill>
                  <a:srgbClr val="2EC4A6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2EC4A6"/>
                </a:solidFill>
              </a:defRPr>
            </a:pPr>
            <a:r>
              <a:rPr sz="900" b="1">
                <a:solidFill>
                  <a:srgbClr val="2EC4A6"/>
                </a:solidFill>
              </a:rPr>
              <a:t>TAKEAWAY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EC762C-1548-4074-92D7-969337D84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924550"/>
            <a:ext cx="938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F5F8FA"/>
                </a:solidFill>
              </a:defRPr>
            </a:defPPr>
            <a:lvl1pPr>
              <a:defRPr sz="1125" b="1">
                <a:solidFill>
                  <a:srgbClr val="F5F8FA"/>
                </a:solidFill>
              </a:defRPr>
            </a:lvl1pPr>
            <a:lvl2pPr>
              <a:defRPr sz="1125" b="1">
                <a:solidFill>
                  <a:srgbClr val="F5F8FA"/>
                </a:solidFill>
              </a:defRPr>
            </a:lvl2pPr>
            <a:lvl3pPr>
              <a:defRPr sz="1125" b="1">
                <a:solidFill>
                  <a:srgbClr val="F5F8FA"/>
                </a:solidFill>
              </a:defRPr>
            </a:lvl3pPr>
            <a:lvl4pPr>
              <a:defRPr sz="1125" b="1">
                <a:solidFill>
                  <a:srgbClr val="F5F8FA"/>
                </a:solidFill>
              </a:defRPr>
            </a:lvl4pPr>
            <a:lvl5pPr>
              <a:defRPr sz="1125" b="1">
                <a:solidFill>
                  <a:srgbClr val="F5F8FA"/>
                </a:solidFill>
              </a:defRPr>
            </a:lvl5pPr>
            <a:lvl6pPr>
              <a:defRPr sz="1125" b="1">
                <a:solidFill>
                  <a:srgbClr val="F5F8FA"/>
                </a:solidFill>
              </a:defRPr>
            </a:lvl6pPr>
            <a:lvl7pPr>
              <a:defRPr sz="1125" b="1">
                <a:solidFill>
                  <a:srgbClr val="F5F8FA"/>
                </a:solidFill>
              </a:defRPr>
            </a:lvl7pPr>
            <a:lvl8pPr>
              <a:defRPr sz="1125" b="1">
                <a:solidFill>
                  <a:srgbClr val="F5F8FA"/>
                </a:solidFill>
              </a:defRPr>
            </a:lvl8pPr>
            <a:lvl9pPr>
              <a:defRPr sz="1125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F5F8FA"/>
                </a:solidFill>
              </a:defRPr>
            </a:pPr>
            <a:r>
              <a:rPr sz="1125" b="1">
                <a:solidFill>
                  <a:srgbClr val="F5F8FA"/>
                </a:solidFill>
              </a:rPr>
              <a:t>Both mixed strategies generalize well across the two known environments; more rows add only marginal gain.</a:t>
            </a:r>
          </a:p>
        </p:txBody>
      </p:sp>
    </p:spTree>
    <p:extLst>
      <p:ext uri="{BB962C8B-B14F-4D97-AF65-F5344CB8AC3E}">
        <p14:creationId xmlns:p14="http://schemas.microsoft.com/office/powerpoint/2010/main" val="190426105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7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7AD688-6FAA-476B-AAF8-95DBBCE8E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C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AC0760-77AD-40AB-87EF-42F73C81F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6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29C7D8"/>
                </a:solidFill>
              </a:defRPr>
            </a:defPPr>
            <a:lvl1pPr>
              <a:defRPr sz="900" b="1">
                <a:solidFill>
                  <a:srgbClr val="29C7D8"/>
                </a:solidFill>
              </a:defRPr>
            </a:lvl1pPr>
            <a:lvl2pPr>
              <a:defRPr sz="900" b="1">
                <a:solidFill>
                  <a:srgbClr val="29C7D8"/>
                </a:solidFill>
              </a:defRPr>
            </a:lvl2pPr>
            <a:lvl3pPr>
              <a:defRPr sz="900" b="1">
                <a:solidFill>
                  <a:srgbClr val="29C7D8"/>
                </a:solidFill>
              </a:defRPr>
            </a:lvl3pPr>
            <a:lvl4pPr>
              <a:defRPr sz="900" b="1">
                <a:solidFill>
                  <a:srgbClr val="29C7D8"/>
                </a:solidFill>
              </a:defRPr>
            </a:lvl4pPr>
            <a:lvl5pPr>
              <a:defRPr sz="900" b="1">
                <a:solidFill>
                  <a:srgbClr val="29C7D8"/>
                </a:solidFill>
              </a:defRPr>
            </a:lvl5pPr>
            <a:lvl6pPr>
              <a:defRPr sz="900" b="1">
                <a:solidFill>
                  <a:srgbClr val="29C7D8"/>
                </a:solidFill>
              </a:defRPr>
            </a:lvl6pPr>
            <a:lvl7pPr>
              <a:defRPr sz="900" b="1">
                <a:solidFill>
                  <a:srgbClr val="29C7D8"/>
                </a:solidFill>
              </a:defRPr>
            </a:lvl7pPr>
            <a:lvl8pPr>
              <a:defRPr sz="900" b="1">
                <a:solidFill>
                  <a:srgbClr val="29C7D8"/>
                </a:solidFill>
              </a:defRPr>
            </a:lvl8pPr>
            <a:lvl9pPr>
              <a:defRPr sz="900" b="1">
                <a:solidFill>
                  <a:srgbClr val="29C7D8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29C7D8"/>
                </a:solidFill>
              </a:defRPr>
            </a:pPr>
            <a:r>
              <a:rPr sz="900" b="1">
                <a:solidFill>
                  <a:srgbClr val="29C7D8"/>
                </a:solidFill>
              </a:rPr>
              <a:t>CAPSTONE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76D63D-BDF9-4924-89CE-AD579A369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43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F5F8FA"/>
                </a:solidFill>
              </a:defRPr>
            </a:defPPr>
            <a:lvl1pPr>
              <a:defRPr sz="2550" b="1">
                <a:solidFill>
                  <a:srgbClr val="F5F8FA"/>
                </a:solidFill>
              </a:defRPr>
            </a:lvl1pPr>
            <a:lvl2pPr>
              <a:defRPr sz="2550" b="1">
                <a:solidFill>
                  <a:srgbClr val="F5F8FA"/>
                </a:solidFill>
              </a:defRPr>
            </a:lvl2pPr>
            <a:lvl3pPr>
              <a:defRPr sz="2550" b="1">
                <a:solidFill>
                  <a:srgbClr val="F5F8FA"/>
                </a:solidFill>
              </a:defRPr>
            </a:lvl3pPr>
            <a:lvl4pPr>
              <a:defRPr sz="2550" b="1">
                <a:solidFill>
                  <a:srgbClr val="F5F8FA"/>
                </a:solidFill>
              </a:defRPr>
            </a:lvl4pPr>
            <a:lvl5pPr>
              <a:defRPr sz="2550" b="1">
                <a:solidFill>
                  <a:srgbClr val="F5F8FA"/>
                </a:solidFill>
              </a:defRPr>
            </a:lvl5pPr>
            <a:lvl6pPr>
              <a:defRPr sz="2550" b="1">
                <a:solidFill>
                  <a:srgbClr val="F5F8FA"/>
                </a:solidFill>
              </a:defRPr>
            </a:lvl6pPr>
            <a:lvl7pPr>
              <a:defRPr sz="2550" b="1">
                <a:solidFill>
                  <a:srgbClr val="F5F8FA"/>
                </a:solidFill>
              </a:defRPr>
            </a:lvl7pPr>
            <a:lvl8pPr>
              <a:defRPr sz="2550" b="1">
                <a:solidFill>
                  <a:srgbClr val="F5F8FA"/>
                </a:solidFill>
              </a:defRPr>
            </a:lvl8pPr>
            <a:lvl9pPr>
              <a:defRPr sz="255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5F8FA"/>
                </a:solidFill>
              </a:defRPr>
            </a:pPr>
            <a:r>
              <a:rPr sz="2550" b="1">
                <a:solidFill>
                  <a:srgbClr val="F5F8FA"/>
                </a:solidFill>
              </a:rPr>
              <a:t>The model should support triage, not autonomous blocking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0C98B9-7617-4706-8623-140CA4017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287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A8BAC8"/>
                </a:solidFill>
              </a:defRPr>
            </a:defPPr>
            <a:lvl1pPr>
              <a:defRPr sz="1275" b="0">
                <a:solidFill>
                  <a:srgbClr val="A8BAC8"/>
                </a:solidFill>
              </a:defRPr>
            </a:lvl1pPr>
            <a:lvl2pPr>
              <a:defRPr sz="1275" b="0">
                <a:solidFill>
                  <a:srgbClr val="A8BAC8"/>
                </a:solidFill>
              </a:defRPr>
            </a:lvl2pPr>
            <a:lvl3pPr>
              <a:defRPr sz="1275" b="0">
                <a:solidFill>
                  <a:srgbClr val="A8BAC8"/>
                </a:solidFill>
              </a:defRPr>
            </a:lvl3pPr>
            <a:lvl4pPr>
              <a:defRPr sz="1275" b="0">
                <a:solidFill>
                  <a:srgbClr val="A8BAC8"/>
                </a:solidFill>
              </a:defRPr>
            </a:lvl4pPr>
            <a:lvl5pPr>
              <a:defRPr sz="1275" b="0">
                <a:solidFill>
                  <a:srgbClr val="A8BAC8"/>
                </a:solidFill>
              </a:defRPr>
            </a:lvl5pPr>
            <a:lvl6pPr>
              <a:defRPr sz="1275" b="0">
                <a:solidFill>
                  <a:srgbClr val="A8BAC8"/>
                </a:solidFill>
              </a:defRPr>
            </a:lvl6pPr>
            <a:lvl7pPr>
              <a:defRPr sz="1275" b="0">
                <a:solidFill>
                  <a:srgbClr val="A8BAC8"/>
                </a:solidFill>
              </a:defRPr>
            </a:lvl7pPr>
            <a:lvl8pPr>
              <a:defRPr sz="1275" b="0">
                <a:solidFill>
                  <a:srgbClr val="A8BAC8"/>
                </a:solidFill>
              </a:defRPr>
            </a:lvl8pPr>
            <a:lvl9pPr>
              <a:defRPr sz="127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A8BAC8"/>
                </a:solidFill>
              </a:defRPr>
            </a:pPr>
            <a:r>
              <a:rPr sz="1275" b="0">
                <a:solidFill>
                  <a:srgbClr val="A8BAC8"/>
                </a:solidFill>
              </a:rPr>
              <a:t>Operational value depends on recall, false alarms, latency, and analyst workflow together.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D9D8EA-76EC-4314-9FD6-87E11410C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71600"/>
            <a:ext cx="11239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11BCF2-C69B-48E5-8691-A810DFAF3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A8BAC8"/>
                </a:solidFill>
              </a:defRPr>
            </a:defPPr>
            <a:lvl1pPr>
              <a:defRPr sz="900" b="1">
                <a:solidFill>
                  <a:srgbClr val="A8BAC8"/>
                </a:solidFill>
              </a:defRPr>
            </a:lvl1pPr>
            <a:lvl2pPr>
              <a:defRPr sz="900" b="1">
                <a:solidFill>
                  <a:srgbClr val="A8BAC8"/>
                </a:solidFill>
              </a:defRPr>
            </a:lvl2pPr>
            <a:lvl3pPr>
              <a:defRPr sz="900" b="1">
                <a:solidFill>
                  <a:srgbClr val="A8BAC8"/>
                </a:solidFill>
              </a:defRPr>
            </a:lvl3pPr>
            <a:lvl4pPr>
              <a:defRPr sz="900" b="1">
                <a:solidFill>
                  <a:srgbClr val="A8BAC8"/>
                </a:solidFill>
              </a:defRPr>
            </a:lvl4pPr>
            <a:lvl5pPr>
              <a:defRPr sz="900" b="1">
                <a:solidFill>
                  <a:srgbClr val="A8BAC8"/>
                </a:solidFill>
              </a:defRPr>
            </a:lvl5pPr>
            <a:lvl6pPr>
              <a:defRPr sz="900" b="1">
                <a:solidFill>
                  <a:srgbClr val="A8BAC8"/>
                </a:solidFill>
              </a:defRPr>
            </a:lvl6pPr>
            <a:lvl7pPr>
              <a:defRPr sz="900" b="1">
                <a:solidFill>
                  <a:srgbClr val="A8BAC8"/>
                </a:solidFill>
              </a:defRPr>
            </a:lvl7pPr>
            <a:lvl8pPr>
              <a:defRPr sz="900" b="1">
                <a:solidFill>
                  <a:srgbClr val="A8BAC8"/>
                </a:solidFill>
              </a:defRPr>
            </a:lvl8pPr>
            <a:lvl9pPr>
              <a:defRPr sz="900" b="1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A8BAC8"/>
                </a:solidFill>
              </a:defRPr>
            </a:pPr>
            <a:r>
              <a:rPr sz="900" b="1">
                <a:solidFill>
                  <a:srgbClr val="A8BAC8"/>
                </a:solidFill>
              </a:rPr>
              <a:t>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C0012F-C60B-4404-9238-AA636571D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62125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E2638"/>
          </a:solidFill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3685E0-EEDF-4F70-8720-FC0C6C44C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62125"/>
            <a:ext cx="666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011220-95C7-4008-9B39-6C0D7BFA8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33575"/>
            <a:ext cx="2905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F5F8FA"/>
                </a:solidFill>
              </a:defRPr>
            </a:defPPr>
            <a:lvl1pPr>
              <a:defRPr sz="1350" b="1">
                <a:solidFill>
                  <a:srgbClr val="F5F8FA"/>
                </a:solidFill>
              </a:defRPr>
            </a:lvl1pPr>
            <a:lvl2pPr>
              <a:defRPr sz="1350" b="1">
                <a:solidFill>
                  <a:srgbClr val="F5F8FA"/>
                </a:solidFill>
              </a:defRPr>
            </a:lvl2pPr>
            <a:lvl3pPr>
              <a:defRPr sz="1350" b="1">
                <a:solidFill>
                  <a:srgbClr val="F5F8FA"/>
                </a:solidFill>
              </a:defRPr>
            </a:lvl3pPr>
            <a:lvl4pPr>
              <a:defRPr sz="1350" b="1">
                <a:solidFill>
                  <a:srgbClr val="F5F8FA"/>
                </a:solidFill>
              </a:defRPr>
            </a:lvl4pPr>
            <a:lvl5pPr>
              <a:defRPr sz="1350" b="1">
                <a:solidFill>
                  <a:srgbClr val="F5F8FA"/>
                </a:solidFill>
              </a:defRPr>
            </a:lvl5pPr>
            <a:lvl6pPr>
              <a:defRPr sz="1350" b="1">
                <a:solidFill>
                  <a:srgbClr val="F5F8FA"/>
                </a:solidFill>
              </a:defRPr>
            </a:lvl6pPr>
            <a:lvl7pPr>
              <a:defRPr sz="1350" b="1">
                <a:solidFill>
                  <a:srgbClr val="F5F8FA"/>
                </a:solidFill>
              </a:defRPr>
            </a:lvl7pPr>
            <a:lvl8pPr>
              <a:defRPr sz="1350" b="1">
                <a:solidFill>
                  <a:srgbClr val="F5F8FA"/>
                </a:solidFill>
              </a:defRPr>
            </a:lvl8pPr>
            <a:lvl9pPr>
              <a:defRPr sz="135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5F8FA"/>
                </a:solidFill>
              </a:defRPr>
            </a:pPr>
            <a:r>
              <a:rPr sz="1350" b="1">
                <a:solidFill>
                  <a:srgbClr val="F5F8FA"/>
                </a:solidFill>
              </a:rPr>
              <a:t>What improves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73630F-32C3-4428-A965-287A395F4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33625"/>
            <a:ext cx="2905125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A8BAC8"/>
                </a:solidFill>
              </a:defRPr>
            </a:defPPr>
            <a:lvl1pPr>
              <a:defRPr sz="1125" b="0">
                <a:solidFill>
                  <a:srgbClr val="A8BAC8"/>
                </a:solidFill>
              </a:defRPr>
            </a:lvl1pPr>
            <a:lvl2pPr>
              <a:defRPr sz="1125" b="0">
                <a:solidFill>
                  <a:srgbClr val="A8BAC8"/>
                </a:solidFill>
              </a:defRPr>
            </a:lvl2pPr>
            <a:lvl3pPr>
              <a:defRPr sz="1125" b="0">
                <a:solidFill>
                  <a:srgbClr val="A8BAC8"/>
                </a:solidFill>
              </a:defRPr>
            </a:lvl3pPr>
            <a:lvl4pPr>
              <a:defRPr sz="1125" b="0">
                <a:solidFill>
                  <a:srgbClr val="A8BAC8"/>
                </a:solidFill>
              </a:defRPr>
            </a:lvl4pPr>
            <a:lvl5pPr>
              <a:defRPr sz="1125" b="0">
                <a:solidFill>
                  <a:srgbClr val="A8BAC8"/>
                </a:solidFill>
              </a:defRPr>
            </a:lvl5pPr>
            <a:lvl6pPr>
              <a:defRPr sz="1125" b="0">
                <a:solidFill>
                  <a:srgbClr val="A8BAC8"/>
                </a:solidFill>
              </a:defRPr>
            </a:lvl6pPr>
            <a:lvl7pPr>
              <a:defRPr sz="1125" b="0">
                <a:solidFill>
                  <a:srgbClr val="A8BAC8"/>
                </a:solidFill>
              </a:defRPr>
            </a:lvl7pPr>
            <a:lvl8pPr>
              <a:defRPr sz="1125" b="0">
                <a:solidFill>
                  <a:srgbClr val="A8BAC8"/>
                </a:solidFill>
              </a:defRPr>
            </a:lvl8pPr>
            <a:lvl9pPr>
              <a:defRPr sz="112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Mixed training stabilizes performance across the two environments and preserves high attack recall.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76AE31-4022-4033-8223-54B3660FB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762125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E2638"/>
          </a:solidFill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5E0CBB-9F13-4496-98DC-158FEF67C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762125"/>
            <a:ext cx="666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A0695C-AF2A-4EBF-8520-FDEADD09B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933575"/>
            <a:ext cx="2905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F5F8FA"/>
                </a:solidFill>
              </a:defRPr>
            </a:defPPr>
            <a:lvl1pPr>
              <a:defRPr sz="1350" b="1">
                <a:solidFill>
                  <a:srgbClr val="F5F8FA"/>
                </a:solidFill>
              </a:defRPr>
            </a:lvl1pPr>
            <a:lvl2pPr>
              <a:defRPr sz="1350" b="1">
                <a:solidFill>
                  <a:srgbClr val="F5F8FA"/>
                </a:solidFill>
              </a:defRPr>
            </a:lvl2pPr>
            <a:lvl3pPr>
              <a:defRPr sz="1350" b="1">
                <a:solidFill>
                  <a:srgbClr val="F5F8FA"/>
                </a:solidFill>
              </a:defRPr>
            </a:lvl3pPr>
            <a:lvl4pPr>
              <a:defRPr sz="1350" b="1">
                <a:solidFill>
                  <a:srgbClr val="F5F8FA"/>
                </a:solidFill>
              </a:defRPr>
            </a:lvl4pPr>
            <a:lvl5pPr>
              <a:defRPr sz="1350" b="1">
                <a:solidFill>
                  <a:srgbClr val="F5F8FA"/>
                </a:solidFill>
              </a:defRPr>
            </a:lvl5pPr>
            <a:lvl6pPr>
              <a:defRPr sz="1350" b="1">
                <a:solidFill>
                  <a:srgbClr val="F5F8FA"/>
                </a:solidFill>
              </a:defRPr>
            </a:lvl6pPr>
            <a:lvl7pPr>
              <a:defRPr sz="1350" b="1">
                <a:solidFill>
                  <a:srgbClr val="F5F8FA"/>
                </a:solidFill>
              </a:defRPr>
            </a:lvl7pPr>
            <a:lvl8pPr>
              <a:defRPr sz="1350" b="1">
                <a:solidFill>
                  <a:srgbClr val="F5F8FA"/>
                </a:solidFill>
              </a:defRPr>
            </a:lvl8pPr>
            <a:lvl9pPr>
              <a:defRPr sz="135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5F8FA"/>
                </a:solidFill>
              </a:defRPr>
            </a:pPr>
            <a:r>
              <a:rPr sz="1350" b="1">
                <a:solidFill>
                  <a:srgbClr val="F5F8FA"/>
                </a:solidFill>
              </a:rPr>
              <a:t>What remains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47DE15-6580-4882-8058-2DB2EAA06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333625"/>
            <a:ext cx="2905125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A8BAC8"/>
                </a:solidFill>
              </a:defRPr>
            </a:defPPr>
            <a:lvl1pPr>
              <a:defRPr sz="1125" b="0">
                <a:solidFill>
                  <a:srgbClr val="A8BAC8"/>
                </a:solidFill>
              </a:defRPr>
            </a:lvl1pPr>
            <a:lvl2pPr>
              <a:defRPr sz="1125" b="0">
                <a:solidFill>
                  <a:srgbClr val="A8BAC8"/>
                </a:solidFill>
              </a:defRPr>
            </a:lvl2pPr>
            <a:lvl3pPr>
              <a:defRPr sz="1125" b="0">
                <a:solidFill>
                  <a:srgbClr val="A8BAC8"/>
                </a:solidFill>
              </a:defRPr>
            </a:lvl3pPr>
            <a:lvl4pPr>
              <a:defRPr sz="1125" b="0">
                <a:solidFill>
                  <a:srgbClr val="A8BAC8"/>
                </a:solidFill>
              </a:defRPr>
            </a:lvl4pPr>
            <a:lvl5pPr>
              <a:defRPr sz="1125" b="0">
                <a:solidFill>
                  <a:srgbClr val="A8BAC8"/>
                </a:solidFill>
              </a:defRPr>
            </a:lvl5pPr>
            <a:lvl6pPr>
              <a:defRPr sz="1125" b="0">
                <a:solidFill>
                  <a:srgbClr val="A8BAC8"/>
                </a:solidFill>
              </a:defRPr>
            </a:lvl6pPr>
            <a:lvl7pPr>
              <a:defRPr sz="1125" b="0">
                <a:solidFill>
                  <a:srgbClr val="A8BAC8"/>
                </a:solidFill>
              </a:defRPr>
            </a:lvl7pPr>
            <a:lvl8pPr>
              <a:defRPr sz="1125" b="0">
                <a:solidFill>
                  <a:srgbClr val="A8BAC8"/>
                </a:solidFill>
              </a:defRPr>
            </a:lvl8pPr>
            <a:lvl9pPr>
              <a:defRPr sz="112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Unknown networks, evolving attacks, label noise, adversarial behavior, and calibration are not solved by these experiments.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757905-29FC-40C8-83F2-6E299C2A3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762125"/>
            <a:ext cx="36195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E2638"/>
          </a:solidFill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8713C9-C463-49BC-A796-7E42E1E8E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762125"/>
            <a:ext cx="666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C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E66253-E8D4-4C35-8306-2C4F58A4F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933575"/>
            <a:ext cx="319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F5F8FA"/>
                </a:solidFill>
              </a:defRPr>
            </a:defPPr>
            <a:lvl1pPr>
              <a:defRPr sz="1350" b="1">
                <a:solidFill>
                  <a:srgbClr val="F5F8FA"/>
                </a:solidFill>
              </a:defRPr>
            </a:lvl1pPr>
            <a:lvl2pPr>
              <a:defRPr sz="1350" b="1">
                <a:solidFill>
                  <a:srgbClr val="F5F8FA"/>
                </a:solidFill>
              </a:defRPr>
            </a:lvl2pPr>
            <a:lvl3pPr>
              <a:defRPr sz="1350" b="1">
                <a:solidFill>
                  <a:srgbClr val="F5F8FA"/>
                </a:solidFill>
              </a:defRPr>
            </a:lvl3pPr>
            <a:lvl4pPr>
              <a:defRPr sz="1350" b="1">
                <a:solidFill>
                  <a:srgbClr val="F5F8FA"/>
                </a:solidFill>
              </a:defRPr>
            </a:lvl4pPr>
            <a:lvl5pPr>
              <a:defRPr sz="1350" b="1">
                <a:solidFill>
                  <a:srgbClr val="F5F8FA"/>
                </a:solidFill>
              </a:defRPr>
            </a:lvl5pPr>
            <a:lvl6pPr>
              <a:defRPr sz="1350" b="1">
                <a:solidFill>
                  <a:srgbClr val="F5F8FA"/>
                </a:solidFill>
              </a:defRPr>
            </a:lvl6pPr>
            <a:lvl7pPr>
              <a:defRPr sz="1350" b="1">
                <a:solidFill>
                  <a:srgbClr val="F5F8FA"/>
                </a:solidFill>
              </a:defRPr>
            </a:lvl7pPr>
            <a:lvl8pPr>
              <a:defRPr sz="1350" b="1">
                <a:solidFill>
                  <a:srgbClr val="F5F8FA"/>
                </a:solidFill>
              </a:defRPr>
            </a:lvl8pPr>
            <a:lvl9pPr>
              <a:defRPr sz="135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5F8FA"/>
                </a:solidFill>
              </a:defRPr>
            </a:pPr>
            <a:r>
              <a:rPr sz="1350" b="1">
                <a:solidFill>
                  <a:srgbClr val="F5F8FA"/>
                </a:solidFill>
              </a:rPr>
              <a:t>Recommended control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19E96C-FD6D-4E70-B41E-4612EEBCB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33625"/>
            <a:ext cx="3190875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A8BAC8"/>
                </a:solidFill>
              </a:defRPr>
            </a:defPPr>
            <a:lvl1pPr>
              <a:defRPr sz="1125" b="0">
                <a:solidFill>
                  <a:srgbClr val="A8BAC8"/>
                </a:solidFill>
              </a:defRPr>
            </a:lvl1pPr>
            <a:lvl2pPr>
              <a:defRPr sz="1125" b="0">
                <a:solidFill>
                  <a:srgbClr val="A8BAC8"/>
                </a:solidFill>
              </a:defRPr>
            </a:lvl2pPr>
            <a:lvl3pPr>
              <a:defRPr sz="1125" b="0">
                <a:solidFill>
                  <a:srgbClr val="A8BAC8"/>
                </a:solidFill>
              </a:defRPr>
            </a:lvl3pPr>
            <a:lvl4pPr>
              <a:defRPr sz="1125" b="0">
                <a:solidFill>
                  <a:srgbClr val="A8BAC8"/>
                </a:solidFill>
              </a:defRPr>
            </a:lvl4pPr>
            <a:lvl5pPr>
              <a:defRPr sz="1125" b="0">
                <a:solidFill>
                  <a:srgbClr val="A8BAC8"/>
                </a:solidFill>
              </a:defRPr>
            </a:lvl5pPr>
            <a:lvl6pPr>
              <a:defRPr sz="1125" b="0">
                <a:solidFill>
                  <a:srgbClr val="A8BAC8"/>
                </a:solidFill>
              </a:defRPr>
            </a:lvl6pPr>
            <a:lvl7pPr>
              <a:defRPr sz="1125" b="0">
                <a:solidFill>
                  <a:srgbClr val="A8BAC8"/>
                </a:solidFill>
              </a:defRPr>
            </a:lvl7pPr>
            <a:lvl8pPr>
              <a:defRPr sz="1125" b="0">
                <a:solidFill>
                  <a:srgbClr val="A8BAC8"/>
                </a:solidFill>
              </a:defRPr>
            </a:lvl8pPr>
            <a:lvl9pPr>
              <a:defRPr sz="112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Start in shadow mode, tune site-specific thresholds, route evidence to the SIEM, and require human review for high-impact action.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863A3B-B70C-4E18-A402-B40E09DF5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24550"/>
            <a:ext cx="10810875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9525">
            <a:solidFill>
              <a:srgbClr val="2EC4A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BF1823-D3D9-4E8D-B50F-F0E9C3BBB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24550"/>
            <a:ext cx="104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2EC4A6"/>
                </a:solidFill>
              </a:defRPr>
            </a:defPPr>
            <a:lvl1pPr>
              <a:defRPr sz="900" b="1">
                <a:solidFill>
                  <a:srgbClr val="2EC4A6"/>
                </a:solidFill>
              </a:defRPr>
            </a:lvl1pPr>
            <a:lvl2pPr>
              <a:defRPr sz="900" b="1">
                <a:solidFill>
                  <a:srgbClr val="2EC4A6"/>
                </a:solidFill>
              </a:defRPr>
            </a:lvl2pPr>
            <a:lvl3pPr>
              <a:defRPr sz="900" b="1">
                <a:solidFill>
                  <a:srgbClr val="2EC4A6"/>
                </a:solidFill>
              </a:defRPr>
            </a:lvl3pPr>
            <a:lvl4pPr>
              <a:defRPr sz="900" b="1">
                <a:solidFill>
                  <a:srgbClr val="2EC4A6"/>
                </a:solidFill>
              </a:defRPr>
            </a:lvl4pPr>
            <a:lvl5pPr>
              <a:defRPr sz="900" b="1">
                <a:solidFill>
                  <a:srgbClr val="2EC4A6"/>
                </a:solidFill>
              </a:defRPr>
            </a:lvl5pPr>
            <a:lvl6pPr>
              <a:defRPr sz="900" b="1">
                <a:solidFill>
                  <a:srgbClr val="2EC4A6"/>
                </a:solidFill>
              </a:defRPr>
            </a:lvl6pPr>
            <a:lvl7pPr>
              <a:defRPr sz="900" b="1">
                <a:solidFill>
                  <a:srgbClr val="2EC4A6"/>
                </a:solidFill>
              </a:defRPr>
            </a:lvl7pPr>
            <a:lvl8pPr>
              <a:defRPr sz="900" b="1">
                <a:solidFill>
                  <a:srgbClr val="2EC4A6"/>
                </a:solidFill>
              </a:defRPr>
            </a:lvl8pPr>
            <a:lvl9pPr>
              <a:defRPr sz="900" b="1">
                <a:solidFill>
                  <a:srgbClr val="2EC4A6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2EC4A6"/>
                </a:solidFill>
              </a:defRPr>
            </a:pPr>
            <a:r>
              <a:rPr sz="900" b="1">
                <a:solidFill>
                  <a:srgbClr val="2EC4A6"/>
                </a:solidFill>
              </a:rPr>
              <a:t>TAKEAWAY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0BC58B-5752-4119-A35D-A3374F141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924550"/>
            <a:ext cx="938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F5F8FA"/>
                </a:solidFill>
              </a:defRPr>
            </a:defPPr>
            <a:lvl1pPr>
              <a:defRPr sz="1125" b="1">
                <a:solidFill>
                  <a:srgbClr val="F5F8FA"/>
                </a:solidFill>
              </a:defRPr>
            </a:lvl1pPr>
            <a:lvl2pPr>
              <a:defRPr sz="1125" b="1">
                <a:solidFill>
                  <a:srgbClr val="F5F8FA"/>
                </a:solidFill>
              </a:defRPr>
            </a:lvl2pPr>
            <a:lvl3pPr>
              <a:defRPr sz="1125" b="1">
                <a:solidFill>
                  <a:srgbClr val="F5F8FA"/>
                </a:solidFill>
              </a:defRPr>
            </a:lvl3pPr>
            <a:lvl4pPr>
              <a:defRPr sz="1125" b="1">
                <a:solidFill>
                  <a:srgbClr val="F5F8FA"/>
                </a:solidFill>
              </a:defRPr>
            </a:lvl4pPr>
            <a:lvl5pPr>
              <a:defRPr sz="1125" b="1">
                <a:solidFill>
                  <a:srgbClr val="F5F8FA"/>
                </a:solidFill>
              </a:defRPr>
            </a:lvl5pPr>
            <a:lvl6pPr>
              <a:defRPr sz="1125" b="1">
                <a:solidFill>
                  <a:srgbClr val="F5F8FA"/>
                </a:solidFill>
              </a:defRPr>
            </a:lvl6pPr>
            <a:lvl7pPr>
              <a:defRPr sz="1125" b="1">
                <a:solidFill>
                  <a:srgbClr val="F5F8FA"/>
                </a:solidFill>
              </a:defRPr>
            </a:lvl7pPr>
            <a:lvl8pPr>
              <a:defRPr sz="1125" b="1">
                <a:solidFill>
                  <a:srgbClr val="F5F8FA"/>
                </a:solidFill>
              </a:defRPr>
            </a:lvl8pPr>
            <a:lvl9pPr>
              <a:defRPr sz="1125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F5F8FA"/>
                </a:solidFill>
              </a:defRPr>
            </a:pPr>
            <a:r>
              <a:rPr sz="1125" b="1">
                <a:solidFill>
                  <a:srgbClr val="F5F8FA"/>
                </a:solidFill>
              </a:rPr>
              <a:t>Treat predictions as risk signals with context, monitoring, and controlled response policies.</a:t>
            </a:r>
          </a:p>
        </p:txBody>
      </p:sp>
    </p:spTree>
    <p:extLst>
      <p:ext uri="{BB962C8B-B14F-4D97-AF65-F5344CB8AC3E}">
        <p14:creationId xmlns:p14="http://schemas.microsoft.com/office/powerpoint/2010/main" val="49256615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7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7CF3ADA-31CF-4083-A81F-384ACBF53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C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A7FDD3-FC43-4B3A-BC11-956CF916B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6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29C7D8"/>
                </a:solidFill>
              </a:defRPr>
            </a:defPPr>
            <a:lvl1pPr>
              <a:defRPr sz="900" b="1">
                <a:solidFill>
                  <a:srgbClr val="29C7D8"/>
                </a:solidFill>
              </a:defRPr>
            </a:lvl1pPr>
            <a:lvl2pPr>
              <a:defRPr sz="900" b="1">
                <a:solidFill>
                  <a:srgbClr val="29C7D8"/>
                </a:solidFill>
              </a:defRPr>
            </a:lvl2pPr>
            <a:lvl3pPr>
              <a:defRPr sz="900" b="1">
                <a:solidFill>
                  <a:srgbClr val="29C7D8"/>
                </a:solidFill>
              </a:defRPr>
            </a:lvl3pPr>
            <a:lvl4pPr>
              <a:defRPr sz="900" b="1">
                <a:solidFill>
                  <a:srgbClr val="29C7D8"/>
                </a:solidFill>
              </a:defRPr>
            </a:lvl4pPr>
            <a:lvl5pPr>
              <a:defRPr sz="900" b="1">
                <a:solidFill>
                  <a:srgbClr val="29C7D8"/>
                </a:solidFill>
              </a:defRPr>
            </a:lvl5pPr>
            <a:lvl6pPr>
              <a:defRPr sz="900" b="1">
                <a:solidFill>
                  <a:srgbClr val="29C7D8"/>
                </a:solidFill>
              </a:defRPr>
            </a:lvl6pPr>
            <a:lvl7pPr>
              <a:defRPr sz="900" b="1">
                <a:solidFill>
                  <a:srgbClr val="29C7D8"/>
                </a:solidFill>
              </a:defRPr>
            </a:lvl7pPr>
            <a:lvl8pPr>
              <a:defRPr sz="900" b="1">
                <a:solidFill>
                  <a:srgbClr val="29C7D8"/>
                </a:solidFill>
              </a:defRPr>
            </a:lvl8pPr>
            <a:lvl9pPr>
              <a:defRPr sz="900" b="1">
                <a:solidFill>
                  <a:srgbClr val="29C7D8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29C7D8"/>
                </a:solidFill>
              </a:defRPr>
            </a:pPr>
            <a:r>
              <a:rPr sz="900" b="1">
                <a:solidFill>
                  <a:srgbClr val="29C7D8"/>
                </a:solidFill>
              </a:rPr>
              <a:t>CAPSTONE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D7F1A5-0362-462D-ABE3-4C2CA1453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43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F5F8FA"/>
                </a:solidFill>
              </a:defRPr>
            </a:defPPr>
            <a:lvl1pPr>
              <a:defRPr sz="2550" b="1">
                <a:solidFill>
                  <a:srgbClr val="F5F8FA"/>
                </a:solidFill>
              </a:defRPr>
            </a:lvl1pPr>
            <a:lvl2pPr>
              <a:defRPr sz="2550" b="1">
                <a:solidFill>
                  <a:srgbClr val="F5F8FA"/>
                </a:solidFill>
              </a:defRPr>
            </a:lvl2pPr>
            <a:lvl3pPr>
              <a:defRPr sz="2550" b="1">
                <a:solidFill>
                  <a:srgbClr val="F5F8FA"/>
                </a:solidFill>
              </a:defRPr>
            </a:lvl3pPr>
            <a:lvl4pPr>
              <a:defRPr sz="2550" b="1">
                <a:solidFill>
                  <a:srgbClr val="F5F8FA"/>
                </a:solidFill>
              </a:defRPr>
            </a:lvl4pPr>
            <a:lvl5pPr>
              <a:defRPr sz="2550" b="1">
                <a:solidFill>
                  <a:srgbClr val="F5F8FA"/>
                </a:solidFill>
              </a:defRPr>
            </a:lvl5pPr>
            <a:lvl6pPr>
              <a:defRPr sz="2550" b="1">
                <a:solidFill>
                  <a:srgbClr val="F5F8FA"/>
                </a:solidFill>
              </a:defRPr>
            </a:lvl6pPr>
            <a:lvl7pPr>
              <a:defRPr sz="2550" b="1">
                <a:solidFill>
                  <a:srgbClr val="F5F8FA"/>
                </a:solidFill>
              </a:defRPr>
            </a:lvl7pPr>
            <a:lvl8pPr>
              <a:defRPr sz="2550" b="1">
                <a:solidFill>
                  <a:srgbClr val="F5F8FA"/>
                </a:solidFill>
              </a:defRPr>
            </a:lvl8pPr>
            <a:lvl9pPr>
              <a:defRPr sz="255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5F8FA"/>
                </a:solidFill>
              </a:defRPr>
            </a:pPr>
            <a:r>
              <a:rPr sz="2550" b="1">
                <a:solidFill>
                  <a:srgbClr val="F5F8FA"/>
                </a:solidFill>
              </a:rPr>
              <a:t>A hybrid architecture balances latency, privacy, and learning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E47F48-D822-431B-9293-67D00A29D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287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A8BAC8"/>
                </a:solidFill>
              </a:defRPr>
            </a:defPPr>
            <a:lvl1pPr>
              <a:defRPr sz="1275" b="0">
                <a:solidFill>
                  <a:srgbClr val="A8BAC8"/>
                </a:solidFill>
              </a:defRPr>
            </a:lvl1pPr>
            <a:lvl2pPr>
              <a:defRPr sz="1275" b="0">
                <a:solidFill>
                  <a:srgbClr val="A8BAC8"/>
                </a:solidFill>
              </a:defRPr>
            </a:lvl2pPr>
            <a:lvl3pPr>
              <a:defRPr sz="1275" b="0">
                <a:solidFill>
                  <a:srgbClr val="A8BAC8"/>
                </a:solidFill>
              </a:defRPr>
            </a:lvl3pPr>
            <a:lvl4pPr>
              <a:defRPr sz="1275" b="0">
                <a:solidFill>
                  <a:srgbClr val="A8BAC8"/>
                </a:solidFill>
              </a:defRPr>
            </a:lvl4pPr>
            <a:lvl5pPr>
              <a:defRPr sz="1275" b="0">
                <a:solidFill>
                  <a:srgbClr val="A8BAC8"/>
                </a:solidFill>
              </a:defRPr>
            </a:lvl5pPr>
            <a:lvl6pPr>
              <a:defRPr sz="1275" b="0">
                <a:solidFill>
                  <a:srgbClr val="A8BAC8"/>
                </a:solidFill>
              </a:defRPr>
            </a:lvl6pPr>
            <a:lvl7pPr>
              <a:defRPr sz="1275" b="0">
                <a:solidFill>
                  <a:srgbClr val="A8BAC8"/>
                </a:solidFill>
              </a:defRPr>
            </a:lvl7pPr>
            <a:lvl8pPr>
              <a:defRPr sz="1275" b="0">
                <a:solidFill>
                  <a:srgbClr val="A8BAC8"/>
                </a:solidFill>
              </a:defRPr>
            </a:lvl8pPr>
            <a:lvl9pPr>
              <a:defRPr sz="127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A8BAC8"/>
                </a:solidFill>
              </a:defRPr>
            </a:pPr>
            <a:r>
              <a:rPr sz="1275" b="0">
                <a:solidFill>
                  <a:srgbClr val="A8BAC8"/>
                </a:solidFill>
              </a:rPr>
              <a:t>Raw sensitive traffic stays on site; governed summaries and model artifacts move centrally.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22889D-D5CA-4B34-915D-1FA381A31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71600"/>
            <a:ext cx="11239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664F05-2475-4C54-9124-6B1574101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A8BAC8"/>
                </a:solidFill>
              </a:defRPr>
            </a:defPPr>
            <a:lvl1pPr>
              <a:defRPr sz="900" b="1">
                <a:solidFill>
                  <a:srgbClr val="A8BAC8"/>
                </a:solidFill>
              </a:defRPr>
            </a:lvl1pPr>
            <a:lvl2pPr>
              <a:defRPr sz="900" b="1">
                <a:solidFill>
                  <a:srgbClr val="A8BAC8"/>
                </a:solidFill>
              </a:defRPr>
            </a:lvl2pPr>
            <a:lvl3pPr>
              <a:defRPr sz="900" b="1">
                <a:solidFill>
                  <a:srgbClr val="A8BAC8"/>
                </a:solidFill>
              </a:defRPr>
            </a:lvl3pPr>
            <a:lvl4pPr>
              <a:defRPr sz="900" b="1">
                <a:solidFill>
                  <a:srgbClr val="A8BAC8"/>
                </a:solidFill>
              </a:defRPr>
            </a:lvl4pPr>
            <a:lvl5pPr>
              <a:defRPr sz="900" b="1">
                <a:solidFill>
                  <a:srgbClr val="A8BAC8"/>
                </a:solidFill>
              </a:defRPr>
            </a:lvl5pPr>
            <a:lvl6pPr>
              <a:defRPr sz="900" b="1">
                <a:solidFill>
                  <a:srgbClr val="A8BAC8"/>
                </a:solidFill>
              </a:defRPr>
            </a:lvl6pPr>
            <a:lvl7pPr>
              <a:defRPr sz="900" b="1">
                <a:solidFill>
                  <a:srgbClr val="A8BAC8"/>
                </a:solidFill>
              </a:defRPr>
            </a:lvl7pPr>
            <a:lvl8pPr>
              <a:defRPr sz="900" b="1">
                <a:solidFill>
                  <a:srgbClr val="A8BAC8"/>
                </a:solidFill>
              </a:defRPr>
            </a:lvl8pPr>
            <a:lvl9pPr>
              <a:defRPr sz="900" b="1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A8BAC8"/>
                </a:solidFill>
              </a:defRPr>
            </a:pPr>
            <a:r>
              <a:rPr sz="900" b="1">
                <a:solidFill>
                  <a:srgbClr val="A8BAC8"/>
                </a:solidFill>
              </a:rPr>
              <a:t>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CDBF95-9B41-40A4-9058-721628D9A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66875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29C7D8"/>
                </a:solidFill>
              </a:defRPr>
            </a:defPPr>
            <a:lvl1pPr>
              <a:defRPr sz="975" b="1">
                <a:solidFill>
                  <a:srgbClr val="29C7D8"/>
                </a:solidFill>
              </a:defRPr>
            </a:lvl1pPr>
            <a:lvl2pPr>
              <a:defRPr sz="975" b="1">
                <a:solidFill>
                  <a:srgbClr val="29C7D8"/>
                </a:solidFill>
              </a:defRPr>
            </a:lvl2pPr>
            <a:lvl3pPr>
              <a:defRPr sz="975" b="1">
                <a:solidFill>
                  <a:srgbClr val="29C7D8"/>
                </a:solidFill>
              </a:defRPr>
            </a:lvl3pPr>
            <a:lvl4pPr>
              <a:defRPr sz="975" b="1">
                <a:solidFill>
                  <a:srgbClr val="29C7D8"/>
                </a:solidFill>
              </a:defRPr>
            </a:lvl4pPr>
            <a:lvl5pPr>
              <a:defRPr sz="975" b="1">
                <a:solidFill>
                  <a:srgbClr val="29C7D8"/>
                </a:solidFill>
              </a:defRPr>
            </a:lvl5pPr>
            <a:lvl6pPr>
              <a:defRPr sz="975" b="1">
                <a:solidFill>
                  <a:srgbClr val="29C7D8"/>
                </a:solidFill>
              </a:defRPr>
            </a:lvl6pPr>
            <a:lvl7pPr>
              <a:defRPr sz="975" b="1">
                <a:solidFill>
                  <a:srgbClr val="29C7D8"/>
                </a:solidFill>
              </a:defRPr>
            </a:lvl7pPr>
            <a:lvl8pPr>
              <a:defRPr sz="975" b="1">
                <a:solidFill>
                  <a:srgbClr val="29C7D8"/>
                </a:solidFill>
              </a:defRPr>
            </a:lvl8pPr>
            <a:lvl9pPr>
              <a:defRPr sz="975" b="1">
                <a:solidFill>
                  <a:srgbClr val="29C7D8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29C7D8"/>
                </a:solidFill>
              </a:defRPr>
            </a:pPr>
            <a:r>
              <a:rPr sz="975" b="1">
                <a:solidFill>
                  <a:srgbClr val="29C7D8"/>
                </a:solidFill>
              </a:rPr>
              <a:t>CUSTOMER SITE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305B81-C632-45B4-BEC2-50B2B444D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66687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2EC4A6"/>
                </a:solidFill>
              </a:defRPr>
            </a:defPPr>
            <a:lvl1pPr>
              <a:defRPr sz="975" b="1">
                <a:solidFill>
                  <a:srgbClr val="2EC4A6"/>
                </a:solidFill>
              </a:defRPr>
            </a:lvl1pPr>
            <a:lvl2pPr>
              <a:defRPr sz="975" b="1">
                <a:solidFill>
                  <a:srgbClr val="2EC4A6"/>
                </a:solidFill>
              </a:defRPr>
            </a:lvl2pPr>
            <a:lvl3pPr>
              <a:defRPr sz="975" b="1">
                <a:solidFill>
                  <a:srgbClr val="2EC4A6"/>
                </a:solidFill>
              </a:defRPr>
            </a:lvl3pPr>
            <a:lvl4pPr>
              <a:defRPr sz="975" b="1">
                <a:solidFill>
                  <a:srgbClr val="2EC4A6"/>
                </a:solidFill>
              </a:defRPr>
            </a:lvl4pPr>
            <a:lvl5pPr>
              <a:defRPr sz="975" b="1">
                <a:solidFill>
                  <a:srgbClr val="2EC4A6"/>
                </a:solidFill>
              </a:defRPr>
            </a:lvl5pPr>
            <a:lvl6pPr>
              <a:defRPr sz="975" b="1">
                <a:solidFill>
                  <a:srgbClr val="2EC4A6"/>
                </a:solidFill>
              </a:defRPr>
            </a:lvl6pPr>
            <a:lvl7pPr>
              <a:defRPr sz="975" b="1">
                <a:solidFill>
                  <a:srgbClr val="2EC4A6"/>
                </a:solidFill>
              </a:defRPr>
            </a:lvl7pPr>
            <a:lvl8pPr>
              <a:defRPr sz="975" b="1">
                <a:solidFill>
                  <a:srgbClr val="2EC4A6"/>
                </a:solidFill>
              </a:defRPr>
            </a:lvl8pPr>
            <a:lvl9pPr>
              <a:defRPr sz="975" b="1">
                <a:solidFill>
                  <a:srgbClr val="2EC4A6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2EC4A6"/>
                </a:solidFill>
              </a:defRPr>
            </a:pPr>
            <a:r>
              <a:rPr sz="975" b="1">
                <a:solidFill>
                  <a:srgbClr val="2EC4A6"/>
                </a:solidFill>
              </a:rPr>
              <a:t>CENTRAL PLATFORM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95CAD9-CF33-4BF2-A871-8520549B9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47875"/>
            <a:ext cx="44767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E2638"/>
          </a:solidFill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01AB87-B0CD-4667-9AEE-F3F682FBA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47875"/>
            <a:ext cx="666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C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DCFAAE-C0FD-43D4-9304-783468543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24075"/>
            <a:ext cx="1571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F5F8FA"/>
                </a:solidFill>
              </a:defRPr>
            </a:defPPr>
            <a:lvl1pPr>
              <a:defRPr sz="1200" b="1">
                <a:solidFill>
                  <a:srgbClr val="F5F8FA"/>
                </a:solidFill>
              </a:defRPr>
            </a:lvl1pPr>
            <a:lvl2pPr>
              <a:defRPr sz="1200" b="1">
                <a:solidFill>
                  <a:srgbClr val="F5F8FA"/>
                </a:solidFill>
              </a:defRPr>
            </a:lvl2pPr>
            <a:lvl3pPr>
              <a:defRPr sz="1200" b="1">
                <a:solidFill>
                  <a:srgbClr val="F5F8FA"/>
                </a:solidFill>
              </a:defRPr>
            </a:lvl3pPr>
            <a:lvl4pPr>
              <a:defRPr sz="1200" b="1">
                <a:solidFill>
                  <a:srgbClr val="F5F8FA"/>
                </a:solidFill>
              </a:defRPr>
            </a:lvl4pPr>
            <a:lvl5pPr>
              <a:defRPr sz="1200" b="1">
                <a:solidFill>
                  <a:srgbClr val="F5F8FA"/>
                </a:solidFill>
              </a:defRPr>
            </a:lvl5pPr>
            <a:lvl6pPr>
              <a:defRPr sz="1200" b="1">
                <a:solidFill>
                  <a:srgbClr val="F5F8FA"/>
                </a:solidFill>
              </a:defRPr>
            </a:lvl6pPr>
            <a:lvl7pPr>
              <a:defRPr sz="1200" b="1">
                <a:solidFill>
                  <a:srgbClr val="F5F8FA"/>
                </a:solidFill>
              </a:defRPr>
            </a:lvl7pPr>
            <a:lvl8pPr>
              <a:defRPr sz="1200" b="1">
                <a:solidFill>
                  <a:srgbClr val="F5F8FA"/>
                </a:solidFill>
              </a:defRPr>
            </a:lvl8pPr>
            <a:lvl9pPr>
              <a:defRPr sz="120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5F8FA"/>
                </a:solidFill>
              </a:defRPr>
            </a:pPr>
            <a:r>
              <a:rPr sz="1200" b="1">
                <a:solidFill>
                  <a:srgbClr val="F5F8FA"/>
                </a:solidFill>
              </a:rPr>
              <a:t>Flow sensors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2F8F6E-01F0-4BC6-9920-0AA47BB16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124075"/>
            <a:ext cx="2428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A8BAC8"/>
                </a:solidFill>
              </a:defRPr>
            </a:defPPr>
            <a:lvl1pPr>
              <a:defRPr sz="975" b="0">
                <a:solidFill>
                  <a:srgbClr val="A8BAC8"/>
                </a:solidFill>
              </a:defRPr>
            </a:lvl1pPr>
            <a:lvl2pPr>
              <a:defRPr sz="975" b="0">
                <a:solidFill>
                  <a:srgbClr val="A8BAC8"/>
                </a:solidFill>
              </a:defRPr>
            </a:lvl2pPr>
            <a:lvl3pPr>
              <a:defRPr sz="975" b="0">
                <a:solidFill>
                  <a:srgbClr val="A8BAC8"/>
                </a:solidFill>
              </a:defRPr>
            </a:lvl3pPr>
            <a:lvl4pPr>
              <a:defRPr sz="975" b="0">
                <a:solidFill>
                  <a:srgbClr val="A8BAC8"/>
                </a:solidFill>
              </a:defRPr>
            </a:lvl4pPr>
            <a:lvl5pPr>
              <a:defRPr sz="975" b="0">
                <a:solidFill>
                  <a:srgbClr val="A8BAC8"/>
                </a:solidFill>
              </a:defRPr>
            </a:lvl5pPr>
            <a:lvl6pPr>
              <a:defRPr sz="975" b="0">
                <a:solidFill>
                  <a:srgbClr val="A8BAC8"/>
                </a:solidFill>
              </a:defRPr>
            </a:lvl6pPr>
            <a:lvl7pPr>
              <a:defRPr sz="975" b="0">
                <a:solidFill>
                  <a:srgbClr val="A8BAC8"/>
                </a:solidFill>
              </a:defRPr>
            </a:lvl7pPr>
            <a:lvl8pPr>
              <a:defRPr sz="975" b="0">
                <a:solidFill>
                  <a:srgbClr val="A8BAC8"/>
                </a:solidFill>
              </a:defRPr>
            </a:lvl8pPr>
            <a:lvl9pPr>
              <a:defRPr sz="97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A8BAC8"/>
                </a:solidFill>
              </a:defRPr>
            </a:pPr>
            <a:r>
              <a:rPr sz="975" b="0">
                <a:solidFill>
                  <a:srgbClr val="A8BAC8"/>
                </a:solidFill>
              </a:rPr>
              <a:t>Zeek • Suricata • NetFlow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428101-07BF-41E4-84A8-7107451F6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676525"/>
            <a:ext cx="9525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9F8AFE-E06D-4FC1-927B-052A3AB28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743200"/>
            <a:ext cx="114300" cy="1333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746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17B685-78C3-47A3-8B4E-DE6044C73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28925"/>
            <a:ext cx="44767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E2638"/>
          </a:solidFill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F0209E-0124-4262-974A-C2AB23EF0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28925"/>
            <a:ext cx="666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C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69DDDA-F889-4D04-B7DB-28F1D759F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05125"/>
            <a:ext cx="1571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F5F8FA"/>
                </a:solidFill>
              </a:defRPr>
            </a:defPPr>
            <a:lvl1pPr>
              <a:defRPr sz="1200" b="1">
                <a:solidFill>
                  <a:srgbClr val="F5F8FA"/>
                </a:solidFill>
              </a:defRPr>
            </a:lvl1pPr>
            <a:lvl2pPr>
              <a:defRPr sz="1200" b="1">
                <a:solidFill>
                  <a:srgbClr val="F5F8FA"/>
                </a:solidFill>
              </a:defRPr>
            </a:lvl2pPr>
            <a:lvl3pPr>
              <a:defRPr sz="1200" b="1">
                <a:solidFill>
                  <a:srgbClr val="F5F8FA"/>
                </a:solidFill>
              </a:defRPr>
            </a:lvl3pPr>
            <a:lvl4pPr>
              <a:defRPr sz="1200" b="1">
                <a:solidFill>
                  <a:srgbClr val="F5F8FA"/>
                </a:solidFill>
              </a:defRPr>
            </a:lvl4pPr>
            <a:lvl5pPr>
              <a:defRPr sz="1200" b="1">
                <a:solidFill>
                  <a:srgbClr val="F5F8FA"/>
                </a:solidFill>
              </a:defRPr>
            </a:lvl5pPr>
            <a:lvl6pPr>
              <a:defRPr sz="1200" b="1">
                <a:solidFill>
                  <a:srgbClr val="F5F8FA"/>
                </a:solidFill>
              </a:defRPr>
            </a:lvl6pPr>
            <a:lvl7pPr>
              <a:defRPr sz="1200" b="1">
                <a:solidFill>
                  <a:srgbClr val="F5F8FA"/>
                </a:solidFill>
              </a:defRPr>
            </a:lvl7pPr>
            <a:lvl8pPr>
              <a:defRPr sz="1200" b="1">
                <a:solidFill>
                  <a:srgbClr val="F5F8FA"/>
                </a:solidFill>
              </a:defRPr>
            </a:lvl8pPr>
            <a:lvl9pPr>
              <a:defRPr sz="120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5F8FA"/>
                </a:solidFill>
              </a:defRPr>
            </a:pPr>
            <a:r>
              <a:rPr sz="1200" b="1">
                <a:solidFill>
                  <a:srgbClr val="F5F8FA"/>
                </a:solidFill>
              </a:rPr>
              <a:t>Feature pipeline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85DB7A-3094-4EF9-A170-9B03054F9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905125"/>
            <a:ext cx="2428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A8BAC8"/>
                </a:solidFill>
              </a:defRPr>
            </a:defPPr>
            <a:lvl1pPr>
              <a:defRPr sz="975" b="0">
                <a:solidFill>
                  <a:srgbClr val="A8BAC8"/>
                </a:solidFill>
              </a:defRPr>
            </a:lvl1pPr>
            <a:lvl2pPr>
              <a:defRPr sz="975" b="0">
                <a:solidFill>
                  <a:srgbClr val="A8BAC8"/>
                </a:solidFill>
              </a:defRPr>
            </a:lvl2pPr>
            <a:lvl3pPr>
              <a:defRPr sz="975" b="0">
                <a:solidFill>
                  <a:srgbClr val="A8BAC8"/>
                </a:solidFill>
              </a:defRPr>
            </a:lvl3pPr>
            <a:lvl4pPr>
              <a:defRPr sz="975" b="0">
                <a:solidFill>
                  <a:srgbClr val="A8BAC8"/>
                </a:solidFill>
              </a:defRPr>
            </a:lvl4pPr>
            <a:lvl5pPr>
              <a:defRPr sz="975" b="0">
                <a:solidFill>
                  <a:srgbClr val="A8BAC8"/>
                </a:solidFill>
              </a:defRPr>
            </a:lvl5pPr>
            <a:lvl6pPr>
              <a:defRPr sz="975" b="0">
                <a:solidFill>
                  <a:srgbClr val="A8BAC8"/>
                </a:solidFill>
              </a:defRPr>
            </a:lvl6pPr>
            <a:lvl7pPr>
              <a:defRPr sz="975" b="0">
                <a:solidFill>
                  <a:srgbClr val="A8BAC8"/>
                </a:solidFill>
              </a:defRPr>
            </a:lvl7pPr>
            <a:lvl8pPr>
              <a:defRPr sz="975" b="0">
                <a:solidFill>
                  <a:srgbClr val="A8BAC8"/>
                </a:solidFill>
              </a:defRPr>
            </a:lvl8pPr>
            <a:lvl9pPr>
              <a:defRPr sz="97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A8BAC8"/>
                </a:solidFill>
              </a:defRPr>
            </a:pPr>
            <a:r>
              <a:rPr sz="975" b="0">
                <a:solidFill>
                  <a:srgbClr val="A8BAC8"/>
                </a:solidFill>
              </a:rPr>
              <a:t>Validate • transform • redact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8E84FA-D070-4E47-96D7-F09A44FB8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457575"/>
            <a:ext cx="9525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36E302-C67F-4910-8B30-C1AA74C69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524250"/>
            <a:ext cx="114300" cy="1333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746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009EE9-087C-4D6B-832E-75E88AB8F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09975"/>
            <a:ext cx="44767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E2638"/>
          </a:solidFill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546CB3-265E-458A-A06A-79232B158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09975"/>
            <a:ext cx="666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C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74879E-3E26-46FB-ACE3-DC06F9152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86175"/>
            <a:ext cx="1571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F5F8FA"/>
                </a:solidFill>
              </a:defRPr>
            </a:defPPr>
            <a:lvl1pPr>
              <a:defRPr sz="1200" b="1">
                <a:solidFill>
                  <a:srgbClr val="F5F8FA"/>
                </a:solidFill>
              </a:defRPr>
            </a:lvl1pPr>
            <a:lvl2pPr>
              <a:defRPr sz="1200" b="1">
                <a:solidFill>
                  <a:srgbClr val="F5F8FA"/>
                </a:solidFill>
              </a:defRPr>
            </a:lvl2pPr>
            <a:lvl3pPr>
              <a:defRPr sz="1200" b="1">
                <a:solidFill>
                  <a:srgbClr val="F5F8FA"/>
                </a:solidFill>
              </a:defRPr>
            </a:lvl3pPr>
            <a:lvl4pPr>
              <a:defRPr sz="1200" b="1">
                <a:solidFill>
                  <a:srgbClr val="F5F8FA"/>
                </a:solidFill>
              </a:defRPr>
            </a:lvl4pPr>
            <a:lvl5pPr>
              <a:defRPr sz="1200" b="1">
                <a:solidFill>
                  <a:srgbClr val="F5F8FA"/>
                </a:solidFill>
              </a:defRPr>
            </a:lvl5pPr>
            <a:lvl6pPr>
              <a:defRPr sz="1200" b="1">
                <a:solidFill>
                  <a:srgbClr val="F5F8FA"/>
                </a:solidFill>
              </a:defRPr>
            </a:lvl6pPr>
            <a:lvl7pPr>
              <a:defRPr sz="1200" b="1">
                <a:solidFill>
                  <a:srgbClr val="F5F8FA"/>
                </a:solidFill>
              </a:defRPr>
            </a:lvl7pPr>
            <a:lvl8pPr>
              <a:defRPr sz="1200" b="1">
                <a:solidFill>
                  <a:srgbClr val="F5F8FA"/>
                </a:solidFill>
              </a:defRPr>
            </a:lvl8pPr>
            <a:lvl9pPr>
              <a:defRPr sz="120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5F8FA"/>
                </a:solidFill>
              </a:defRPr>
            </a:pPr>
            <a:r>
              <a:rPr sz="1200" b="1">
                <a:solidFill>
                  <a:srgbClr val="F5F8FA"/>
                </a:solidFill>
              </a:rPr>
              <a:t>Local inference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DD12DB-179B-491D-BCA3-B0FD8AE15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686175"/>
            <a:ext cx="2428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A8BAC8"/>
                </a:solidFill>
              </a:defRPr>
            </a:defPPr>
            <a:lvl1pPr>
              <a:defRPr sz="975" b="0">
                <a:solidFill>
                  <a:srgbClr val="A8BAC8"/>
                </a:solidFill>
              </a:defRPr>
            </a:lvl1pPr>
            <a:lvl2pPr>
              <a:defRPr sz="975" b="0">
                <a:solidFill>
                  <a:srgbClr val="A8BAC8"/>
                </a:solidFill>
              </a:defRPr>
            </a:lvl2pPr>
            <a:lvl3pPr>
              <a:defRPr sz="975" b="0">
                <a:solidFill>
                  <a:srgbClr val="A8BAC8"/>
                </a:solidFill>
              </a:defRPr>
            </a:lvl3pPr>
            <a:lvl4pPr>
              <a:defRPr sz="975" b="0">
                <a:solidFill>
                  <a:srgbClr val="A8BAC8"/>
                </a:solidFill>
              </a:defRPr>
            </a:lvl4pPr>
            <a:lvl5pPr>
              <a:defRPr sz="975" b="0">
                <a:solidFill>
                  <a:srgbClr val="A8BAC8"/>
                </a:solidFill>
              </a:defRPr>
            </a:lvl5pPr>
            <a:lvl6pPr>
              <a:defRPr sz="975" b="0">
                <a:solidFill>
                  <a:srgbClr val="A8BAC8"/>
                </a:solidFill>
              </a:defRPr>
            </a:lvl6pPr>
            <a:lvl7pPr>
              <a:defRPr sz="975" b="0">
                <a:solidFill>
                  <a:srgbClr val="A8BAC8"/>
                </a:solidFill>
              </a:defRPr>
            </a:lvl7pPr>
            <a:lvl8pPr>
              <a:defRPr sz="975" b="0">
                <a:solidFill>
                  <a:srgbClr val="A8BAC8"/>
                </a:solidFill>
              </a:defRPr>
            </a:lvl8pPr>
            <a:lvl9pPr>
              <a:defRPr sz="97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A8BAC8"/>
                </a:solidFill>
              </a:defRPr>
            </a:pPr>
            <a:r>
              <a:rPr sz="975" b="0">
                <a:solidFill>
                  <a:srgbClr val="A8BAC8"/>
                </a:solidFill>
              </a:rPr>
              <a:t>Low-latency scoring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612084-7D52-40D3-B01F-A32AB0F00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238625"/>
            <a:ext cx="9525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5E991D-1FAF-408A-AC62-B987C9C86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305300"/>
            <a:ext cx="114300" cy="1333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746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2549111-0952-42A2-8652-AE8D5D04B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91025"/>
            <a:ext cx="44767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E2638"/>
          </a:solidFill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6552B83-411A-48AE-83AC-5048AA98C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91025"/>
            <a:ext cx="666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C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3BC3BB0-147E-4AD6-8B14-5FE8B5CB4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67225"/>
            <a:ext cx="1571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F5F8FA"/>
                </a:solidFill>
              </a:defRPr>
            </a:defPPr>
            <a:lvl1pPr>
              <a:defRPr sz="1200" b="1">
                <a:solidFill>
                  <a:srgbClr val="F5F8FA"/>
                </a:solidFill>
              </a:defRPr>
            </a:lvl1pPr>
            <a:lvl2pPr>
              <a:defRPr sz="1200" b="1">
                <a:solidFill>
                  <a:srgbClr val="F5F8FA"/>
                </a:solidFill>
              </a:defRPr>
            </a:lvl2pPr>
            <a:lvl3pPr>
              <a:defRPr sz="1200" b="1">
                <a:solidFill>
                  <a:srgbClr val="F5F8FA"/>
                </a:solidFill>
              </a:defRPr>
            </a:lvl3pPr>
            <a:lvl4pPr>
              <a:defRPr sz="1200" b="1">
                <a:solidFill>
                  <a:srgbClr val="F5F8FA"/>
                </a:solidFill>
              </a:defRPr>
            </a:lvl4pPr>
            <a:lvl5pPr>
              <a:defRPr sz="1200" b="1">
                <a:solidFill>
                  <a:srgbClr val="F5F8FA"/>
                </a:solidFill>
              </a:defRPr>
            </a:lvl5pPr>
            <a:lvl6pPr>
              <a:defRPr sz="1200" b="1">
                <a:solidFill>
                  <a:srgbClr val="F5F8FA"/>
                </a:solidFill>
              </a:defRPr>
            </a:lvl6pPr>
            <a:lvl7pPr>
              <a:defRPr sz="1200" b="1">
                <a:solidFill>
                  <a:srgbClr val="F5F8FA"/>
                </a:solidFill>
              </a:defRPr>
            </a:lvl7pPr>
            <a:lvl8pPr>
              <a:defRPr sz="1200" b="1">
                <a:solidFill>
                  <a:srgbClr val="F5F8FA"/>
                </a:solidFill>
              </a:defRPr>
            </a:lvl8pPr>
            <a:lvl9pPr>
              <a:defRPr sz="120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5F8FA"/>
                </a:solidFill>
              </a:defRPr>
            </a:pPr>
            <a:r>
              <a:rPr sz="1200" b="1">
                <a:solidFill>
                  <a:srgbClr val="F5F8FA"/>
                </a:solidFill>
              </a:rPr>
              <a:t>SIEM + policy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42BF72A-B92F-434E-BACD-91E56E80D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467225"/>
            <a:ext cx="2428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A8BAC8"/>
                </a:solidFill>
              </a:defRPr>
            </a:defPPr>
            <a:lvl1pPr>
              <a:defRPr sz="975" b="0">
                <a:solidFill>
                  <a:srgbClr val="A8BAC8"/>
                </a:solidFill>
              </a:defRPr>
            </a:lvl1pPr>
            <a:lvl2pPr>
              <a:defRPr sz="975" b="0">
                <a:solidFill>
                  <a:srgbClr val="A8BAC8"/>
                </a:solidFill>
              </a:defRPr>
            </a:lvl2pPr>
            <a:lvl3pPr>
              <a:defRPr sz="975" b="0">
                <a:solidFill>
                  <a:srgbClr val="A8BAC8"/>
                </a:solidFill>
              </a:defRPr>
            </a:lvl3pPr>
            <a:lvl4pPr>
              <a:defRPr sz="975" b="0">
                <a:solidFill>
                  <a:srgbClr val="A8BAC8"/>
                </a:solidFill>
              </a:defRPr>
            </a:lvl4pPr>
            <a:lvl5pPr>
              <a:defRPr sz="975" b="0">
                <a:solidFill>
                  <a:srgbClr val="A8BAC8"/>
                </a:solidFill>
              </a:defRPr>
            </a:lvl5pPr>
            <a:lvl6pPr>
              <a:defRPr sz="975" b="0">
                <a:solidFill>
                  <a:srgbClr val="A8BAC8"/>
                </a:solidFill>
              </a:defRPr>
            </a:lvl6pPr>
            <a:lvl7pPr>
              <a:defRPr sz="975" b="0">
                <a:solidFill>
                  <a:srgbClr val="A8BAC8"/>
                </a:solidFill>
              </a:defRPr>
            </a:lvl7pPr>
            <a:lvl8pPr>
              <a:defRPr sz="975" b="0">
                <a:solidFill>
                  <a:srgbClr val="A8BAC8"/>
                </a:solidFill>
              </a:defRPr>
            </a:lvl8pPr>
            <a:lvl9pPr>
              <a:defRPr sz="97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A8BAC8"/>
                </a:solidFill>
              </a:defRPr>
            </a:pPr>
            <a:r>
              <a:rPr sz="975" b="0">
                <a:solidFill>
                  <a:srgbClr val="A8BAC8"/>
                </a:solidFill>
              </a:rPr>
              <a:t>Triage • response • feedback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25A5067-22A0-4167-8F8F-1E99A51A8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047875"/>
            <a:ext cx="44767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E2638"/>
          </a:solidFill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9361DC9-3A8F-4D73-92AC-04CAF0A34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047875"/>
            <a:ext cx="666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3578989-C16F-4E98-81B4-0EDFF9312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24075"/>
            <a:ext cx="1571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F5F8FA"/>
                </a:solidFill>
              </a:defRPr>
            </a:defPPr>
            <a:lvl1pPr>
              <a:defRPr sz="1200" b="1">
                <a:solidFill>
                  <a:srgbClr val="F5F8FA"/>
                </a:solidFill>
              </a:defRPr>
            </a:lvl1pPr>
            <a:lvl2pPr>
              <a:defRPr sz="1200" b="1">
                <a:solidFill>
                  <a:srgbClr val="F5F8FA"/>
                </a:solidFill>
              </a:defRPr>
            </a:lvl2pPr>
            <a:lvl3pPr>
              <a:defRPr sz="1200" b="1">
                <a:solidFill>
                  <a:srgbClr val="F5F8FA"/>
                </a:solidFill>
              </a:defRPr>
            </a:lvl3pPr>
            <a:lvl4pPr>
              <a:defRPr sz="1200" b="1">
                <a:solidFill>
                  <a:srgbClr val="F5F8FA"/>
                </a:solidFill>
              </a:defRPr>
            </a:lvl4pPr>
            <a:lvl5pPr>
              <a:defRPr sz="1200" b="1">
                <a:solidFill>
                  <a:srgbClr val="F5F8FA"/>
                </a:solidFill>
              </a:defRPr>
            </a:lvl5pPr>
            <a:lvl6pPr>
              <a:defRPr sz="1200" b="1">
                <a:solidFill>
                  <a:srgbClr val="F5F8FA"/>
                </a:solidFill>
              </a:defRPr>
            </a:lvl6pPr>
            <a:lvl7pPr>
              <a:defRPr sz="1200" b="1">
                <a:solidFill>
                  <a:srgbClr val="F5F8FA"/>
                </a:solidFill>
              </a:defRPr>
            </a:lvl7pPr>
            <a:lvl8pPr>
              <a:defRPr sz="1200" b="1">
                <a:solidFill>
                  <a:srgbClr val="F5F8FA"/>
                </a:solidFill>
              </a:defRPr>
            </a:lvl8pPr>
            <a:lvl9pPr>
              <a:defRPr sz="120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5F8FA"/>
                </a:solidFill>
              </a:defRPr>
            </a:pPr>
            <a:r>
              <a:rPr sz="1200" b="1">
                <a:solidFill>
                  <a:srgbClr val="F5F8FA"/>
                </a:solidFill>
              </a:rPr>
              <a:t>Privacy gateway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90E57EF-284D-46B9-8DB9-D9EABF262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24075"/>
            <a:ext cx="2428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A8BAC8"/>
                </a:solidFill>
              </a:defRPr>
            </a:defPPr>
            <a:lvl1pPr>
              <a:defRPr sz="975" b="0">
                <a:solidFill>
                  <a:srgbClr val="A8BAC8"/>
                </a:solidFill>
              </a:defRPr>
            </a:lvl1pPr>
            <a:lvl2pPr>
              <a:defRPr sz="975" b="0">
                <a:solidFill>
                  <a:srgbClr val="A8BAC8"/>
                </a:solidFill>
              </a:defRPr>
            </a:lvl2pPr>
            <a:lvl3pPr>
              <a:defRPr sz="975" b="0">
                <a:solidFill>
                  <a:srgbClr val="A8BAC8"/>
                </a:solidFill>
              </a:defRPr>
            </a:lvl3pPr>
            <a:lvl4pPr>
              <a:defRPr sz="975" b="0">
                <a:solidFill>
                  <a:srgbClr val="A8BAC8"/>
                </a:solidFill>
              </a:defRPr>
            </a:lvl4pPr>
            <a:lvl5pPr>
              <a:defRPr sz="975" b="0">
                <a:solidFill>
                  <a:srgbClr val="A8BAC8"/>
                </a:solidFill>
              </a:defRPr>
            </a:lvl5pPr>
            <a:lvl6pPr>
              <a:defRPr sz="975" b="0">
                <a:solidFill>
                  <a:srgbClr val="A8BAC8"/>
                </a:solidFill>
              </a:defRPr>
            </a:lvl6pPr>
            <a:lvl7pPr>
              <a:defRPr sz="975" b="0">
                <a:solidFill>
                  <a:srgbClr val="A8BAC8"/>
                </a:solidFill>
              </a:defRPr>
            </a:lvl7pPr>
            <a:lvl8pPr>
              <a:defRPr sz="975" b="0">
                <a:solidFill>
                  <a:srgbClr val="A8BAC8"/>
                </a:solidFill>
              </a:defRPr>
            </a:lvl8pPr>
            <a:lvl9pPr>
              <a:defRPr sz="97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A8BAC8"/>
                </a:solidFill>
              </a:defRPr>
            </a:pPr>
            <a:r>
              <a:rPr sz="975" b="0">
                <a:solidFill>
                  <a:srgbClr val="A8BAC8"/>
                </a:solidFill>
              </a:rPr>
              <a:t>Approved aggregates only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A6D8697-65A8-4E32-8F1E-51FAEEB37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676525"/>
            <a:ext cx="9525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13A0DC6-115B-422E-B8CB-116AD49F7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743200"/>
            <a:ext cx="114300" cy="1333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746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E784A5A-9C27-4291-880A-54794EC52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828925"/>
            <a:ext cx="44767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E2638"/>
          </a:solidFill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F36BE92-FD36-4CBA-A6B7-956277783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828925"/>
            <a:ext cx="666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41C0B2A-94CF-4265-8B88-7C3518955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05125"/>
            <a:ext cx="1571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F5F8FA"/>
                </a:solidFill>
              </a:defRPr>
            </a:defPPr>
            <a:lvl1pPr>
              <a:defRPr sz="1200" b="1">
                <a:solidFill>
                  <a:srgbClr val="F5F8FA"/>
                </a:solidFill>
              </a:defRPr>
            </a:lvl1pPr>
            <a:lvl2pPr>
              <a:defRPr sz="1200" b="1">
                <a:solidFill>
                  <a:srgbClr val="F5F8FA"/>
                </a:solidFill>
              </a:defRPr>
            </a:lvl2pPr>
            <a:lvl3pPr>
              <a:defRPr sz="1200" b="1">
                <a:solidFill>
                  <a:srgbClr val="F5F8FA"/>
                </a:solidFill>
              </a:defRPr>
            </a:lvl3pPr>
            <a:lvl4pPr>
              <a:defRPr sz="1200" b="1">
                <a:solidFill>
                  <a:srgbClr val="F5F8FA"/>
                </a:solidFill>
              </a:defRPr>
            </a:lvl4pPr>
            <a:lvl5pPr>
              <a:defRPr sz="1200" b="1">
                <a:solidFill>
                  <a:srgbClr val="F5F8FA"/>
                </a:solidFill>
              </a:defRPr>
            </a:lvl5pPr>
            <a:lvl6pPr>
              <a:defRPr sz="1200" b="1">
                <a:solidFill>
                  <a:srgbClr val="F5F8FA"/>
                </a:solidFill>
              </a:defRPr>
            </a:lvl6pPr>
            <a:lvl7pPr>
              <a:defRPr sz="1200" b="1">
                <a:solidFill>
                  <a:srgbClr val="F5F8FA"/>
                </a:solidFill>
              </a:defRPr>
            </a:lvl7pPr>
            <a:lvl8pPr>
              <a:defRPr sz="1200" b="1">
                <a:solidFill>
                  <a:srgbClr val="F5F8FA"/>
                </a:solidFill>
              </a:defRPr>
            </a:lvl8pPr>
            <a:lvl9pPr>
              <a:defRPr sz="120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5F8FA"/>
                </a:solidFill>
              </a:defRPr>
            </a:pPr>
            <a:r>
              <a:rPr sz="1200" b="1">
                <a:solidFill>
                  <a:srgbClr val="F5F8FA"/>
                </a:solidFill>
              </a:rPr>
              <a:t>Training + registry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815343D-5278-48D3-90EF-689FF51DF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905125"/>
            <a:ext cx="2428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A8BAC8"/>
                </a:solidFill>
              </a:defRPr>
            </a:defPPr>
            <a:lvl1pPr>
              <a:defRPr sz="975" b="0">
                <a:solidFill>
                  <a:srgbClr val="A8BAC8"/>
                </a:solidFill>
              </a:defRPr>
            </a:lvl1pPr>
            <a:lvl2pPr>
              <a:defRPr sz="975" b="0">
                <a:solidFill>
                  <a:srgbClr val="A8BAC8"/>
                </a:solidFill>
              </a:defRPr>
            </a:lvl2pPr>
            <a:lvl3pPr>
              <a:defRPr sz="975" b="0">
                <a:solidFill>
                  <a:srgbClr val="A8BAC8"/>
                </a:solidFill>
              </a:defRPr>
            </a:lvl3pPr>
            <a:lvl4pPr>
              <a:defRPr sz="975" b="0">
                <a:solidFill>
                  <a:srgbClr val="A8BAC8"/>
                </a:solidFill>
              </a:defRPr>
            </a:lvl4pPr>
            <a:lvl5pPr>
              <a:defRPr sz="975" b="0">
                <a:solidFill>
                  <a:srgbClr val="A8BAC8"/>
                </a:solidFill>
              </a:defRPr>
            </a:lvl5pPr>
            <a:lvl6pPr>
              <a:defRPr sz="975" b="0">
                <a:solidFill>
                  <a:srgbClr val="A8BAC8"/>
                </a:solidFill>
              </a:defRPr>
            </a:lvl6pPr>
            <a:lvl7pPr>
              <a:defRPr sz="975" b="0">
                <a:solidFill>
                  <a:srgbClr val="A8BAC8"/>
                </a:solidFill>
              </a:defRPr>
            </a:lvl7pPr>
            <a:lvl8pPr>
              <a:defRPr sz="975" b="0">
                <a:solidFill>
                  <a:srgbClr val="A8BAC8"/>
                </a:solidFill>
              </a:defRPr>
            </a:lvl8pPr>
            <a:lvl9pPr>
              <a:defRPr sz="97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A8BAC8"/>
                </a:solidFill>
              </a:defRPr>
            </a:pPr>
            <a:r>
              <a:rPr sz="975" b="0">
                <a:solidFill>
                  <a:srgbClr val="A8BAC8"/>
                </a:solidFill>
              </a:rPr>
              <a:t>Versioned data and models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3813D15-D4AF-481A-94BA-1A09163C1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457575"/>
            <a:ext cx="9525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32B328D-31C0-4525-9570-05651FFC0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0"/>
            <a:ext cx="114300" cy="1333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746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1E02174-369F-405D-B510-C1775FB6D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609975"/>
            <a:ext cx="44767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E2638"/>
          </a:solidFill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37606B5-713E-4AB1-BE97-AA71CC55F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609975"/>
            <a:ext cx="666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6C2DD90-2944-4716-8E1D-58B654DA1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86175"/>
            <a:ext cx="1571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F5F8FA"/>
                </a:solidFill>
              </a:defRPr>
            </a:defPPr>
            <a:lvl1pPr>
              <a:defRPr sz="1200" b="1">
                <a:solidFill>
                  <a:srgbClr val="F5F8FA"/>
                </a:solidFill>
              </a:defRPr>
            </a:lvl1pPr>
            <a:lvl2pPr>
              <a:defRPr sz="1200" b="1">
                <a:solidFill>
                  <a:srgbClr val="F5F8FA"/>
                </a:solidFill>
              </a:defRPr>
            </a:lvl2pPr>
            <a:lvl3pPr>
              <a:defRPr sz="1200" b="1">
                <a:solidFill>
                  <a:srgbClr val="F5F8FA"/>
                </a:solidFill>
              </a:defRPr>
            </a:lvl3pPr>
            <a:lvl4pPr>
              <a:defRPr sz="1200" b="1">
                <a:solidFill>
                  <a:srgbClr val="F5F8FA"/>
                </a:solidFill>
              </a:defRPr>
            </a:lvl4pPr>
            <a:lvl5pPr>
              <a:defRPr sz="1200" b="1">
                <a:solidFill>
                  <a:srgbClr val="F5F8FA"/>
                </a:solidFill>
              </a:defRPr>
            </a:lvl5pPr>
            <a:lvl6pPr>
              <a:defRPr sz="1200" b="1">
                <a:solidFill>
                  <a:srgbClr val="F5F8FA"/>
                </a:solidFill>
              </a:defRPr>
            </a:lvl6pPr>
            <a:lvl7pPr>
              <a:defRPr sz="1200" b="1">
                <a:solidFill>
                  <a:srgbClr val="F5F8FA"/>
                </a:solidFill>
              </a:defRPr>
            </a:lvl7pPr>
            <a:lvl8pPr>
              <a:defRPr sz="1200" b="1">
                <a:solidFill>
                  <a:srgbClr val="F5F8FA"/>
                </a:solidFill>
              </a:defRPr>
            </a:lvl8pPr>
            <a:lvl9pPr>
              <a:defRPr sz="120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5F8FA"/>
                </a:solidFill>
              </a:defRPr>
            </a:pPr>
            <a:r>
              <a:rPr sz="1200" b="1">
                <a:solidFill>
                  <a:srgbClr val="F5F8FA"/>
                </a:solidFill>
              </a:rPr>
              <a:t>Monitoring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66E1863-6954-4E15-934A-F9BC7CAAD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686175"/>
            <a:ext cx="2428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A8BAC8"/>
                </a:solidFill>
              </a:defRPr>
            </a:defPPr>
            <a:lvl1pPr>
              <a:defRPr sz="975" b="0">
                <a:solidFill>
                  <a:srgbClr val="A8BAC8"/>
                </a:solidFill>
              </a:defRPr>
            </a:lvl1pPr>
            <a:lvl2pPr>
              <a:defRPr sz="975" b="0">
                <a:solidFill>
                  <a:srgbClr val="A8BAC8"/>
                </a:solidFill>
              </a:defRPr>
            </a:lvl2pPr>
            <a:lvl3pPr>
              <a:defRPr sz="975" b="0">
                <a:solidFill>
                  <a:srgbClr val="A8BAC8"/>
                </a:solidFill>
              </a:defRPr>
            </a:lvl3pPr>
            <a:lvl4pPr>
              <a:defRPr sz="975" b="0">
                <a:solidFill>
                  <a:srgbClr val="A8BAC8"/>
                </a:solidFill>
              </a:defRPr>
            </a:lvl4pPr>
            <a:lvl5pPr>
              <a:defRPr sz="975" b="0">
                <a:solidFill>
                  <a:srgbClr val="A8BAC8"/>
                </a:solidFill>
              </a:defRPr>
            </a:lvl5pPr>
            <a:lvl6pPr>
              <a:defRPr sz="975" b="0">
                <a:solidFill>
                  <a:srgbClr val="A8BAC8"/>
                </a:solidFill>
              </a:defRPr>
            </a:lvl6pPr>
            <a:lvl7pPr>
              <a:defRPr sz="975" b="0">
                <a:solidFill>
                  <a:srgbClr val="A8BAC8"/>
                </a:solidFill>
              </a:defRPr>
            </a:lvl7pPr>
            <a:lvl8pPr>
              <a:defRPr sz="975" b="0">
                <a:solidFill>
                  <a:srgbClr val="A8BAC8"/>
                </a:solidFill>
              </a:defRPr>
            </a:lvl8pPr>
            <a:lvl9pPr>
              <a:defRPr sz="97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A8BAC8"/>
                </a:solidFill>
              </a:defRPr>
            </a:pPr>
            <a:r>
              <a:rPr sz="975" b="0">
                <a:solidFill>
                  <a:srgbClr val="A8BAC8"/>
                </a:solidFill>
              </a:rPr>
              <a:t>Drift • performance • capacity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C61C3EA-8D66-44AA-8EFB-40971F363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238625"/>
            <a:ext cx="9525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F729FDB-2B1B-4EB4-8BF1-61BF04905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305300"/>
            <a:ext cx="114300" cy="1333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746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47BA146-FC2B-4D04-957F-EE8B613C8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391025"/>
            <a:ext cx="44767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E2638"/>
          </a:solidFill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29A2789-1433-4D8A-B502-01C45FC11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391025"/>
            <a:ext cx="666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DBDD909-79BD-45D3-B8A8-512C5DB47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67225"/>
            <a:ext cx="1571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F5F8FA"/>
                </a:solidFill>
              </a:defRPr>
            </a:defPPr>
            <a:lvl1pPr>
              <a:defRPr sz="1200" b="1">
                <a:solidFill>
                  <a:srgbClr val="F5F8FA"/>
                </a:solidFill>
              </a:defRPr>
            </a:lvl1pPr>
            <a:lvl2pPr>
              <a:defRPr sz="1200" b="1">
                <a:solidFill>
                  <a:srgbClr val="F5F8FA"/>
                </a:solidFill>
              </a:defRPr>
            </a:lvl2pPr>
            <a:lvl3pPr>
              <a:defRPr sz="1200" b="1">
                <a:solidFill>
                  <a:srgbClr val="F5F8FA"/>
                </a:solidFill>
              </a:defRPr>
            </a:lvl3pPr>
            <a:lvl4pPr>
              <a:defRPr sz="1200" b="1">
                <a:solidFill>
                  <a:srgbClr val="F5F8FA"/>
                </a:solidFill>
              </a:defRPr>
            </a:lvl4pPr>
            <a:lvl5pPr>
              <a:defRPr sz="1200" b="1">
                <a:solidFill>
                  <a:srgbClr val="F5F8FA"/>
                </a:solidFill>
              </a:defRPr>
            </a:lvl5pPr>
            <a:lvl6pPr>
              <a:defRPr sz="1200" b="1">
                <a:solidFill>
                  <a:srgbClr val="F5F8FA"/>
                </a:solidFill>
              </a:defRPr>
            </a:lvl6pPr>
            <a:lvl7pPr>
              <a:defRPr sz="1200" b="1">
                <a:solidFill>
                  <a:srgbClr val="F5F8FA"/>
                </a:solidFill>
              </a:defRPr>
            </a:lvl7pPr>
            <a:lvl8pPr>
              <a:defRPr sz="1200" b="1">
                <a:solidFill>
                  <a:srgbClr val="F5F8FA"/>
                </a:solidFill>
              </a:defRPr>
            </a:lvl8pPr>
            <a:lvl9pPr>
              <a:defRPr sz="120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5F8FA"/>
                </a:solidFill>
              </a:defRPr>
            </a:pPr>
            <a:r>
              <a:rPr sz="1200" b="1">
                <a:solidFill>
                  <a:srgbClr val="F5F8FA"/>
                </a:solidFill>
              </a:rPr>
              <a:t>LLM assist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416EBF0-92F2-48A5-98B5-EBC74A5B5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467225"/>
            <a:ext cx="2428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A8BAC8"/>
                </a:solidFill>
              </a:defRPr>
            </a:defPPr>
            <a:lvl1pPr>
              <a:defRPr sz="975" b="0">
                <a:solidFill>
                  <a:srgbClr val="A8BAC8"/>
                </a:solidFill>
              </a:defRPr>
            </a:lvl1pPr>
            <a:lvl2pPr>
              <a:defRPr sz="975" b="0">
                <a:solidFill>
                  <a:srgbClr val="A8BAC8"/>
                </a:solidFill>
              </a:defRPr>
            </a:lvl2pPr>
            <a:lvl3pPr>
              <a:defRPr sz="975" b="0">
                <a:solidFill>
                  <a:srgbClr val="A8BAC8"/>
                </a:solidFill>
              </a:defRPr>
            </a:lvl3pPr>
            <a:lvl4pPr>
              <a:defRPr sz="975" b="0">
                <a:solidFill>
                  <a:srgbClr val="A8BAC8"/>
                </a:solidFill>
              </a:defRPr>
            </a:lvl4pPr>
            <a:lvl5pPr>
              <a:defRPr sz="975" b="0">
                <a:solidFill>
                  <a:srgbClr val="A8BAC8"/>
                </a:solidFill>
              </a:defRPr>
            </a:lvl5pPr>
            <a:lvl6pPr>
              <a:defRPr sz="975" b="0">
                <a:solidFill>
                  <a:srgbClr val="A8BAC8"/>
                </a:solidFill>
              </a:defRPr>
            </a:lvl6pPr>
            <a:lvl7pPr>
              <a:defRPr sz="975" b="0">
                <a:solidFill>
                  <a:srgbClr val="A8BAC8"/>
                </a:solidFill>
              </a:defRPr>
            </a:lvl7pPr>
            <a:lvl8pPr>
              <a:defRPr sz="975" b="0">
                <a:solidFill>
                  <a:srgbClr val="A8BAC8"/>
                </a:solidFill>
              </a:defRPr>
            </a:lvl8pPr>
            <a:lvl9pPr>
              <a:defRPr sz="97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A8BAC8"/>
                </a:solidFill>
              </a:defRPr>
            </a:pPr>
            <a:r>
              <a:rPr sz="975" b="0">
                <a:solidFill>
                  <a:srgbClr val="A8BAC8"/>
                </a:solidFill>
              </a:rPr>
              <a:t>Redacted evidence summaries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9C524E0-6026-43FB-85BF-7F29CC019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381375"/>
            <a:ext cx="1905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5B84B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942100A-B4C3-46AC-AEC3-FB0D40EDC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314700"/>
            <a:ext cx="114300" cy="1333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F5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EAE9290-BD20-47C1-BEB9-635EE7597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0480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F5B84B"/>
                </a:solidFill>
              </a:defRPr>
            </a:defPPr>
            <a:lvl1pPr>
              <a:defRPr sz="900" b="1">
                <a:solidFill>
                  <a:srgbClr val="F5B84B"/>
                </a:solidFill>
              </a:defRPr>
            </a:lvl1pPr>
            <a:lvl2pPr>
              <a:defRPr sz="900" b="1">
                <a:solidFill>
                  <a:srgbClr val="F5B84B"/>
                </a:solidFill>
              </a:defRPr>
            </a:lvl2pPr>
            <a:lvl3pPr>
              <a:defRPr sz="900" b="1">
                <a:solidFill>
                  <a:srgbClr val="F5B84B"/>
                </a:solidFill>
              </a:defRPr>
            </a:lvl3pPr>
            <a:lvl4pPr>
              <a:defRPr sz="900" b="1">
                <a:solidFill>
                  <a:srgbClr val="F5B84B"/>
                </a:solidFill>
              </a:defRPr>
            </a:lvl4pPr>
            <a:lvl5pPr>
              <a:defRPr sz="900" b="1">
                <a:solidFill>
                  <a:srgbClr val="F5B84B"/>
                </a:solidFill>
              </a:defRPr>
            </a:lvl5pPr>
            <a:lvl6pPr>
              <a:defRPr sz="900" b="1">
                <a:solidFill>
                  <a:srgbClr val="F5B84B"/>
                </a:solidFill>
              </a:defRPr>
            </a:lvl6pPr>
            <a:lvl7pPr>
              <a:defRPr sz="900" b="1">
                <a:solidFill>
                  <a:srgbClr val="F5B84B"/>
                </a:solidFill>
              </a:defRPr>
            </a:lvl7pPr>
            <a:lvl8pPr>
              <a:defRPr sz="900" b="1">
                <a:solidFill>
                  <a:srgbClr val="F5B84B"/>
                </a:solidFill>
              </a:defRPr>
            </a:lvl8pPr>
            <a:lvl9pPr>
              <a:defRPr sz="900" b="1">
                <a:solidFill>
                  <a:srgbClr val="F5B84B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F5B84B"/>
                </a:solidFill>
              </a:defRPr>
            </a:pPr>
            <a:r>
              <a:rPr sz="900" b="1">
                <a:solidFill>
                  <a:srgbClr val="F5B84B"/>
                </a:solidFill>
              </a:rPr>
              <a:t>telemetry + feedback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3516EEA-80E9-4E9D-A20E-9E4CBD912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238625"/>
            <a:ext cx="1905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C7D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AB97595-840C-4AB6-B17D-73F522B0C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171950"/>
            <a:ext cx="114300" cy="1333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9C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57E4F22-97D6-47B4-963C-D76D8176B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324350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29C7D8"/>
                </a:solidFill>
              </a:defRPr>
            </a:defPPr>
            <a:lvl1pPr>
              <a:defRPr sz="900" b="1">
                <a:solidFill>
                  <a:srgbClr val="29C7D8"/>
                </a:solidFill>
              </a:defRPr>
            </a:lvl1pPr>
            <a:lvl2pPr>
              <a:defRPr sz="900" b="1">
                <a:solidFill>
                  <a:srgbClr val="29C7D8"/>
                </a:solidFill>
              </a:defRPr>
            </a:lvl2pPr>
            <a:lvl3pPr>
              <a:defRPr sz="900" b="1">
                <a:solidFill>
                  <a:srgbClr val="29C7D8"/>
                </a:solidFill>
              </a:defRPr>
            </a:lvl3pPr>
            <a:lvl4pPr>
              <a:defRPr sz="900" b="1">
                <a:solidFill>
                  <a:srgbClr val="29C7D8"/>
                </a:solidFill>
              </a:defRPr>
            </a:lvl4pPr>
            <a:lvl5pPr>
              <a:defRPr sz="900" b="1">
                <a:solidFill>
                  <a:srgbClr val="29C7D8"/>
                </a:solidFill>
              </a:defRPr>
            </a:lvl5pPr>
            <a:lvl6pPr>
              <a:defRPr sz="900" b="1">
                <a:solidFill>
                  <a:srgbClr val="29C7D8"/>
                </a:solidFill>
              </a:defRPr>
            </a:lvl6pPr>
            <a:lvl7pPr>
              <a:defRPr sz="900" b="1">
                <a:solidFill>
                  <a:srgbClr val="29C7D8"/>
                </a:solidFill>
              </a:defRPr>
            </a:lvl7pPr>
            <a:lvl8pPr>
              <a:defRPr sz="900" b="1">
                <a:solidFill>
                  <a:srgbClr val="29C7D8"/>
                </a:solidFill>
              </a:defRPr>
            </a:lvl8pPr>
            <a:lvl9pPr>
              <a:defRPr sz="900" b="1">
                <a:solidFill>
                  <a:srgbClr val="29C7D8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29C7D8"/>
                </a:solidFill>
              </a:defRPr>
            </a:pPr>
            <a:r>
              <a:rPr sz="900" b="1">
                <a:solidFill>
                  <a:srgbClr val="29C7D8"/>
                </a:solidFill>
              </a:rPr>
              <a:t>signed model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AA29F9B-C2B9-428E-9A53-9052D42E0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24550"/>
            <a:ext cx="10810875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9525">
            <a:solidFill>
              <a:srgbClr val="2EC4A6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F657F58-C9DD-48ED-B442-3A1DBCAC5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24550"/>
            <a:ext cx="104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2EC4A6"/>
                </a:solidFill>
              </a:defRPr>
            </a:defPPr>
            <a:lvl1pPr>
              <a:defRPr sz="900" b="1">
                <a:solidFill>
                  <a:srgbClr val="2EC4A6"/>
                </a:solidFill>
              </a:defRPr>
            </a:lvl1pPr>
            <a:lvl2pPr>
              <a:defRPr sz="900" b="1">
                <a:solidFill>
                  <a:srgbClr val="2EC4A6"/>
                </a:solidFill>
              </a:defRPr>
            </a:lvl2pPr>
            <a:lvl3pPr>
              <a:defRPr sz="900" b="1">
                <a:solidFill>
                  <a:srgbClr val="2EC4A6"/>
                </a:solidFill>
              </a:defRPr>
            </a:lvl3pPr>
            <a:lvl4pPr>
              <a:defRPr sz="900" b="1">
                <a:solidFill>
                  <a:srgbClr val="2EC4A6"/>
                </a:solidFill>
              </a:defRPr>
            </a:lvl4pPr>
            <a:lvl5pPr>
              <a:defRPr sz="900" b="1">
                <a:solidFill>
                  <a:srgbClr val="2EC4A6"/>
                </a:solidFill>
              </a:defRPr>
            </a:lvl5pPr>
            <a:lvl6pPr>
              <a:defRPr sz="900" b="1">
                <a:solidFill>
                  <a:srgbClr val="2EC4A6"/>
                </a:solidFill>
              </a:defRPr>
            </a:lvl6pPr>
            <a:lvl7pPr>
              <a:defRPr sz="900" b="1">
                <a:solidFill>
                  <a:srgbClr val="2EC4A6"/>
                </a:solidFill>
              </a:defRPr>
            </a:lvl7pPr>
            <a:lvl8pPr>
              <a:defRPr sz="900" b="1">
                <a:solidFill>
                  <a:srgbClr val="2EC4A6"/>
                </a:solidFill>
              </a:defRPr>
            </a:lvl8pPr>
            <a:lvl9pPr>
              <a:defRPr sz="900" b="1">
                <a:solidFill>
                  <a:srgbClr val="2EC4A6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2EC4A6"/>
                </a:solidFill>
              </a:defRPr>
            </a:pPr>
            <a:r>
              <a:rPr sz="900" b="1">
                <a:solidFill>
                  <a:srgbClr val="2EC4A6"/>
                </a:solidFill>
              </a:rPr>
              <a:t>TAKEAWAY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D0470AC-AACD-40CC-9AD9-C5244E7BF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924550"/>
            <a:ext cx="938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F5F8FA"/>
                </a:solidFill>
              </a:defRPr>
            </a:defPPr>
            <a:lvl1pPr>
              <a:defRPr sz="1125" b="1">
                <a:solidFill>
                  <a:srgbClr val="F5F8FA"/>
                </a:solidFill>
              </a:defRPr>
            </a:lvl1pPr>
            <a:lvl2pPr>
              <a:defRPr sz="1125" b="1">
                <a:solidFill>
                  <a:srgbClr val="F5F8FA"/>
                </a:solidFill>
              </a:defRPr>
            </a:lvl2pPr>
            <a:lvl3pPr>
              <a:defRPr sz="1125" b="1">
                <a:solidFill>
                  <a:srgbClr val="F5F8FA"/>
                </a:solidFill>
              </a:defRPr>
            </a:lvl3pPr>
            <a:lvl4pPr>
              <a:defRPr sz="1125" b="1">
                <a:solidFill>
                  <a:srgbClr val="F5F8FA"/>
                </a:solidFill>
              </a:defRPr>
            </a:lvl4pPr>
            <a:lvl5pPr>
              <a:defRPr sz="1125" b="1">
                <a:solidFill>
                  <a:srgbClr val="F5F8FA"/>
                </a:solidFill>
              </a:defRPr>
            </a:lvl5pPr>
            <a:lvl6pPr>
              <a:defRPr sz="1125" b="1">
                <a:solidFill>
                  <a:srgbClr val="F5F8FA"/>
                </a:solidFill>
              </a:defRPr>
            </a:lvl6pPr>
            <a:lvl7pPr>
              <a:defRPr sz="1125" b="1">
                <a:solidFill>
                  <a:srgbClr val="F5F8FA"/>
                </a:solidFill>
              </a:defRPr>
            </a:lvl7pPr>
            <a:lvl8pPr>
              <a:defRPr sz="1125" b="1">
                <a:solidFill>
                  <a:srgbClr val="F5F8FA"/>
                </a:solidFill>
              </a:defRPr>
            </a:lvl8pPr>
            <a:lvl9pPr>
              <a:defRPr sz="1125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F5F8FA"/>
                </a:solidFill>
              </a:defRPr>
            </a:pPr>
            <a:r>
              <a:rPr sz="1125" b="1">
                <a:solidFill>
                  <a:srgbClr val="F5F8FA"/>
                </a:solidFill>
              </a:rPr>
              <a:t>Edge inference protects privacy and latency; the central plane coordinates learning and governance.</a:t>
            </a:r>
          </a:p>
        </p:txBody>
      </p:sp>
    </p:spTree>
    <p:extLst>
      <p:ext uri="{BB962C8B-B14F-4D97-AF65-F5344CB8AC3E}">
        <p14:creationId xmlns:p14="http://schemas.microsoft.com/office/powerpoint/2010/main" val="166486582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7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29E9D9-95AC-4D6A-9E88-013253527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C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C115F7-CE28-4EF5-9731-680234918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6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29C7D8"/>
                </a:solidFill>
              </a:defRPr>
            </a:defPPr>
            <a:lvl1pPr>
              <a:defRPr sz="900" b="1">
                <a:solidFill>
                  <a:srgbClr val="29C7D8"/>
                </a:solidFill>
              </a:defRPr>
            </a:lvl1pPr>
            <a:lvl2pPr>
              <a:defRPr sz="900" b="1">
                <a:solidFill>
                  <a:srgbClr val="29C7D8"/>
                </a:solidFill>
              </a:defRPr>
            </a:lvl2pPr>
            <a:lvl3pPr>
              <a:defRPr sz="900" b="1">
                <a:solidFill>
                  <a:srgbClr val="29C7D8"/>
                </a:solidFill>
              </a:defRPr>
            </a:lvl3pPr>
            <a:lvl4pPr>
              <a:defRPr sz="900" b="1">
                <a:solidFill>
                  <a:srgbClr val="29C7D8"/>
                </a:solidFill>
              </a:defRPr>
            </a:lvl4pPr>
            <a:lvl5pPr>
              <a:defRPr sz="900" b="1">
                <a:solidFill>
                  <a:srgbClr val="29C7D8"/>
                </a:solidFill>
              </a:defRPr>
            </a:lvl5pPr>
            <a:lvl6pPr>
              <a:defRPr sz="900" b="1">
                <a:solidFill>
                  <a:srgbClr val="29C7D8"/>
                </a:solidFill>
              </a:defRPr>
            </a:lvl6pPr>
            <a:lvl7pPr>
              <a:defRPr sz="900" b="1">
                <a:solidFill>
                  <a:srgbClr val="29C7D8"/>
                </a:solidFill>
              </a:defRPr>
            </a:lvl7pPr>
            <a:lvl8pPr>
              <a:defRPr sz="900" b="1">
                <a:solidFill>
                  <a:srgbClr val="29C7D8"/>
                </a:solidFill>
              </a:defRPr>
            </a:lvl8pPr>
            <a:lvl9pPr>
              <a:defRPr sz="900" b="1">
                <a:solidFill>
                  <a:srgbClr val="29C7D8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29C7D8"/>
                </a:solidFill>
              </a:defRPr>
            </a:pPr>
            <a:r>
              <a:rPr sz="900" b="1">
                <a:solidFill>
                  <a:srgbClr val="29C7D8"/>
                </a:solidFill>
              </a:rPr>
              <a:t>CAPSTONE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01ACB8-1682-4747-9DE5-1371F900C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43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F5F8FA"/>
                </a:solidFill>
              </a:defRPr>
            </a:defPPr>
            <a:lvl1pPr>
              <a:defRPr sz="2550" b="1">
                <a:solidFill>
                  <a:srgbClr val="F5F8FA"/>
                </a:solidFill>
              </a:defRPr>
            </a:lvl1pPr>
            <a:lvl2pPr>
              <a:defRPr sz="2550" b="1">
                <a:solidFill>
                  <a:srgbClr val="F5F8FA"/>
                </a:solidFill>
              </a:defRPr>
            </a:lvl2pPr>
            <a:lvl3pPr>
              <a:defRPr sz="2550" b="1">
                <a:solidFill>
                  <a:srgbClr val="F5F8FA"/>
                </a:solidFill>
              </a:defRPr>
            </a:lvl3pPr>
            <a:lvl4pPr>
              <a:defRPr sz="2550" b="1">
                <a:solidFill>
                  <a:srgbClr val="F5F8FA"/>
                </a:solidFill>
              </a:defRPr>
            </a:lvl4pPr>
            <a:lvl5pPr>
              <a:defRPr sz="2550" b="1">
                <a:solidFill>
                  <a:srgbClr val="F5F8FA"/>
                </a:solidFill>
              </a:defRPr>
            </a:lvl5pPr>
            <a:lvl6pPr>
              <a:defRPr sz="2550" b="1">
                <a:solidFill>
                  <a:srgbClr val="F5F8FA"/>
                </a:solidFill>
              </a:defRPr>
            </a:lvl6pPr>
            <a:lvl7pPr>
              <a:defRPr sz="2550" b="1">
                <a:solidFill>
                  <a:srgbClr val="F5F8FA"/>
                </a:solidFill>
              </a:defRPr>
            </a:lvl7pPr>
            <a:lvl8pPr>
              <a:defRPr sz="2550" b="1">
                <a:solidFill>
                  <a:srgbClr val="F5F8FA"/>
                </a:solidFill>
              </a:defRPr>
            </a:lvl8pPr>
            <a:lvl9pPr>
              <a:defRPr sz="255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5F8FA"/>
                </a:solidFill>
              </a:defRPr>
            </a:pPr>
            <a:r>
              <a:rPr sz="2550" b="1">
                <a:solidFill>
                  <a:srgbClr val="F5F8FA"/>
                </a:solidFill>
              </a:rPr>
              <a:t>The key result is about diversity, not just model complexity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427D62-1F5B-4B78-BB7A-FD6CF5947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287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A8BAC8"/>
                </a:solidFill>
              </a:defRPr>
            </a:defPPr>
            <a:lvl1pPr>
              <a:defRPr sz="1275" b="0">
                <a:solidFill>
                  <a:srgbClr val="A8BAC8"/>
                </a:solidFill>
              </a:defRPr>
            </a:lvl1pPr>
            <a:lvl2pPr>
              <a:defRPr sz="1275" b="0">
                <a:solidFill>
                  <a:srgbClr val="A8BAC8"/>
                </a:solidFill>
              </a:defRPr>
            </a:lvl2pPr>
            <a:lvl3pPr>
              <a:defRPr sz="1275" b="0">
                <a:solidFill>
                  <a:srgbClr val="A8BAC8"/>
                </a:solidFill>
              </a:defRPr>
            </a:lvl3pPr>
            <a:lvl4pPr>
              <a:defRPr sz="1275" b="0">
                <a:solidFill>
                  <a:srgbClr val="A8BAC8"/>
                </a:solidFill>
              </a:defRPr>
            </a:lvl4pPr>
            <a:lvl5pPr>
              <a:defRPr sz="1275" b="0">
                <a:solidFill>
                  <a:srgbClr val="A8BAC8"/>
                </a:solidFill>
              </a:defRPr>
            </a:lvl5pPr>
            <a:lvl6pPr>
              <a:defRPr sz="1275" b="0">
                <a:solidFill>
                  <a:srgbClr val="A8BAC8"/>
                </a:solidFill>
              </a:defRPr>
            </a:lvl6pPr>
            <a:lvl7pPr>
              <a:defRPr sz="1275" b="0">
                <a:solidFill>
                  <a:srgbClr val="A8BAC8"/>
                </a:solidFill>
              </a:defRPr>
            </a:lvl7pPr>
            <a:lvl8pPr>
              <a:defRPr sz="1275" b="0">
                <a:solidFill>
                  <a:srgbClr val="A8BAC8"/>
                </a:solidFill>
              </a:defRPr>
            </a:lvl8pPr>
            <a:lvl9pPr>
              <a:defRPr sz="127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A8BAC8"/>
                </a:solidFill>
              </a:defRPr>
            </a:pPr>
            <a:r>
              <a:rPr sz="1275" b="0">
                <a:solidFill>
                  <a:srgbClr val="A8BAC8"/>
                </a:solidFill>
              </a:rPr>
              <a:t>The project now has an evidence-based path from EDA to deployment experimentation.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8B9CE3-073E-4767-9A1B-7AF6BE48B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71600"/>
            <a:ext cx="11239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C7CC15-AB8B-4579-A9A0-9AC0487B0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A8BAC8"/>
                </a:solidFill>
              </a:defRPr>
            </a:defPPr>
            <a:lvl1pPr>
              <a:defRPr sz="900" b="1">
                <a:solidFill>
                  <a:srgbClr val="A8BAC8"/>
                </a:solidFill>
              </a:defRPr>
            </a:lvl1pPr>
            <a:lvl2pPr>
              <a:defRPr sz="900" b="1">
                <a:solidFill>
                  <a:srgbClr val="A8BAC8"/>
                </a:solidFill>
              </a:defRPr>
            </a:lvl2pPr>
            <a:lvl3pPr>
              <a:defRPr sz="900" b="1">
                <a:solidFill>
                  <a:srgbClr val="A8BAC8"/>
                </a:solidFill>
              </a:defRPr>
            </a:lvl3pPr>
            <a:lvl4pPr>
              <a:defRPr sz="900" b="1">
                <a:solidFill>
                  <a:srgbClr val="A8BAC8"/>
                </a:solidFill>
              </a:defRPr>
            </a:lvl4pPr>
            <a:lvl5pPr>
              <a:defRPr sz="900" b="1">
                <a:solidFill>
                  <a:srgbClr val="A8BAC8"/>
                </a:solidFill>
              </a:defRPr>
            </a:lvl5pPr>
            <a:lvl6pPr>
              <a:defRPr sz="900" b="1">
                <a:solidFill>
                  <a:srgbClr val="A8BAC8"/>
                </a:solidFill>
              </a:defRPr>
            </a:lvl6pPr>
            <a:lvl7pPr>
              <a:defRPr sz="900" b="1">
                <a:solidFill>
                  <a:srgbClr val="A8BAC8"/>
                </a:solidFill>
              </a:defRPr>
            </a:lvl7pPr>
            <a:lvl8pPr>
              <a:defRPr sz="900" b="1">
                <a:solidFill>
                  <a:srgbClr val="A8BAC8"/>
                </a:solidFill>
              </a:defRPr>
            </a:lvl8pPr>
            <a:lvl9pPr>
              <a:defRPr sz="900" b="1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A8BAC8"/>
                </a:solidFill>
              </a:defRPr>
            </a:pPr>
            <a:r>
              <a:rPr sz="900" b="1">
                <a:solidFill>
                  <a:srgbClr val="A8BAC8"/>
                </a:solidFill>
              </a:rPr>
              <a:t>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1DA7E0-09BA-4FC6-B8C2-8AE21071F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62125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E2638"/>
          </a:solidFill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07FABD-D40A-4C01-9304-7B1BC94F6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62125"/>
            <a:ext cx="666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C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FB4552-A129-4C01-8915-BE09857AA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33575"/>
            <a:ext cx="2905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F5F8FA"/>
                </a:solidFill>
              </a:defRPr>
            </a:defPPr>
            <a:lvl1pPr>
              <a:defRPr sz="1350" b="1">
                <a:solidFill>
                  <a:srgbClr val="F5F8FA"/>
                </a:solidFill>
              </a:defRPr>
            </a:lvl1pPr>
            <a:lvl2pPr>
              <a:defRPr sz="1350" b="1">
                <a:solidFill>
                  <a:srgbClr val="F5F8FA"/>
                </a:solidFill>
              </a:defRPr>
            </a:lvl2pPr>
            <a:lvl3pPr>
              <a:defRPr sz="1350" b="1">
                <a:solidFill>
                  <a:srgbClr val="F5F8FA"/>
                </a:solidFill>
              </a:defRPr>
            </a:lvl3pPr>
            <a:lvl4pPr>
              <a:defRPr sz="1350" b="1">
                <a:solidFill>
                  <a:srgbClr val="F5F8FA"/>
                </a:solidFill>
              </a:defRPr>
            </a:lvl4pPr>
            <a:lvl5pPr>
              <a:defRPr sz="1350" b="1">
                <a:solidFill>
                  <a:srgbClr val="F5F8FA"/>
                </a:solidFill>
              </a:defRPr>
            </a:lvl5pPr>
            <a:lvl6pPr>
              <a:defRPr sz="1350" b="1">
                <a:solidFill>
                  <a:srgbClr val="F5F8FA"/>
                </a:solidFill>
              </a:defRPr>
            </a:lvl6pPr>
            <a:lvl7pPr>
              <a:defRPr sz="1350" b="1">
                <a:solidFill>
                  <a:srgbClr val="F5F8FA"/>
                </a:solidFill>
              </a:defRPr>
            </a:lvl7pPr>
            <a:lvl8pPr>
              <a:defRPr sz="1350" b="1">
                <a:solidFill>
                  <a:srgbClr val="F5F8FA"/>
                </a:solidFill>
              </a:defRPr>
            </a:lvl8pPr>
            <a:lvl9pPr>
              <a:defRPr sz="135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5F8FA"/>
                </a:solidFill>
              </a:defRPr>
            </a:pPr>
            <a:r>
              <a:rPr sz="1350" b="1">
                <a:solidFill>
                  <a:srgbClr val="F5F8FA"/>
                </a:solidFill>
              </a:rPr>
              <a:t>1  Evidence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88FC0C-EB2C-4E6C-A602-FA8350BEB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33625"/>
            <a:ext cx="2905125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A8BAC8"/>
                </a:solidFill>
              </a:defRPr>
            </a:defPPr>
            <a:lvl1pPr>
              <a:defRPr sz="1125" b="0">
                <a:solidFill>
                  <a:srgbClr val="A8BAC8"/>
                </a:solidFill>
              </a:defRPr>
            </a:lvl1pPr>
            <a:lvl2pPr>
              <a:defRPr sz="1125" b="0">
                <a:solidFill>
                  <a:srgbClr val="A8BAC8"/>
                </a:solidFill>
              </a:defRPr>
            </a:lvl2pPr>
            <a:lvl3pPr>
              <a:defRPr sz="1125" b="0">
                <a:solidFill>
                  <a:srgbClr val="A8BAC8"/>
                </a:solidFill>
              </a:defRPr>
            </a:lvl3pPr>
            <a:lvl4pPr>
              <a:defRPr sz="1125" b="0">
                <a:solidFill>
                  <a:srgbClr val="A8BAC8"/>
                </a:solidFill>
              </a:defRPr>
            </a:lvl4pPr>
            <a:lvl5pPr>
              <a:defRPr sz="1125" b="0">
                <a:solidFill>
                  <a:srgbClr val="A8BAC8"/>
                </a:solidFill>
              </a:defRPr>
            </a:lvl5pPr>
            <a:lvl6pPr>
              <a:defRPr sz="1125" b="0">
                <a:solidFill>
                  <a:srgbClr val="A8BAC8"/>
                </a:solidFill>
              </a:defRPr>
            </a:lvl6pPr>
            <a:lvl7pPr>
              <a:defRPr sz="1125" b="0">
                <a:solidFill>
                  <a:srgbClr val="A8BAC8"/>
                </a:solidFill>
              </a:defRPr>
            </a:lvl7pPr>
            <a:lvl8pPr>
              <a:defRPr sz="1125" b="0">
                <a:solidFill>
                  <a:srgbClr val="A8BAC8"/>
                </a:solidFill>
              </a:defRPr>
            </a:lvl8pPr>
            <a:lvl9pPr>
              <a:defRPr sz="112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Class imbalance, heavy tails, lab shortcuts, and cross-year drift make robust evaluation essential.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7041DE-904C-4FA9-9FC4-15681ECEE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762125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E2638"/>
          </a:solidFill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23308B-5BF7-415E-880B-A8A40464D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762125"/>
            <a:ext cx="666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49536B-8EC3-451D-A393-5E5DA91E1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933575"/>
            <a:ext cx="2905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F5F8FA"/>
                </a:solidFill>
              </a:defRPr>
            </a:defPPr>
            <a:lvl1pPr>
              <a:defRPr sz="1350" b="1">
                <a:solidFill>
                  <a:srgbClr val="F5F8FA"/>
                </a:solidFill>
              </a:defRPr>
            </a:lvl1pPr>
            <a:lvl2pPr>
              <a:defRPr sz="1350" b="1">
                <a:solidFill>
                  <a:srgbClr val="F5F8FA"/>
                </a:solidFill>
              </a:defRPr>
            </a:lvl2pPr>
            <a:lvl3pPr>
              <a:defRPr sz="1350" b="1">
                <a:solidFill>
                  <a:srgbClr val="F5F8FA"/>
                </a:solidFill>
              </a:defRPr>
            </a:lvl3pPr>
            <a:lvl4pPr>
              <a:defRPr sz="1350" b="1">
                <a:solidFill>
                  <a:srgbClr val="F5F8FA"/>
                </a:solidFill>
              </a:defRPr>
            </a:lvl4pPr>
            <a:lvl5pPr>
              <a:defRPr sz="1350" b="1">
                <a:solidFill>
                  <a:srgbClr val="F5F8FA"/>
                </a:solidFill>
              </a:defRPr>
            </a:lvl5pPr>
            <a:lvl6pPr>
              <a:defRPr sz="1350" b="1">
                <a:solidFill>
                  <a:srgbClr val="F5F8FA"/>
                </a:solidFill>
              </a:defRPr>
            </a:lvl6pPr>
            <a:lvl7pPr>
              <a:defRPr sz="1350" b="1">
                <a:solidFill>
                  <a:srgbClr val="F5F8FA"/>
                </a:solidFill>
              </a:defRPr>
            </a:lvl7pPr>
            <a:lvl8pPr>
              <a:defRPr sz="1350" b="1">
                <a:solidFill>
                  <a:srgbClr val="F5F8FA"/>
                </a:solidFill>
              </a:defRPr>
            </a:lvl8pPr>
            <a:lvl9pPr>
              <a:defRPr sz="135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5F8FA"/>
                </a:solidFill>
              </a:defRPr>
            </a:pPr>
            <a:r>
              <a:rPr sz="1350" b="1">
                <a:solidFill>
                  <a:srgbClr val="F5F8FA"/>
                </a:solidFill>
              </a:rPr>
              <a:t>2  Result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27646B-84B5-4ABE-BF30-1619673BE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333625"/>
            <a:ext cx="2905125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A8BAC8"/>
                </a:solidFill>
              </a:defRPr>
            </a:defPPr>
            <a:lvl1pPr>
              <a:defRPr sz="1125" b="0">
                <a:solidFill>
                  <a:srgbClr val="A8BAC8"/>
                </a:solidFill>
              </a:defRPr>
            </a:lvl1pPr>
            <a:lvl2pPr>
              <a:defRPr sz="1125" b="0">
                <a:solidFill>
                  <a:srgbClr val="A8BAC8"/>
                </a:solidFill>
              </a:defRPr>
            </a:lvl2pPr>
            <a:lvl3pPr>
              <a:defRPr sz="1125" b="0">
                <a:solidFill>
                  <a:srgbClr val="A8BAC8"/>
                </a:solidFill>
              </a:defRPr>
            </a:lvl3pPr>
            <a:lvl4pPr>
              <a:defRPr sz="1125" b="0">
                <a:solidFill>
                  <a:srgbClr val="A8BAC8"/>
                </a:solidFill>
              </a:defRPr>
            </a:lvl4pPr>
            <a:lvl5pPr>
              <a:defRPr sz="1125" b="0">
                <a:solidFill>
                  <a:srgbClr val="A8BAC8"/>
                </a:solidFill>
              </a:defRPr>
            </a:lvl5pPr>
            <a:lvl6pPr>
              <a:defRPr sz="1125" b="0">
                <a:solidFill>
                  <a:srgbClr val="A8BAC8"/>
                </a:solidFill>
              </a:defRPr>
            </a:lvl6pPr>
            <a:lvl7pPr>
              <a:defRPr sz="1125" b="0">
                <a:solidFill>
                  <a:srgbClr val="A8BAC8"/>
                </a:solidFill>
              </a:defRPr>
            </a:lvl7pPr>
            <a:lvl8pPr>
              <a:defRPr sz="1125" b="0">
                <a:solidFill>
                  <a:srgbClr val="A8BAC8"/>
                </a:solidFill>
              </a:defRPr>
            </a:lvl8pPr>
            <a:lvl9pPr>
              <a:defRPr sz="112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Single-network models transfer poorly. Mixed-network training gives the best balance across both known datasets.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5E02CF-240B-4F54-AEED-77553F730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762125"/>
            <a:ext cx="36195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E2638"/>
          </a:solidFill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FFC080-9BED-4AE9-BBC2-DE9DF1119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762125"/>
            <a:ext cx="666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DB3C29-83DD-413E-9D00-C921A0AB8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933575"/>
            <a:ext cx="319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F5F8FA"/>
                </a:solidFill>
              </a:defRPr>
            </a:defPPr>
            <a:lvl1pPr>
              <a:defRPr sz="1350" b="1">
                <a:solidFill>
                  <a:srgbClr val="F5F8FA"/>
                </a:solidFill>
              </a:defRPr>
            </a:lvl1pPr>
            <a:lvl2pPr>
              <a:defRPr sz="1350" b="1">
                <a:solidFill>
                  <a:srgbClr val="F5F8FA"/>
                </a:solidFill>
              </a:defRPr>
            </a:lvl2pPr>
            <a:lvl3pPr>
              <a:defRPr sz="1350" b="1">
                <a:solidFill>
                  <a:srgbClr val="F5F8FA"/>
                </a:solidFill>
              </a:defRPr>
            </a:lvl3pPr>
            <a:lvl4pPr>
              <a:defRPr sz="1350" b="1">
                <a:solidFill>
                  <a:srgbClr val="F5F8FA"/>
                </a:solidFill>
              </a:defRPr>
            </a:lvl4pPr>
            <a:lvl5pPr>
              <a:defRPr sz="1350" b="1">
                <a:solidFill>
                  <a:srgbClr val="F5F8FA"/>
                </a:solidFill>
              </a:defRPr>
            </a:lvl5pPr>
            <a:lvl6pPr>
              <a:defRPr sz="1350" b="1">
                <a:solidFill>
                  <a:srgbClr val="F5F8FA"/>
                </a:solidFill>
              </a:defRPr>
            </a:lvl6pPr>
            <a:lvl7pPr>
              <a:defRPr sz="1350" b="1">
                <a:solidFill>
                  <a:srgbClr val="F5F8FA"/>
                </a:solidFill>
              </a:defRPr>
            </a:lvl7pPr>
            <a:lvl8pPr>
              <a:defRPr sz="1350" b="1">
                <a:solidFill>
                  <a:srgbClr val="F5F8FA"/>
                </a:solidFill>
              </a:defRPr>
            </a:lvl8pPr>
            <a:lvl9pPr>
              <a:defRPr sz="135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5F8FA"/>
                </a:solidFill>
              </a:defRPr>
            </a:pPr>
            <a:r>
              <a:rPr sz="1350" b="1">
                <a:solidFill>
                  <a:srgbClr val="F5F8FA"/>
                </a:solidFill>
              </a:rPr>
              <a:t>3  Next step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3FF90F-7188-4211-AABB-091A9CEF8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33625"/>
            <a:ext cx="3190875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A8BAC8"/>
                </a:solidFill>
              </a:defRPr>
            </a:defPPr>
            <a:lvl1pPr>
              <a:defRPr sz="1125" b="0">
                <a:solidFill>
                  <a:srgbClr val="A8BAC8"/>
                </a:solidFill>
              </a:defRPr>
            </a:lvl1pPr>
            <a:lvl2pPr>
              <a:defRPr sz="1125" b="0">
                <a:solidFill>
                  <a:srgbClr val="A8BAC8"/>
                </a:solidFill>
              </a:defRPr>
            </a:lvl2pPr>
            <a:lvl3pPr>
              <a:defRPr sz="1125" b="0">
                <a:solidFill>
                  <a:srgbClr val="A8BAC8"/>
                </a:solidFill>
              </a:defRPr>
            </a:lvl3pPr>
            <a:lvl4pPr>
              <a:defRPr sz="1125" b="0">
                <a:solidFill>
                  <a:srgbClr val="A8BAC8"/>
                </a:solidFill>
              </a:defRPr>
            </a:lvl4pPr>
            <a:lvl5pPr>
              <a:defRPr sz="1125" b="0">
                <a:solidFill>
                  <a:srgbClr val="A8BAC8"/>
                </a:solidFill>
              </a:defRPr>
            </a:lvl5pPr>
            <a:lvl6pPr>
              <a:defRPr sz="1125" b="0">
                <a:solidFill>
                  <a:srgbClr val="A8BAC8"/>
                </a:solidFill>
              </a:defRPr>
            </a:lvl6pPr>
            <a:lvl7pPr>
              <a:defRPr sz="1125" b="0">
                <a:solidFill>
                  <a:srgbClr val="A8BAC8"/>
                </a:solidFill>
              </a:defRPr>
            </a:lvl7pPr>
            <a:lvl8pPr>
              <a:defRPr sz="1125" b="0">
                <a:solidFill>
                  <a:srgbClr val="A8BAC8"/>
                </a:solidFill>
              </a:defRPr>
            </a:lvl8pPr>
            <a:lvl9pPr>
              <a:defRPr sz="112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Validate on a third or live environment, calibrate thresholds, run shadow deployment, and monitor drift and alert burden.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3920FF-DC19-4CDD-8013-6B79CE2E2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24550"/>
            <a:ext cx="10810875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9525">
            <a:solidFill>
              <a:srgbClr val="2EC4A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AEF7B1-3A08-4202-9A5E-B0707970D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24550"/>
            <a:ext cx="104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2EC4A6"/>
                </a:solidFill>
              </a:defRPr>
            </a:defPPr>
            <a:lvl1pPr>
              <a:defRPr sz="900" b="1">
                <a:solidFill>
                  <a:srgbClr val="2EC4A6"/>
                </a:solidFill>
              </a:defRPr>
            </a:lvl1pPr>
            <a:lvl2pPr>
              <a:defRPr sz="900" b="1">
                <a:solidFill>
                  <a:srgbClr val="2EC4A6"/>
                </a:solidFill>
              </a:defRPr>
            </a:lvl2pPr>
            <a:lvl3pPr>
              <a:defRPr sz="900" b="1">
                <a:solidFill>
                  <a:srgbClr val="2EC4A6"/>
                </a:solidFill>
              </a:defRPr>
            </a:lvl3pPr>
            <a:lvl4pPr>
              <a:defRPr sz="900" b="1">
                <a:solidFill>
                  <a:srgbClr val="2EC4A6"/>
                </a:solidFill>
              </a:defRPr>
            </a:lvl4pPr>
            <a:lvl5pPr>
              <a:defRPr sz="900" b="1">
                <a:solidFill>
                  <a:srgbClr val="2EC4A6"/>
                </a:solidFill>
              </a:defRPr>
            </a:lvl5pPr>
            <a:lvl6pPr>
              <a:defRPr sz="900" b="1">
                <a:solidFill>
                  <a:srgbClr val="2EC4A6"/>
                </a:solidFill>
              </a:defRPr>
            </a:lvl6pPr>
            <a:lvl7pPr>
              <a:defRPr sz="900" b="1">
                <a:solidFill>
                  <a:srgbClr val="2EC4A6"/>
                </a:solidFill>
              </a:defRPr>
            </a:lvl7pPr>
            <a:lvl8pPr>
              <a:defRPr sz="900" b="1">
                <a:solidFill>
                  <a:srgbClr val="2EC4A6"/>
                </a:solidFill>
              </a:defRPr>
            </a:lvl8pPr>
            <a:lvl9pPr>
              <a:defRPr sz="900" b="1">
                <a:solidFill>
                  <a:srgbClr val="2EC4A6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2EC4A6"/>
                </a:solidFill>
              </a:defRPr>
            </a:pPr>
            <a:r>
              <a:rPr sz="900" b="1">
                <a:solidFill>
                  <a:srgbClr val="2EC4A6"/>
                </a:solidFill>
              </a:rPr>
              <a:t>TAKEAWAY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B89799-88DA-4240-B2E1-BA3F54EA4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924550"/>
            <a:ext cx="938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F5F8FA"/>
                </a:solidFill>
              </a:defRPr>
            </a:defPPr>
            <a:lvl1pPr>
              <a:defRPr sz="1125" b="1">
                <a:solidFill>
                  <a:srgbClr val="F5F8FA"/>
                </a:solidFill>
              </a:defRPr>
            </a:lvl1pPr>
            <a:lvl2pPr>
              <a:defRPr sz="1125" b="1">
                <a:solidFill>
                  <a:srgbClr val="F5F8FA"/>
                </a:solidFill>
              </a:defRPr>
            </a:lvl2pPr>
            <a:lvl3pPr>
              <a:defRPr sz="1125" b="1">
                <a:solidFill>
                  <a:srgbClr val="F5F8FA"/>
                </a:solidFill>
              </a:defRPr>
            </a:lvl3pPr>
            <a:lvl4pPr>
              <a:defRPr sz="1125" b="1">
                <a:solidFill>
                  <a:srgbClr val="F5F8FA"/>
                </a:solidFill>
              </a:defRPr>
            </a:lvl4pPr>
            <a:lvl5pPr>
              <a:defRPr sz="1125" b="1">
                <a:solidFill>
                  <a:srgbClr val="F5F8FA"/>
                </a:solidFill>
              </a:defRPr>
            </a:lvl5pPr>
            <a:lvl6pPr>
              <a:defRPr sz="1125" b="1">
                <a:solidFill>
                  <a:srgbClr val="F5F8FA"/>
                </a:solidFill>
              </a:defRPr>
            </a:lvl6pPr>
            <a:lvl7pPr>
              <a:defRPr sz="1125" b="1">
                <a:solidFill>
                  <a:srgbClr val="F5F8FA"/>
                </a:solidFill>
              </a:defRPr>
            </a:lvl7pPr>
            <a:lvl8pPr>
              <a:defRPr sz="1125" b="1">
                <a:solidFill>
                  <a:srgbClr val="F5F8FA"/>
                </a:solidFill>
              </a:defRPr>
            </a:lvl8pPr>
            <a:lvl9pPr>
              <a:defRPr sz="1125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F5F8FA"/>
                </a:solidFill>
              </a:defRPr>
            </a:pPr>
            <a:r>
              <a:rPr sz="1125" b="1">
                <a:solidFill>
                  <a:srgbClr val="F5F8FA"/>
                </a:solidFill>
              </a:rPr>
              <a:t>Recommended direction: mixed-environment training with local inference and governed continuous improvement.</a:t>
            </a:r>
          </a:p>
        </p:txBody>
      </p:sp>
    </p:spTree>
    <p:extLst>
      <p:ext uri="{BB962C8B-B14F-4D97-AF65-F5344CB8AC3E}">
        <p14:creationId xmlns:p14="http://schemas.microsoft.com/office/powerpoint/2010/main" val="82927606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7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257B79-CECE-4C6C-AB68-DCB6A0334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C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EBC17F-AE1B-47B5-9EA4-FFDD880C9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6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29C7D8"/>
                </a:solidFill>
              </a:defRPr>
            </a:defPPr>
            <a:lvl1pPr>
              <a:defRPr sz="900" b="1">
                <a:solidFill>
                  <a:srgbClr val="29C7D8"/>
                </a:solidFill>
              </a:defRPr>
            </a:lvl1pPr>
            <a:lvl2pPr>
              <a:defRPr sz="900" b="1">
                <a:solidFill>
                  <a:srgbClr val="29C7D8"/>
                </a:solidFill>
              </a:defRPr>
            </a:lvl2pPr>
            <a:lvl3pPr>
              <a:defRPr sz="900" b="1">
                <a:solidFill>
                  <a:srgbClr val="29C7D8"/>
                </a:solidFill>
              </a:defRPr>
            </a:lvl3pPr>
            <a:lvl4pPr>
              <a:defRPr sz="900" b="1">
                <a:solidFill>
                  <a:srgbClr val="29C7D8"/>
                </a:solidFill>
              </a:defRPr>
            </a:lvl4pPr>
            <a:lvl5pPr>
              <a:defRPr sz="900" b="1">
                <a:solidFill>
                  <a:srgbClr val="29C7D8"/>
                </a:solidFill>
              </a:defRPr>
            </a:lvl5pPr>
            <a:lvl6pPr>
              <a:defRPr sz="900" b="1">
                <a:solidFill>
                  <a:srgbClr val="29C7D8"/>
                </a:solidFill>
              </a:defRPr>
            </a:lvl6pPr>
            <a:lvl7pPr>
              <a:defRPr sz="900" b="1">
                <a:solidFill>
                  <a:srgbClr val="29C7D8"/>
                </a:solidFill>
              </a:defRPr>
            </a:lvl7pPr>
            <a:lvl8pPr>
              <a:defRPr sz="900" b="1">
                <a:solidFill>
                  <a:srgbClr val="29C7D8"/>
                </a:solidFill>
              </a:defRPr>
            </a:lvl8pPr>
            <a:lvl9pPr>
              <a:defRPr sz="900" b="1">
                <a:solidFill>
                  <a:srgbClr val="29C7D8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29C7D8"/>
                </a:solidFill>
              </a:defRPr>
            </a:pPr>
            <a:r>
              <a:rPr sz="900" b="1">
                <a:solidFill>
                  <a:srgbClr val="29C7D8"/>
                </a:solidFill>
              </a:rPr>
              <a:t>APPENDIX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F0603E-C2E9-4DC1-B3C8-8525E1D3E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43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F5F8FA"/>
                </a:solidFill>
              </a:defRPr>
            </a:defPPr>
            <a:lvl1pPr>
              <a:defRPr sz="2550" b="1">
                <a:solidFill>
                  <a:srgbClr val="F5F8FA"/>
                </a:solidFill>
              </a:defRPr>
            </a:lvl1pPr>
            <a:lvl2pPr>
              <a:defRPr sz="2550" b="1">
                <a:solidFill>
                  <a:srgbClr val="F5F8FA"/>
                </a:solidFill>
              </a:defRPr>
            </a:lvl2pPr>
            <a:lvl3pPr>
              <a:defRPr sz="2550" b="1">
                <a:solidFill>
                  <a:srgbClr val="F5F8FA"/>
                </a:solidFill>
              </a:defRPr>
            </a:lvl3pPr>
            <a:lvl4pPr>
              <a:defRPr sz="2550" b="1">
                <a:solidFill>
                  <a:srgbClr val="F5F8FA"/>
                </a:solidFill>
              </a:defRPr>
            </a:lvl4pPr>
            <a:lvl5pPr>
              <a:defRPr sz="2550" b="1">
                <a:solidFill>
                  <a:srgbClr val="F5F8FA"/>
                </a:solidFill>
              </a:defRPr>
            </a:lvl5pPr>
            <a:lvl6pPr>
              <a:defRPr sz="2550" b="1">
                <a:solidFill>
                  <a:srgbClr val="F5F8FA"/>
                </a:solidFill>
              </a:defRPr>
            </a:lvl6pPr>
            <a:lvl7pPr>
              <a:defRPr sz="2550" b="1">
                <a:solidFill>
                  <a:srgbClr val="F5F8FA"/>
                </a:solidFill>
              </a:defRPr>
            </a:lvl7pPr>
            <a:lvl8pPr>
              <a:defRPr sz="2550" b="1">
                <a:solidFill>
                  <a:srgbClr val="F5F8FA"/>
                </a:solidFill>
              </a:defRPr>
            </a:lvl8pPr>
            <a:lvl9pPr>
              <a:defRPr sz="255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5F8FA"/>
                </a:solidFill>
              </a:defRPr>
            </a:pPr>
            <a:r>
              <a:rPr sz="2550" b="1">
                <a:solidFill>
                  <a:srgbClr val="F5F8FA"/>
                </a:solidFill>
              </a:rPr>
              <a:t>Appendix: dataset and split details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6BB425-54DD-4F2E-9F34-40DA3E253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287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A8BAC8"/>
                </a:solidFill>
              </a:defRPr>
            </a:defPPr>
            <a:lvl1pPr>
              <a:defRPr sz="1275" b="0">
                <a:solidFill>
                  <a:srgbClr val="A8BAC8"/>
                </a:solidFill>
              </a:defRPr>
            </a:lvl1pPr>
            <a:lvl2pPr>
              <a:defRPr sz="1275" b="0">
                <a:solidFill>
                  <a:srgbClr val="A8BAC8"/>
                </a:solidFill>
              </a:defRPr>
            </a:lvl2pPr>
            <a:lvl3pPr>
              <a:defRPr sz="1275" b="0">
                <a:solidFill>
                  <a:srgbClr val="A8BAC8"/>
                </a:solidFill>
              </a:defRPr>
            </a:lvl3pPr>
            <a:lvl4pPr>
              <a:defRPr sz="1275" b="0">
                <a:solidFill>
                  <a:srgbClr val="A8BAC8"/>
                </a:solidFill>
              </a:defRPr>
            </a:lvl4pPr>
            <a:lvl5pPr>
              <a:defRPr sz="1275" b="0">
                <a:solidFill>
                  <a:srgbClr val="A8BAC8"/>
                </a:solidFill>
              </a:defRPr>
            </a:lvl5pPr>
            <a:lvl6pPr>
              <a:defRPr sz="1275" b="0">
                <a:solidFill>
                  <a:srgbClr val="A8BAC8"/>
                </a:solidFill>
              </a:defRPr>
            </a:lvl6pPr>
            <a:lvl7pPr>
              <a:defRPr sz="1275" b="0">
                <a:solidFill>
                  <a:srgbClr val="A8BAC8"/>
                </a:solidFill>
              </a:defRPr>
            </a:lvl7pPr>
            <a:lvl8pPr>
              <a:defRPr sz="1275" b="0">
                <a:solidFill>
                  <a:srgbClr val="A8BAC8"/>
                </a:solidFill>
              </a:defRPr>
            </a:lvl8pPr>
            <a:lvl9pPr>
              <a:defRPr sz="127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A8BAC8"/>
                </a:solidFill>
              </a:defRPr>
            </a:pPr>
            <a:r>
              <a:rPr sz="1275" b="0">
                <a:solidFill>
                  <a:srgbClr val="A8BAC8"/>
                </a:solidFill>
              </a:rPr>
              <a:t>Technical context for reproducibility and interpretation.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6B1AAD-3010-45CB-975D-2F2A841F2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71600"/>
            <a:ext cx="11239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CEAF0C-12E0-4D59-A08D-AB9DC4573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A8BAC8"/>
                </a:solidFill>
              </a:defRPr>
            </a:defPPr>
            <a:lvl1pPr>
              <a:defRPr sz="900" b="1">
                <a:solidFill>
                  <a:srgbClr val="A8BAC8"/>
                </a:solidFill>
              </a:defRPr>
            </a:lvl1pPr>
            <a:lvl2pPr>
              <a:defRPr sz="900" b="1">
                <a:solidFill>
                  <a:srgbClr val="A8BAC8"/>
                </a:solidFill>
              </a:defRPr>
            </a:lvl2pPr>
            <a:lvl3pPr>
              <a:defRPr sz="900" b="1">
                <a:solidFill>
                  <a:srgbClr val="A8BAC8"/>
                </a:solidFill>
              </a:defRPr>
            </a:lvl3pPr>
            <a:lvl4pPr>
              <a:defRPr sz="900" b="1">
                <a:solidFill>
                  <a:srgbClr val="A8BAC8"/>
                </a:solidFill>
              </a:defRPr>
            </a:lvl4pPr>
            <a:lvl5pPr>
              <a:defRPr sz="900" b="1">
                <a:solidFill>
                  <a:srgbClr val="A8BAC8"/>
                </a:solidFill>
              </a:defRPr>
            </a:lvl5pPr>
            <a:lvl6pPr>
              <a:defRPr sz="900" b="1">
                <a:solidFill>
                  <a:srgbClr val="A8BAC8"/>
                </a:solidFill>
              </a:defRPr>
            </a:lvl6pPr>
            <a:lvl7pPr>
              <a:defRPr sz="900" b="1">
                <a:solidFill>
                  <a:srgbClr val="A8BAC8"/>
                </a:solidFill>
              </a:defRPr>
            </a:lvl7pPr>
            <a:lvl8pPr>
              <a:defRPr sz="900" b="1">
                <a:solidFill>
                  <a:srgbClr val="A8BAC8"/>
                </a:solidFill>
              </a:defRPr>
            </a:lvl8pPr>
            <a:lvl9pPr>
              <a:defRPr sz="900" b="1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A8BAC8"/>
                </a:solidFill>
              </a:defRPr>
            </a:pPr>
            <a:r>
              <a:rPr sz="900" b="1">
                <a:solidFill>
                  <a:srgbClr val="A8BAC8"/>
                </a:solidFill>
              </a:rPr>
              <a:t>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B70333-A05E-4963-9BA2-71ED678D8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14500"/>
            <a:ext cx="3333750" cy="342900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0E2638"/>
          </a:solidFill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FAC00B-46CC-4D7B-B8C1-9211507DB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14500"/>
            <a:ext cx="6667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C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4B7B89-33E2-4A5E-9F81-8789FDD97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2905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F5F8FA"/>
                </a:solidFill>
              </a:defRPr>
            </a:defPPr>
            <a:lvl1pPr>
              <a:defRPr sz="1350" b="1">
                <a:solidFill>
                  <a:srgbClr val="F5F8FA"/>
                </a:solidFill>
              </a:defRPr>
            </a:lvl1pPr>
            <a:lvl2pPr>
              <a:defRPr sz="1350" b="1">
                <a:solidFill>
                  <a:srgbClr val="F5F8FA"/>
                </a:solidFill>
              </a:defRPr>
            </a:lvl2pPr>
            <a:lvl3pPr>
              <a:defRPr sz="1350" b="1">
                <a:solidFill>
                  <a:srgbClr val="F5F8FA"/>
                </a:solidFill>
              </a:defRPr>
            </a:lvl3pPr>
            <a:lvl4pPr>
              <a:defRPr sz="1350" b="1">
                <a:solidFill>
                  <a:srgbClr val="F5F8FA"/>
                </a:solidFill>
              </a:defRPr>
            </a:lvl4pPr>
            <a:lvl5pPr>
              <a:defRPr sz="1350" b="1">
                <a:solidFill>
                  <a:srgbClr val="F5F8FA"/>
                </a:solidFill>
              </a:defRPr>
            </a:lvl5pPr>
            <a:lvl6pPr>
              <a:defRPr sz="1350" b="1">
                <a:solidFill>
                  <a:srgbClr val="F5F8FA"/>
                </a:solidFill>
              </a:defRPr>
            </a:lvl6pPr>
            <a:lvl7pPr>
              <a:defRPr sz="1350" b="1">
                <a:solidFill>
                  <a:srgbClr val="F5F8FA"/>
                </a:solidFill>
              </a:defRPr>
            </a:lvl7pPr>
            <a:lvl8pPr>
              <a:defRPr sz="1350" b="1">
                <a:solidFill>
                  <a:srgbClr val="F5F8FA"/>
                </a:solidFill>
              </a:defRPr>
            </a:lvl8pPr>
            <a:lvl9pPr>
              <a:defRPr sz="135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5F8FA"/>
                </a:solidFill>
              </a:defRPr>
            </a:pPr>
            <a:r>
              <a:rPr sz="1350" b="1">
                <a:solidFill>
                  <a:srgbClr val="F5F8FA"/>
                </a:solidFill>
              </a:rPr>
              <a:t>2017 source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C51B0C-D34A-4A53-8533-25BB0863F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86000"/>
            <a:ext cx="2905125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A8BAC8"/>
                </a:solidFill>
              </a:defRPr>
            </a:defPPr>
            <a:lvl1pPr>
              <a:defRPr sz="1125" b="0">
                <a:solidFill>
                  <a:srgbClr val="A8BAC8"/>
                </a:solidFill>
              </a:defRPr>
            </a:lvl1pPr>
            <a:lvl2pPr>
              <a:defRPr sz="1125" b="0">
                <a:solidFill>
                  <a:srgbClr val="A8BAC8"/>
                </a:solidFill>
              </a:defRPr>
            </a:lvl2pPr>
            <a:lvl3pPr>
              <a:defRPr sz="1125" b="0">
                <a:solidFill>
                  <a:srgbClr val="A8BAC8"/>
                </a:solidFill>
              </a:defRPr>
            </a:lvl3pPr>
            <a:lvl4pPr>
              <a:defRPr sz="1125" b="0">
                <a:solidFill>
                  <a:srgbClr val="A8BAC8"/>
                </a:solidFill>
              </a:defRPr>
            </a:lvl4pPr>
            <a:lvl5pPr>
              <a:defRPr sz="1125" b="0">
                <a:solidFill>
                  <a:srgbClr val="A8BAC8"/>
                </a:solidFill>
              </a:defRPr>
            </a:lvl5pPr>
            <a:lvl6pPr>
              <a:defRPr sz="1125" b="0">
                <a:solidFill>
                  <a:srgbClr val="A8BAC8"/>
                </a:solidFill>
              </a:defRPr>
            </a:lvl6pPr>
            <a:lvl7pPr>
              <a:defRPr sz="1125" b="0">
                <a:solidFill>
                  <a:srgbClr val="A8BAC8"/>
                </a:solidFill>
              </a:defRPr>
            </a:lvl7pPr>
            <a:lvl8pPr>
              <a:defRPr sz="1125" b="0">
                <a:solidFill>
                  <a:srgbClr val="A8BAC8"/>
                </a:solidFill>
              </a:defRPr>
            </a:lvl8pPr>
            <a:lvl9pPr>
              <a:defRPr sz="112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~2.10M flows</a:t>
            </a:r>
          </a:p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5 files</a:t>
            </a:r>
          </a:p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75.36% benign</a:t>
            </a:r>
          </a:p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91 raw columns</a:t>
            </a:r>
          </a:p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Chronological split for time robustness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498483-7205-4C4B-B1FE-94CE3A39B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714500"/>
            <a:ext cx="3333750" cy="342900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0E2638"/>
          </a:solidFill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AE53A3-019A-4B9F-81D9-7CABF2E35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714500"/>
            <a:ext cx="6667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E32A8B-1172-4163-A8BA-7572829A2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885950"/>
            <a:ext cx="2905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F5F8FA"/>
                </a:solidFill>
              </a:defRPr>
            </a:defPPr>
            <a:lvl1pPr>
              <a:defRPr sz="1350" b="1">
                <a:solidFill>
                  <a:srgbClr val="F5F8FA"/>
                </a:solidFill>
              </a:defRPr>
            </a:lvl1pPr>
            <a:lvl2pPr>
              <a:defRPr sz="1350" b="1">
                <a:solidFill>
                  <a:srgbClr val="F5F8FA"/>
                </a:solidFill>
              </a:defRPr>
            </a:lvl2pPr>
            <a:lvl3pPr>
              <a:defRPr sz="1350" b="1">
                <a:solidFill>
                  <a:srgbClr val="F5F8FA"/>
                </a:solidFill>
              </a:defRPr>
            </a:lvl3pPr>
            <a:lvl4pPr>
              <a:defRPr sz="1350" b="1">
                <a:solidFill>
                  <a:srgbClr val="F5F8FA"/>
                </a:solidFill>
              </a:defRPr>
            </a:lvl4pPr>
            <a:lvl5pPr>
              <a:defRPr sz="1350" b="1">
                <a:solidFill>
                  <a:srgbClr val="F5F8FA"/>
                </a:solidFill>
              </a:defRPr>
            </a:lvl5pPr>
            <a:lvl6pPr>
              <a:defRPr sz="1350" b="1">
                <a:solidFill>
                  <a:srgbClr val="F5F8FA"/>
                </a:solidFill>
              </a:defRPr>
            </a:lvl6pPr>
            <a:lvl7pPr>
              <a:defRPr sz="1350" b="1">
                <a:solidFill>
                  <a:srgbClr val="F5F8FA"/>
                </a:solidFill>
              </a:defRPr>
            </a:lvl7pPr>
            <a:lvl8pPr>
              <a:defRPr sz="1350" b="1">
                <a:solidFill>
                  <a:srgbClr val="F5F8FA"/>
                </a:solidFill>
              </a:defRPr>
            </a:lvl8pPr>
            <a:lvl9pPr>
              <a:defRPr sz="135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5F8FA"/>
                </a:solidFill>
              </a:defRPr>
            </a:pPr>
            <a:r>
              <a:rPr sz="1350" b="1">
                <a:solidFill>
                  <a:srgbClr val="F5F8FA"/>
                </a:solidFill>
              </a:rPr>
              <a:t>2018 source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DC18DD-6142-4E00-8DD4-AE7928AD9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286000"/>
            <a:ext cx="2905125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A8BAC8"/>
                </a:solidFill>
              </a:defRPr>
            </a:defPPr>
            <a:lvl1pPr>
              <a:defRPr sz="1125" b="0">
                <a:solidFill>
                  <a:srgbClr val="A8BAC8"/>
                </a:solidFill>
              </a:defRPr>
            </a:lvl1pPr>
            <a:lvl2pPr>
              <a:defRPr sz="1125" b="0">
                <a:solidFill>
                  <a:srgbClr val="A8BAC8"/>
                </a:solidFill>
              </a:defRPr>
            </a:lvl2pPr>
            <a:lvl3pPr>
              <a:defRPr sz="1125" b="0">
                <a:solidFill>
                  <a:srgbClr val="A8BAC8"/>
                </a:solidFill>
              </a:defRPr>
            </a:lvl3pPr>
            <a:lvl4pPr>
              <a:defRPr sz="1125" b="0">
                <a:solidFill>
                  <a:srgbClr val="A8BAC8"/>
                </a:solidFill>
              </a:defRPr>
            </a:lvl4pPr>
            <a:lvl5pPr>
              <a:defRPr sz="1125" b="0">
                <a:solidFill>
                  <a:srgbClr val="A8BAC8"/>
                </a:solidFill>
              </a:defRPr>
            </a:lvl5pPr>
            <a:lvl6pPr>
              <a:defRPr sz="1125" b="0">
                <a:solidFill>
                  <a:srgbClr val="A8BAC8"/>
                </a:solidFill>
              </a:defRPr>
            </a:lvl6pPr>
            <a:lvl7pPr>
              <a:defRPr sz="1125" b="0">
                <a:solidFill>
                  <a:srgbClr val="A8BAC8"/>
                </a:solidFill>
              </a:defRPr>
            </a:lvl7pPr>
            <a:lvl8pPr>
              <a:defRPr sz="1125" b="0">
                <a:solidFill>
                  <a:srgbClr val="A8BAC8"/>
                </a:solidFill>
              </a:defRPr>
            </a:lvl8pPr>
            <a:lvl9pPr>
              <a:defRPr sz="112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~63.20M flows</a:t>
            </a:r>
          </a:p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10 files</a:t>
            </a:r>
          </a:p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93.92% benign</a:t>
            </a:r>
          </a:p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91 raw columns</a:t>
            </a:r>
          </a:p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378,952-row modeling sample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CC93A9-C489-4F97-9A4C-2F717DB4F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714500"/>
            <a:ext cx="36195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0E2638"/>
          </a:solidFill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31E517-C594-421E-A5DA-F0419266E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714500"/>
            <a:ext cx="6667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C0E737-F8B5-4295-9A62-D57F5DF0C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85950"/>
            <a:ext cx="319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F5F8FA"/>
                </a:solidFill>
              </a:defRPr>
            </a:defPPr>
            <a:lvl1pPr>
              <a:defRPr sz="1350" b="1">
                <a:solidFill>
                  <a:srgbClr val="F5F8FA"/>
                </a:solidFill>
              </a:defRPr>
            </a:lvl1pPr>
            <a:lvl2pPr>
              <a:defRPr sz="1350" b="1">
                <a:solidFill>
                  <a:srgbClr val="F5F8FA"/>
                </a:solidFill>
              </a:defRPr>
            </a:lvl2pPr>
            <a:lvl3pPr>
              <a:defRPr sz="1350" b="1">
                <a:solidFill>
                  <a:srgbClr val="F5F8FA"/>
                </a:solidFill>
              </a:defRPr>
            </a:lvl3pPr>
            <a:lvl4pPr>
              <a:defRPr sz="1350" b="1">
                <a:solidFill>
                  <a:srgbClr val="F5F8FA"/>
                </a:solidFill>
              </a:defRPr>
            </a:lvl4pPr>
            <a:lvl5pPr>
              <a:defRPr sz="1350" b="1">
                <a:solidFill>
                  <a:srgbClr val="F5F8FA"/>
                </a:solidFill>
              </a:defRPr>
            </a:lvl5pPr>
            <a:lvl6pPr>
              <a:defRPr sz="1350" b="1">
                <a:solidFill>
                  <a:srgbClr val="F5F8FA"/>
                </a:solidFill>
              </a:defRPr>
            </a:lvl6pPr>
            <a:lvl7pPr>
              <a:defRPr sz="1350" b="1">
                <a:solidFill>
                  <a:srgbClr val="F5F8FA"/>
                </a:solidFill>
              </a:defRPr>
            </a:lvl7pPr>
            <a:lvl8pPr>
              <a:defRPr sz="1350" b="1">
                <a:solidFill>
                  <a:srgbClr val="F5F8FA"/>
                </a:solidFill>
              </a:defRPr>
            </a:lvl8pPr>
            <a:lvl9pPr>
              <a:defRPr sz="135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5F8FA"/>
                </a:solidFill>
              </a:defRPr>
            </a:pPr>
            <a:r>
              <a:rPr sz="1350" b="1">
                <a:solidFill>
                  <a:srgbClr val="F5F8FA"/>
                </a:solidFill>
              </a:rPr>
              <a:t>Experiment controls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9C7A7C-9203-4452-A246-39FDC3286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86000"/>
            <a:ext cx="3190875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A8BAC8"/>
                </a:solidFill>
              </a:defRPr>
            </a:defPPr>
            <a:lvl1pPr>
              <a:defRPr sz="1125" b="0">
                <a:solidFill>
                  <a:srgbClr val="A8BAC8"/>
                </a:solidFill>
              </a:defRPr>
            </a:lvl1pPr>
            <a:lvl2pPr>
              <a:defRPr sz="1125" b="0">
                <a:solidFill>
                  <a:srgbClr val="A8BAC8"/>
                </a:solidFill>
              </a:defRPr>
            </a:lvl2pPr>
            <a:lvl3pPr>
              <a:defRPr sz="1125" b="0">
                <a:solidFill>
                  <a:srgbClr val="A8BAC8"/>
                </a:solidFill>
              </a:defRPr>
            </a:lvl3pPr>
            <a:lvl4pPr>
              <a:defRPr sz="1125" b="0">
                <a:solidFill>
                  <a:srgbClr val="A8BAC8"/>
                </a:solidFill>
              </a:defRPr>
            </a:lvl4pPr>
            <a:lvl5pPr>
              <a:defRPr sz="1125" b="0">
                <a:solidFill>
                  <a:srgbClr val="A8BAC8"/>
                </a:solidFill>
              </a:defRPr>
            </a:lvl5pPr>
            <a:lvl6pPr>
              <a:defRPr sz="1125" b="0">
                <a:solidFill>
                  <a:srgbClr val="A8BAC8"/>
                </a:solidFill>
              </a:defRPr>
            </a:lvl6pPr>
            <a:lvl7pPr>
              <a:defRPr sz="1125" b="0">
                <a:solidFill>
                  <a:srgbClr val="A8BAC8"/>
                </a:solidFill>
              </a:defRPr>
            </a:lvl7pPr>
            <a:lvl8pPr>
              <a:defRPr sz="1125" b="0">
                <a:solidFill>
                  <a:srgbClr val="A8BAC8"/>
                </a:solidFill>
              </a:defRPr>
            </a:lvl8pPr>
            <a:lvl9pPr>
              <a:defRPr sz="112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Shared numeric intersection</a:t>
            </a:r>
          </a:p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Binary benign/attack target</a:t>
            </a:r>
          </a:p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Fixed random state</a:t>
            </a:r>
          </a:p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Macro F1 for imbalance</a:t>
            </a:r>
          </a:p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Attack recall + FPR for operations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1CB4B9-967B-44D6-8057-FBF056CD4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24550"/>
            <a:ext cx="10810875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9525">
            <a:solidFill>
              <a:srgbClr val="2EC4A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F940D3-3EA2-4FBD-B64F-7160A225D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24550"/>
            <a:ext cx="104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2EC4A6"/>
                </a:solidFill>
              </a:defRPr>
            </a:defPPr>
            <a:lvl1pPr>
              <a:defRPr sz="900" b="1">
                <a:solidFill>
                  <a:srgbClr val="2EC4A6"/>
                </a:solidFill>
              </a:defRPr>
            </a:lvl1pPr>
            <a:lvl2pPr>
              <a:defRPr sz="900" b="1">
                <a:solidFill>
                  <a:srgbClr val="2EC4A6"/>
                </a:solidFill>
              </a:defRPr>
            </a:lvl2pPr>
            <a:lvl3pPr>
              <a:defRPr sz="900" b="1">
                <a:solidFill>
                  <a:srgbClr val="2EC4A6"/>
                </a:solidFill>
              </a:defRPr>
            </a:lvl3pPr>
            <a:lvl4pPr>
              <a:defRPr sz="900" b="1">
                <a:solidFill>
                  <a:srgbClr val="2EC4A6"/>
                </a:solidFill>
              </a:defRPr>
            </a:lvl4pPr>
            <a:lvl5pPr>
              <a:defRPr sz="900" b="1">
                <a:solidFill>
                  <a:srgbClr val="2EC4A6"/>
                </a:solidFill>
              </a:defRPr>
            </a:lvl5pPr>
            <a:lvl6pPr>
              <a:defRPr sz="900" b="1">
                <a:solidFill>
                  <a:srgbClr val="2EC4A6"/>
                </a:solidFill>
              </a:defRPr>
            </a:lvl6pPr>
            <a:lvl7pPr>
              <a:defRPr sz="900" b="1">
                <a:solidFill>
                  <a:srgbClr val="2EC4A6"/>
                </a:solidFill>
              </a:defRPr>
            </a:lvl7pPr>
            <a:lvl8pPr>
              <a:defRPr sz="900" b="1">
                <a:solidFill>
                  <a:srgbClr val="2EC4A6"/>
                </a:solidFill>
              </a:defRPr>
            </a:lvl8pPr>
            <a:lvl9pPr>
              <a:defRPr sz="900" b="1">
                <a:solidFill>
                  <a:srgbClr val="2EC4A6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2EC4A6"/>
                </a:solidFill>
              </a:defRPr>
            </a:pPr>
            <a:r>
              <a:rPr sz="900" b="1">
                <a:solidFill>
                  <a:srgbClr val="2EC4A6"/>
                </a:solidFill>
              </a:rPr>
              <a:t>TAKEAWAY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2D9356-5F25-4875-9C9A-8E183187E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924550"/>
            <a:ext cx="938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F5F8FA"/>
                </a:solidFill>
              </a:defRPr>
            </a:defPPr>
            <a:lvl1pPr>
              <a:defRPr sz="1125" b="1">
                <a:solidFill>
                  <a:srgbClr val="F5F8FA"/>
                </a:solidFill>
              </a:defRPr>
            </a:lvl1pPr>
            <a:lvl2pPr>
              <a:defRPr sz="1125" b="1">
                <a:solidFill>
                  <a:srgbClr val="F5F8FA"/>
                </a:solidFill>
              </a:defRPr>
            </a:lvl2pPr>
            <a:lvl3pPr>
              <a:defRPr sz="1125" b="1">
                <a:solidFill>
                  <a:srgbClr val="F5F8FA"/>
                </a:solidFill>
              </a:defRPr>
            </a:lvl3pPr>
            <a:lvl4pPr>
              <a:defRPr sz="1125" b="1">
                <a:solidFill>
                  <a:srgbClr val="F5F8FA"/>
                </a:solidFill>
              </a:defRPr>
            </a:lvl4pPr>
            <a:lvl5pPr>
              <a:defRPr sz="1125" b="1">
                <a:solidFill>
                  <a:srgbClr val="F5F8FA"/>
                </a:solidFill>
              </a:defRPr>
            </a:lvl5pPr>
            <a:lvl6pPr>
              <a:defRPr sz="1125" b="1">
                <a:solidFill>
                  <a:srgbClr val="F5F8FA"/>
                </a:solidFill>
              </a:defRPr>
            </a:lvl6pPr>
            <a:lvl7pPr>
              <a:defRPr sz="1125" b="1">
                <a:solidFill>
                  <a:srgbClr val="F5F8FA"/>
                </a:solidFill>
              </a:defRPr>
            </a:lvl7pPr>
            <a:lvl8pPr>
              <a:defRPr sz="1125" b="1">
                <a:solidFill>
                  <a:srgbClr val="F5F8FA"/>
                </a:solidFill>
              </a:defRPr>
            </a:lvl8pPr>
            <a:lvl9pPr>
              <a:defRPr sz="1125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F5F8FA"/>
                </a:solidFill>
              </a:defRPr>
            </a:pPr>
            <a:r>
              <a:rPr sz="1125" b="1">
                <a:solidFill>
                  <a:srgbClr val="F5F8FA"/>
                </a:solidFill>
              </a:rPr>
              <a:t>Data files are downloaded separately and are intentionally not stored in the repository.</a:t>
            </a:r>
          </a:p>
        </p:txBody>
      </p:sp>
    </p:spTree>
    <p:extLst>
      <p:ext uri="{BB962C8B-B14F-4D97-AF65-F5344CB8AC3E}">
        <p14:creationId xmlns:p14="http://schemas.microsoft.com/office/powerpoint/2010/main" val="57375126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7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4192BD-329A-4462-AA60-318E531B6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C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9C6A2F-F740-4AD8-A16E-D77EABCE5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6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29C7D8"/>
                </a:solidFill>
              </a:defRPr>
            </a:defPPr>
            <a:lvl1pPr>
              <a:defRPr sz="900" b="1">
                <a:solidFill>
                  <a:srgbClr val="29C7D8"/>
                </a:solidFill>
              </a:defRPr>
            </a:lvl1pPr>
            <a:lvl2pPr>
              <a:defRPr sz="900" b="1">
                <a:solidFill>
                  <a:srgbClr val="29C7D8"/>
                </a:solidFill>
              </a:defRPr>
            </a:lvl2pPr>
            <a:lvl3pPr>
              <a:defRPr sz="900" b="1">
                <a:solidFill>
                  <a:srgbClr val="29C7D8"/>
                </a:solidFill>
              </a:defRPr>
            </a:lvl3pPr>
            <a:lvl4pPr>
              <a:defRPr sz="900" b="1">
                <a:solidFill>
                  <a:srgbClr val="29C7D8"/>
                </a:solidFill>
              </a:defRPr>
            </a:lvl4pPr>
            <a:lvl5pPr>
              <a:defRPr sz="900" b="1">
                <a:solidFill>
                  <a:srgbClr val="29C7D8"/>
                </a:solidFill>
              </a:defRPr>
            </a:lvl5pPr>
            <a:lvl6pPr>
              <a:defRPr sz="900" b="1">
                <a:solidFill>
                  <a:srgbClr val="29C7D8"/>
                </a:solidFill>
              </a:defRPr>
            </a:lvl6pPr>
            <a:lvl7pPr>
              <a:defRPr sz="900" b="1">
                <a:solidFill>
                  <a:srgbClr val="29C7D8"/>
                </a:solidFill>
              </a:defRPr>
            </a:lvl7pPr>
            <a:lvl8pPr>
              <a:defRPr sz="900" b="1">
                <a:solidFill>
                  <a:srgbClr val="29C7D8"/>
                </a:solidFill>
              </a:defRPr>
            </a:lvl8pPr>
            <a:lvl9pPr>
              <a:defRPr sz="900" b="1">
                <a:solidFill>
                  <a:srgbClr val="29C7D8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29C7D8"/>
                </a:solidFill>
              </a:defRPr>
            </a:pPr>
            <a:r>
              <a:rPr sz="900" b="1">
                <a:solidFill>
                  <a:srgbClr val="29C7D8"/>
                </a:solidFill>
              </a:rPr>
              <a:t>APPENDIX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2D30D5-C326-4997-9354-15C26B15C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43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F5F8FA"/>
                </a:solidFill>
              </a:defRPr>
            </a:defPPr>
            <a:lvl1pPr>
              <a:defRPr sz="2550" b="1">
                <a:solidFill>
                  <a:srgbClr val="F5F8FA"/>
                </a:solidFill>
              </a:defRPr>
            </a:lvl1pPr>
            <a:lvl2pPr>
              <a:defRPr sz="2550" b="1">
                <a:solidFill>
                  <a:srgbClr val="F5F8FA"/>
                </a:solidFill>
              </a:defRPr>
            </a:lvl2pPr>
            <a:lvl3pPr>
              <a:defRPr sz="2550" b="1">
                <a:solidFill>
                  <a:srgbClr val="F5F8FA"/>
                </a:solidFill>
              </a:defRPr>
            </a:lvl3pPr>
            <a:lvl4pPr>
              <a:defRPr sz="2550" b="1">
                <a:solidFill>
                  <a:srgbClr val="F5F8FA"/>
                </a:solidFill>
              </a:defRPr>
            </a:lvl4pPr>
            <a:lvl5pPr>
              <a:defRPr sz="2550" b="1">
                <a:solidFill>
                  <a:srgbClr val="F5F8FA"/>
                </a:solidFill>
              </a:defRPr>
            </a:lvl5pPr>
            <a:lvl6pPr>
              <a:defRPr sz="2550" b="1">
                <a:solidFill>
                  <a:srgbClr val="F5F8FA"/>
                </a:solidFill>
              </a:defRPr>
            </a:lvl6pPr>
            <a:lvl7pPr>
              <a:defRPr sz="2550" b="1">
                <a:solidFill>
                  <a:srgbClr val="F5F8FA"/>
                </a:solidFill>
              </a:defRPr>
            </a:lvl7pPr>
            <a:lvl8pPr>
              <a:defRPr sz="2550" b="1">
                <a:solidFill>
                  <a:srgbClr val="F5F8FA"/>
                </a:solidFill>
              </a:defRPr>
            </a:lvl8pPr>
            <a:lvl9pPr>
              <a:defRPr sz="255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5F8FA"/>
                </a:solidFill>
              </a:defRPr>
            </a:pPr>
            <a:r>
              <a:rPr sz="2550" b="1">
                <a:solidFill>
                  <a:srgbClr val="F5F8FA"/>
                </a:solidFill>
              </a:rPr>
              <a:t>Appendix: transfer quality is visible in recall and false alarms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4808C6-9929-484E-B022-0F6496E2A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287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A8BAC8"/>
                </a:solidFill>
              </a:defRPr>
            </a:defPPr>
            <a:lvl1pPr>
              <a:defRPr sz="1275" b="0">
                <a:solidFill>
                  <a:srgbClr val="A8BAC8"/>
                </a:solidFill>
              </a:defRPr>
            </a:lvl1pPr>
            <a:lvl2pPr>
              <a:defRPr sz="1275" b="0">
                <a:solidFill>
                  <a:srgbClr val="A8BAC8"/>
                </a:solidFill>
              </a:defRPr>
            </a:lvl2pPr>
            <a:lvl3pPr>
              <a:defRPr sz="1275" b="0">
                <a:solidFill>
                  <a:srgbClr val="A8BAC8"/>
                </a:solidFill>
              </a:defRPr>
            </a:lvl3pPr>
            <a:lvl4pPr>
              <a:defRPr sz="1275" b="0">
                <a:solidFill>
                  <a:srgbClr val="A8BAC8"/>
                </a:solidFill>
              </a:defRPr>
            </a:lvl4pPr>
            <a:lvl5pPr>
              <a:defRPr sz="1275" b="0">
                <a:solidFill>
                  <a:srgbClr val="A8BAC8"/>
                </a:solidFill>
              </a:defRPr>
            </a:lvl5pPr>
            <a:lvl6pPr>
              <a:defRPr sz="1275" b="0">
                <a:solidFill>
                  <a:srgbClr val="A8BAC8"/>
                </a:solidFill>
              </a:defRPr>
            </a:lvl6pPr>
            <a:lvl7pPr>
              <a:defRPr sz="1275" b="0">
                <a:solidFill>
                  <a:srgbClr val="A8BAC8"/>
                </a:solidFill>
              </a:defRPr>
            </a:lvl7pPr>
            <a:lvl8pPr>
              <a:defRPr sz="1275" b="0">
                <a:solidFill>
                  <a:srgbClr val="A8BAC8"/>
                </a:solidFill>
              </a:defRPr>
            </a:lvl8pPr>
            <a:lvl9pPr>
              <a:defRPr sz="127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A8BAC8"/>
                </a:solidFill>
              </a:defRPr>
            </a:pPr>
            <a:r>
              <a:rPr sz="1275" b="0">
                <a:solidFill>
                  <a:srgbClr val="A8BAC8"/>
                </a:solidFill>
              </a:rPr>
              <a:t>Macro F1 alone does not show the operational failure mode.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08E3E3-E0CD-4C0B-9F1D-3C12F3D05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71600"/>
            <a:ext cx="11239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9161C0-A0D9-4EDF-AD7C-FE7BA4235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A8BAC8"/>
                </a:solidFill>
              </a:defRPr>
            </a:defPPr>
            <a:lvl1pPr>
              <a:defRPr sz="900" b="1">
                <a:solidFill>
                  <a:srgbClr val="A8BAC8"/>
                </a:solidFill>
              </a:defRPr>
            </a:lvl1pPr>
            <a:lvl2pPr>
              <a:defRPr sz="900" b="1">
                <a:solidFill>
                  <a:srgbClr val="A8BAC8"/>
                </a:solidFill>
              </a:defRPr>
            </a:lvl2pPr>
            <a:lvl3pPr>
              <a:defRPr sz="900" b="1">
                <a:solidFill>
                  <a:srgbClr val="A8BAC8"/>
                </a:solidFill>
              </a:defRPr>
            </a:lvl3pPr>
            <a:lvl4pPr>
              <a:defRPr sz="900" b="1">
                <a:solidFill>
                  <a:srgbClr val="A8BAC8"/>
                </a:solidFill>
              </a:defRPr>
            </a:lvl4pPr>
            <a:lvl5pPr>
              <a:defRPr sz="900" b="1">
                <a:solidFill>
                  <a:srgbClr val="A8BAC8"/>
                </a:solidFill>
              </a:defRPr>
            </a:lvl5pPr>
            <a:lvl6pPr>
              <a:defRPr sz="900" b="1">
                <a:solidFill>
                  <a:srgbClr val="A8BAC8"/>
                </a:solidFill>
              </a:defRPr>
            </a:lvl6pPr>
            <a:lvl7pPr>
              <a:defRPr sz="900" b="1">
                <a:solidFill>
                  <a:srgbClr val="A8BAC8"/>
                </a:solidFill>
              </a:defRPr>
            </a:lvl7pPr>
            <a:lvl8pPr>
              <a:defRPr sz="900" b="1">
                <a:solidFill>
                  <a:srgbClr val="A8BAC8"/>
                </a:solidFill>
              </a:defRPr>
            </a:lvl8pPr>
            <a:lvl9pPr>
              <a:defRPr sz="900" b="1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A8BAC8"/>
                </a:solidFill>
              </a:defRPr>
            </a:pPr>
            <a:r>
              <a:rPr sz="900" b="1">
                <a:solidFill>
                  <a:srgbClr val="A8BAC8"/>
                </a:solidFill>
              </a:rPr>
              <a:t>17</a:t>
            </a:r>
          </a:p>
        </p:txBody>
      </p:sp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9A5372AA-C928-44B5-9391-CF656BCCCFFD}"/>
              </a:ext>
            </a:extLst>
          </p:cNvPr>
          <p:cNvGraphicFramePr/>
          <p:nvPr/>
        </p:nvGraphicFramePr>
        <p:xfrm>
          <a:off xmlns:a="http://schemas.openxmlformats.org/drawingml/2006/main" x="476250" y="1714500"/>
          <a:ext xmlns:a="http://schemas.openxmlformats.org/drawingml/2006/main" cx="6667500" cy="381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6b8d99493564acc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0676F7-9317-408A-9673-44E59FEF9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7145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F5F8FA"/>
                </a:solidFill>
              </a:defRPr>
            </a:defPPr>
            <a:lvl1pPr>
              <a:defRPr sz="1125" b="1">
                <a:solidFill>
                  <a:srgbClr val="F5F8FA"/>
                </a:solidFill>
              </a:defRPr>
            </a:lvl1pPr>
            <a:lvl2pPr>
              <a:defRPr sz="1125" b="1">
                <a:solidFill>
                  <a:srgbClr val="F5F8FA"/>
                </a:solidFill>
              </a:defRPr>
            </a:lvl2pPr>
            <a:lvl3pPr>
              <a:defRPr sz="1125" b="1">
                <a:solidFill>
                  <a:srgbClr val="F5F8FA"/>
                </a:solidFill>
              </a:defRPr>
            </a:lvl3pPr>
            <a:lvl4pPr>
              <a:defRPr sz="1125" b="1">
                <a:solidFill>
                  <a:srgbClr val="F5F8FA"/>
                </a:solidFill>
              </a:defRPr>
            </a:lvl4pPr>
            <a:lvl5pPr>
              <a:defRPr sz="1125" b="1">
                <a:solidFill>
                  <a:srgbClr val="F5F8FA"/>
                </a:solidFill>
              </a:defRPr>
            </a:lvl5pPr>
            <a:lvl6pPr>
              <a:defRPr sz="1125" b="1">
                <a:solidFill>
                  <a:srgbClr val="F5F8FA"/>
                </a:solidFill>
              </a:defRPr>
            </a:lvl6pPr>
            <a:lvl7pPr>
              <a:defRPr sz="1125" b="1">
                <a:solidFill>
                  <a:srgbClr val="F5F8FA"/>
                </a:solidFill>
              </a:defRPr>
            </a:lvl7pPr>
            <a:lvl8pPr>
              <a:defRPr sz="1125" b="1">
                <a:solidFill>
                  <a:srgbClr val="F5F8FA"/>
                </a:solidFill>
              </a:defRPr>
            </a:lvl8pPr>
            <a:lvl9pPr>
              <a:defRPr sz="1125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F5F8FA"/>
                </a:solidFill>
              </a:defRPr>
            </a:pPr>
            <a:r>
              <a:rPr sz="1125" b="1">
                <a:solidFill>
                  <a:srgbClr val="F5F8FA"/>
                </a:solidFill>
              </a:rPr>
              <a:t>Operational comparison</a:t>
            </a:r>
          </a:p>
        </p:txBody>
      </p:sp>
      <p:graphicFrame>
        <p:nvGraphicFrame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962B59-4E31-4A97-8682-7E7BB4E7A39D}"/>
              </a:ext>
            </a:extLst>
          </p:cNvPr>
          <p:cNvGraphicFramePr/>
          <p:nvPr/>
        </p:nvGraphicFramePr>
        <p:xfrm>
          <a:off xmlns:a="http://schemas.openxmlformats.org/drawingml/2006/main" x="7429500" y="2047875"/>
          <a:ext xmlns:a="http://schemas.openxmlformats.org/drawingml/2006/main" cx="38100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05000"/>
                <a:gridCol w="952500"/>
                <a:gridCol w="952500"/>
              </a:tblGrid>
              <a:tr h="449036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9C7D8"/>
                          </a:solidFill>
                        </a:rPr>
                        <a:t>Train / test</a:t>
                      </a:r>
                    </a:p>
                  </a:txBody>
                  <a:tcPr marL="76200" marR="76200" marT="47625" marB="47625" anchor="ctr" horzOverflow="clip">
                    <a:lnL w="9525">
                      <a:solidFill>
                        <a:srgbClr val="27465C"/>
                      </a:solidFill>
                      <a:prstDash val="solid"/>
                    </a:lnL>
                    <a:lnR w="9525">
                      <a:solidFill>
                        <a:srgbClr val="27465C"/>
                      </a:solidFill>
                      <a:prstDash val="solid"/>
                    </a:lnR>
                    <a:lnT w="9525">
                      <a:solidFill>
                        <a:srgbClr val="27465C"/>
                      </a:solidFill>
                      <a:prstDash val="solid"/>
                    </a:lnT>
                    <a:lnB w="9525">
                      <a:solidFill>
                        <a:srgbClr val="27465C"/>
                      </a:solidFill>
                      <a:prstDash val="solid"/>
                    </a:lnB>
                    <a:solidFill>
                      <a:srgbClr val="1230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9C7D8"/>
                          </a:solidFill>
                        </a:rPr>
                        <a:t>Recall</a:t>
                      </a:r>
                    </a:p>
                  </a:txBody>
                  <a:tcPr marL="76200" marR="76200" marT="47625" marB="47625" anchor="ctr" horzOverflow="clip">
                    <a:lnR w="9525">
                      <a:solidFill>
                        <a:srgbClr val="27465C"/>
                      </a:solidFill>
                      <a:prstDash val="solid"/>
                    </a:lnR>
                    <a:lnT w="9525">
                      <a:solidFill>
                        <a:srgbClr val="27465C"/>
                      </a:solidFill>
                      <a:prstDash val="solid"/>
                    </a:lnT>
                    <a:lnB w="9525">
                      <a:solidFill>
                        <a:srgbClr val="27465C"/>
                      </a:solidFill>
                      <a:prstDash val="solid"/>
                    </a:lnB>
                    <a:solidFill>
                      <a:srgbClr val="1230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9C7D8"/>
                          </a:solidFill>
                        </a:rPr>
                        <a:t>FPR</a:t>
                      </a:r>
                    </a:p>
                  </a:txBody>
                  <a:tcPr marL="76200" marR="76200" marT="47625" marB="47625" anchor="ctr" horzOverflow="clip">
                    <a:lnR w="9525">
                      <a:solidFill>
                        <a:srgbClr val="27465C"/>
                      </a:solidFill>
                      <a:prstDash val="solid"/>
                    </a:lnR>
                    <a:lnT w="9525">
                      <a:solidFill>
                        <a:srgbClr val="27465C"/>
                      </a:solidFill>
                      <a:prstDash val="solid"/>
                    </a:lnT>
                    <a:lnB w="9525">
                      <a:solidFill>
                        <a:srgbClr val="27465C"/>
                      </a:solidFill>
                      <a:prstDash val="solid"/>
                    </a:lnB>
                    <a:solidFill>
                      <a:srgbClr val="123047"/>
                    </a:solidFill>
                  </a:tcPr>
                </a:tc>
              </a:tr>
              <a:tr h="449036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5F8FA"/>
                          </a:solidFill>
                        </a:rPr>
                        <a:t>2017 / 2017</a:t>
                      </a:r>
                    </a:p>
                  </a:txBody>
                  <a:tcPr marL="76200" marR="76200" marT="47625" marB="47625" anchor="ctr" horzOverflow="clip">
                    <a:lnL w="9525">
                      <a:solidFill>
                        <a:srgbClr val="27465C"/>
                      </a:solidFill>
                      <a:prstDash val="solid"/>
                    </a:lnL>
                    <a:lnR w="9525">
                      <a:solidFill>
                        <a:srgbClr val="27465C"/>
                      </a:solidFill>
                      <a:prstDash val="solid"/>
                    </a:lnR>
                    <a:lnB w="9525">
                      <a:solidFill>
                        <a:srgbClr val="27465C"/>
                      </a:solidFill>
                      <a:prstDash val="solid"/>
                    </a:lnB>
                    <a:solidFill>
                      <a:srgbClr val="0E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5F8FA"/>
                          </a:solidFill>
                        </a:rPr>
                        <a:t>0.991</a:t>
                      </a:r>
                    </a:p>
                  </a:txBody>
                  <a:tcPr marL="76200" marR="76200" marT="47625" marB="47625" anchor="ctr" horzOverflow="clip">
                    <a:lnR w="9525">
                      <a:solidFill>
                        <a:srgbClr val="27465C"/>
                      </a:solidFill>
                      <a:prstDash val="solid"/>
                    </a:lnR>
                    <a:lnB w="9525">
                      <a:solidFill>
                        <a:srgbClr val="27465C"/>
                      </a:solidFill>
                      <a:prstDash val="solid"/>
                    </a:lnB>
                    <a:solidFill>
                      <a:srgbClr val="0E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5F8FA"/>
                          </a:solidFill>
                        </a:rPr>
                        <a:t>0.006</a:t>
                      </a:r>
                    </a:p>
                  </a:txBody>
                  <a:tcPr marL="76200" marR="76200" marT="47625" marB="47625" anchor="ctr" horzOverflow="clip">
                    <a:lnR w="9525">
                      <a:solidFill>
                        <a:srgbClr val="27465C"/>
                      </a:solidFill>
                      <a:prstDash val="solid"/>
                    </a:lnR>
                    <a:lnB w="9525">
                      <a:solidFill>
                        <a:srgbClr val="27465C"/>
                      </a:solidFill>
                      <a:prstDash val="solid"/>
                    </a:lnB>
                    <a:solidFill>
                      <a:srgbClr val="0E2638"/>
                    </a:solidFill>
                  </a:tcPr>
                </a:tc>
              </a:tr>
              <a:tr h="449036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5F8FA"/>
                          </a:solidFill>
                        </a:rPr>
                        <a:t>2017 / 2018</a:t>
                      </a:r>
                    </a:p>
                  </a:txBody>
                  <a:tcPr marL="76200" marR="76200" marT="47625" marB="47625" anchor="ctr" horzOverflow="clip">
                    <a:lnL w="9525">
                      <a:solidFill>
                        <a:srgbClr val="27465C"/>
                      </a:solidFill>
                      <a:prstDash val="solid"/>
                    </a:lnL>
                    <a:lnR w="9525">
                      <a:solidFill>
                        <a:srgbClr val="27465C"/>
                      </a:solidFill>
                      <a:prstDash val="solid"/>
                    </a:lnR>
                    <a:lnB w="9525">
                      <a:solidFill>
                        <a:srgbClr val="27465C"/>
                      </a:solidFill>
                      <a:prstDash val="solid"/>
                    </a:lnB>
                    <a:solidFill>
                      <a:srgbClr val="102B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5F8FA"/>
                          </a:solidFill>
                        </a:rPr>
                        <a:t>0.442</a:t>
                      </a:r>
                    </a:p>
                  </a:txBody>
                  <a:tcPr marL="76200" marR="76200" marT="47625" marB="47625" anchor="ctr" horzOverflow="clip">
                    <a:lnR w="9525">
                      <a:solidFill>
                        <a:srgbClr val="27465C"/>
                      </a:solidFill>
                      <a:prstDash val="solid"/>
                    </a:lnR>
                    <a:lnB w="9525">
                      <a:solidFill>
                        <a:srgbClr val="27465C"/>
                      </a:solidFill>
                      <a:prstDash val="solid"/>
                    </a:lnB>
                    <a:solidFill>
                      <a:srgbClr val="102B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5F8FA"/>
                          </a:solidFill>
                        </a:rPr>
                        <a:t>0.049</a:t>
                      </a:r>
                    </a:p>
                  </a:txBody>
                  <a:tcPr marL="76200" marR="76200" marT="47625" marB="47625" anchor="ctr" horzOverflow="clip">
                    <a:lnR w="9525">
                      <a:solidFill>
                        <a:srgbClr val="27465C"/>
                      </a:solidFill>
                      <a:prstDash val="solid"/>
                    </a:lnR>
                    <a:lnB w="9525">
                      <a:solidFill>
                        <a:srgbClr val="27465C"/>
                      </a:solidFill>
                      <a:prstDash val="solid"/>
                    </a:lnB>
                    <a:solidFill>
                      <a:srgbClr val="102B3F"/>
                    </a:solidFill>
                  </a:tcPr>
                </a:tc>
              </a:tr>
              <a:tr h="449036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5F8FA"/>
                          </a:solidFill>
                        </a:rPr>
                        <a:t>2018 / 2017</a:t>
                      </a:r>
                    </a:p>
                  </a:txBody>
                  <a:tcPr marL="76200" marR="76200" marT="47625" marB="47625" anchor="ctr" horzOverflow="clip">
                    <a:lnL w="9525">
                      <a:solidFill>
                        <a:srgbClr val="27465C"/>
                      </a:solidFill>
                      <a:prstDash val="solid"/>
                    </a:lnL>
                    <a:lnR w="9525">
                      <a:solidFill>
                        <a:srgbClr val="27465C"/>
                      </a:solidFill>
                      <a:prstDash val="solid"/>
                    </a:lnR>
                    <a:lnB w="9525">
                      <a:solidFill>
                        <a:srgbClr val="27465C"/>
                      </a:solidFill>
                      <a:prstDash val="solid"/>
                    </a:lnB>
                    <a:solidFill>
                      <a:srgbClr val="0E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5F8FA"/>
                          </a:solidFill>
                        </a:rPr>
                        <a:t>0.683</a:t>
                      </a:r>
                    </a:p>
                  </a:txBody>
                  <a:tcPr marL="76200" marR="76200" marT="47625" marB="47625" anchor="ctr" horzOverflow="clip">
                    <a:lnR w="9525">
                      <a:solidFill>
                        <a:srgbClr val="27465C"/>
                      </a:solidFill>
                      <a:prstDash val="solid"/>
                    </a:lnR>
                    <a:lnB w="9525">
                      <a:solidFill>
                        <a:srgbClr val="27465C"/>
                      </a:solidFill>
                      <a:prstDash val="solid"/>
                    </a:lnB>
                    <a:solidFill>
                      <a:srgbClr val="0E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5F8FA"/>
                          </a:solidFill>
                        </a:rPr>
                        <a:t>0.092</a:t>
                      </a:r>
                    </a:p>
                  </a:txBody>
                  <a:tcPr marL="76200" marR="76200" marT="47625" marB="47625" anchor="ctr" horzOverflow="clip">
                    <a:lnR w="9525">
                      <a:solidFill>
                        <a:srgbClr val="27465C"/>
                      </a:solidFill>
                      <a:prstDash val="solid"/>
                    </a:lnR>
                    <a:lnB w="9525">
                      <a:solidFill>
                        <a:srgbClr val="27465C"/>
                      </a:solidFill>
                      <a:prstDash val="solid"/>
                    </a:lnB>
                    <a:solidFill>
                      <a:srgbClr val="0E2638"/>
                    </a:solidFill>
                  </a:tcPr>
                </a:tc>
              </a:tr>
              <a:tr h="449036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5F8FA"/>
                          </a:solidFill>
                        </a:rPr>
                        <a:t>2018 / 2018</a:t>
                      </a:r>
                    </a:p>
                  </a:txBody>
                  <a:tcPr marL="76200" marR="76200" marT="47625" marB="47625" anchor="ctr" horzOverflow="clip">
                    <a:lnL w="9525">
                      <a:solidFill>
                        <a:srgbClr val="27465C"/>
                      </a:solidFill>
                      <a:prstDash val="solid"/>
                    </a:lnL>
                    <a:lnR w="9525">
                      <a:solidFill>
                        <a:srgbClr val="27465C"/>
                      </a:solidFill>
                      <a:prstDash val="solid"/>
                    </a:lnR>
                    <a:lnB w="9525">
                      <a:solidFill>
                        <a:srgbClr val="27465C"/>
                      </a:solidFill>
                      <a:prstDash val="solid"/>
                    </a:lnB>
                    <a:solidFill>
                      <a:srgbClr val="102B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5F8FA"/>
                          </a:solidFill>
                        </a:rPr>
                        <a:t>0.984</a:t>
                      </a:r>
                    </a:p>
                  </a:txBody>
                  <a:tcPr marL="76200" marR="76200" marT="47625" marB="47625" anchor="ctr" horzOverflow="clip">
                    <a:lnR w="9525">
                      <a:solidFill>
                        <a:srgbClr val="27465C"/>
                      </a:solidFill>
                      <a:prstDash val="solid"/>
                    </a:lnR>
                    <a:lnB w="9525">
                      <a:solidFill>
                        <a:srgbClr val="27465C"/>
                      </a:solidFill>
                      <a:prstDash val="solid"/>
                    </a:lnB>
                    <a:solidFill>
                      <a:srgbClr val="102B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5F8FA"/>
                          </a:solidFill>
                        </a:rPr>
                        <a:t>0.014</a:t>
                      </a:r>
                    </a:p>
                  </a:txBody>
                  <a:tcPr marL="76200" marR="76200" marT="47625" marB="47625" anchor="ctr" horzOverflow="clip">
                    <a:lnR w="9525">
                      <a:solidFill>
                        <a:srgbClr val="27465C"/>
                      </a:solidFill>
                      <a:prstDash val="solid"/>
                    </a:lnR>
                    <a:lnB w="9525">
                      <a:solidFill>
                        <a:srgbClr val="27465C"/>
                      </a:solidFill>
                      <a:prstDash val="solid"/>
                    </a:lnB>
                    <a:solidFill>
                      <a:srgbClr val="102B3F"/>
                    </a:solidFill>
                  </a:tcPr>
                </a:tc>
              </a:tr>
              <a:tr h="449036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5F8FA"/>
                          </a:solidFill>
                        </a:rPr>
                        <a:t>Mixed / 2017</a:t>
                      </a:r>
                    </a:p>
                  </a:txBody>
                  <a:tcPr marL="76200" marR="76200" marT="47625" marB="47625" anchor="ctr" horzOverflow="clip">
                    <a:lnL w="9525">
                      <a:solidFill>
                        <a:srgbClr val="27465C"/>
                      </a:solidFill>
                      <a:prstDash val="solid"/>
                    </a:lnL>
                    <a:lnR w="9525">
                      <a:solidFill>
                        <a:srgbClr val="27465C"/>
                      </a:solidFill>
                      <a:prstDash val="solid"/>
                    </a:lnR>
                    <a:lnB w="9525">
                      <a:solidFill>
                        <a:srgbClr val="27465C"/>
                      </a:solidFill>
                      <a:prstDash val="solid"/>
                    </a:lnB>
                    <a:solidFill>
                      <a:srgbClr val="0E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5F8FA"/>
                          </a:solidFill>
                        </a:rPr>
                        <a:t>0.987</a:t>
                      </a:r>
                    </a:p>
                  </a:txBody>
                  <a:tcPr marL="76200" marR="76200" marT="47625" marB="47625" anchor="ctr" horzOverflow="clip">
                    <a:lnR w="9525">
                      <a:solidFill>
                        <a:srgbClr val="27465C"/>
                      </a:solidFill>
                      <a:prstDash val="solid"/>
                    </a:lnR>
                    <a:lnB w="9525">
                      <a:solidFill>
                        <a:srgbClr val="27465C"/>
                      </a:solidFill>
                      <a:prstDash val="solid"/>
                    </a:lnB>
                    <a:solidFill>
                      <a:srgbClr val="0E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5F8FA"/>
                          </a:solidFill>
                        </a:rPr>
                        <a:t>0.030</a:t>
                      </a:r>
                    </a:p>
                  </a:txBody>
                  <a:tcPr marL="76200" marR="76200" marT="47625" marB="47625" anchor="ctr" horzOverflow="clip">
                    <a:lnR w="9525">
                      <a:solidFill>
                        <a:srgbClr val="27465C"/>
                      </a:solidFill>
                      <a:prstDash val="solid"/>
                    </a:lnR>
                    <a:lnB w="9525">
                      <a:solidFill>
                        <a:srgbClr val="27465C"/>
                      </a:solidFill>
                      <a:prstDash val="solid"/>
                    </a:lnB>
                    <a:solidFill>
                      <a:srgbClr val="0E2638"/>
                    </a:solidFill>
                  </a:tcPr>
                </a:tc>
              </a:tr>
              <a:tr h="449036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5F8FA"/>
                          </a:solidFill>
                        </a:rPr>
                        <a:t>Mixed / 2018</a:t>
                      </a:r>
                    </a:p>
                  </a:txBody>
                  <a:tcPr marL="76200" marR="76200" marT="47625" marB="47625" anchor="ctr" horzOverflow="clip">
                    <a:lnL w="9525">
                      <a:solidFill>
                        <a:srgbClr val="27465C"/>
                      </a:solidFill>
                      <a:prstDash val="solid"/>
                    </a:lnL>
                    <a:lnR w="9525">
                      <a:solidFill>
                        <a:srgbClr val="27465C"/>
                      </a:solidFill>
                      <a:prstDash val="solid"/>
                    </a:lnR>
                    <a:lnB w="9525">
                      <a:solidFill>
                        <a:srgbClr val="27465C"/>
                      </a:solidFill>
                      <a:prstDash val="solid"/>
                    </a:lnB>
                    <a:solidFill>
                      <a:srgbClr val="102B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5F8FA"/>
                          </a:solidFill>
                        </a:rPr>
                        <a:t>0.978</a:t>
                      </a:r>
                    </a:p>
                  </a:txBody>
                  <a:tcPr marL="76200" marR="76200" marT="47625" marB="47625" anchor="ctr" horzOverflow="clip">
                    <a:lnR w="9525">
                      <a:solidFill>
                        <a:srgbClr val="27465C"/>
                      </a:solidFill>
                      <a:prstDash val="solid"/>
                    </a:lnR>
                    <a:lnB w="9525">
                      <a:solidFill>
                        <a:srgbClr val="27465C"/>
                      </a:solidFill>
                      <a:prstDash val="solid"/>
                    </a:lnB>
                    <a:solidFill>
                      <a:srgbClr val="102B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5F8FA"/>
                          </a:solidFill>
                        </a:rPr>
                        <a:t>0.039</a:t>
                      </a:r>
                    </a:p>
                  </a:txBody>
                  <a:tcPr marL="76200" marR="76200" marT="47625" marB="47625" anchor="ctr" horzOverflow="clip">
                    <a:lnR w="9525">
                      <a:solidFill>
                        <a:srgbClr val="27465C"/>
                      </a:solidFill>
                      <a:prstDash val="solid"/>
                    </a:lnR>
                    <a:lnB w="9525">
                      <a:solidFill>
                        <a:srgbClr val="27465C"/>
                      </a:solidFill>
                      <a:prstDash val="solid"/>
                    </a:lnB>
                    <a:solidFill>
                      <a:srgbClr val="102B3F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B9E07D-0190-414D-A010-C26F86CAE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24550"/>
            <a:ext cx="10810875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9525">
            <a:solidFill>
              <a:srgbClr val="2EC4A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D6065E-D221-432B-ABCE-FFD1F6B62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24550"/>
            <a:ext cx="104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2EC4A6"/>
                </a:solidFill>
              </a:defRPr>
            </a:defPPr>
            <a:lvl1pPr>
              <a:defRPr sz="900" b="1">
                <a:solidFill>
                  <a:srgbClr val="2EC4A6"/>
                </a:solidFill>
              </a:defRPr>
            </a:lvl1pPr>
            <a:lvl2pPr>
              <a:defRPr sz="900" b="1">
                <a:solidFill>
                  <a:srgbClr val="2EC4A6"/>
                </a:solidFill>
              </a:defRPr>
            </a:lvl2pPr>
            <a:lvl3pPr>
              <a:defRPr sz="900" b="1">
                <a:solidFill>
                  <a:srgbClr val="2EC4A6"/>
                </a:solidFill>
              </a:defRPr>
            </a:lvl3pPr>
            <a:lvl4pPr>
              <a:defRPr sz="900" b="1">
                <a:solidFill>
                  <a:srgbClr val="2EC4A6"/>
                </a:solidFill>
              </a:defRPr>
            </a:lvl4pPr>
            <a:lvl5pPr>
              <a:defRPr sz="900" b="1">
                <a:solidFill>
                  <a:srgbClr val="2EC4A6"/>
                </a:solidFill>
              </a:defRPr>
            </a:lvl5pPr>
            <a:lvl6pPr>
              <a:defRPr sz="900" b="1">
                <a:solidFill>
                  <a:srgbClr val="2EC4A6"/>
                </a:solidFill>
              </a:defRPr>
            </a:lvl6pPr>
            <a:lvl7pPr>
              <a:defRPr sz="900" b="1">
                <a:solidFill>
                  <a:srgbClr val="2EC4A6"/>
                </a:solidFill>
              </a:defRPr>
            </a:lvl7pPr>
            <a:lvl8pPr>
              <a:defRPr sz="900" b="1">
                <a:solidFill>
                  <a:srgbClr val="2EC4A6"/>
                </a:solidFill>
              </a:defRPr>
            </a:lvl8pPr>
            <a:lvl9pPr>
              <a:defRPr sz="900" b="1">
                <a:solidFill>
                  <a:srgbClr val="2EC4A6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2EC4A6"/>
                </a:solidFill>
              </a:defRPr>
            </a:pPr>
            <a:r>
              <a:rPr sz="900" b="1">
                <a:solidFill>
                  <a:srgbClr val="2EC4A6"/>
                </a:solidFill>
              </a:rPr>
              <a:t>TAKEAWAY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9F1C74-91FD-4DD5-AB30-88B486EC6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924550"/>
            <a:ext cx="938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F5F8FA"/>
                </a:solidFill>
              </a:defRPr>
            </a:defPPr>
            <a:lvl1pPr>
              <a:defRPr sz="1125" b="1">
                <a:solidFill>
                  <a:srgbClr val="F5F8FA"/>
                </a:solidFill>
              </a:defRPr>
            </a:lvl1pPr>
            <a:lvl2pPr>
              <a:defRPr sz="1125" b="1">
                <a:solidFill>
                  <a:srgbClr val="F5F8FA"/>
                </a:solidFill>
              </a:defRPr>
            </a:lvl2pPr>
            <a:lvl3pPr>
              <a:defRPr sz="1125" b="1">
                <a:solidFill>
                  <a:srgbClr val="F5F8FA"/>
                </a:solidFill>
              </a:defRPr>
            </a:lvl3pPr>
            <a:lvl4pPr>
              <a:defRPr sz="1125" b="1">
                <a:solidFill>
                  <a:srgbClr val="F5F8FA"/>
                </a:solidFill>
              </a:defRPr>
            </a:lvl4pPr>
            <a:lvl5pPr>
              <a:defRPr sz="1125" b="1">
                <a:solidFill>
                  <a:srgbClr val="F5F8FA"/>
                </a:solidFill>
              </a:defRPr>
            </a:lvl5pPr>
            <a:lvl6pPr>
              <a:defRPr sz="1125" b="1">
                <a:solidFill>
                  <a:srgbClr val="F5F8FA"/>
                </a:solidFill>
              </a:defRPr>
            </a:lvl6pPr>
            <a:lvl7pPr>
              <a:defRPr sz="1125" b="1">
                <a:solidFill>
                  <a:srgbClr val="F5F8FA"/>
                </a:solidFill>
              </a:defRPr>
            </a:lvl7pPr>
            <a:lvl8pPr>
              <a:defRPr sz="1125" b="1">
                <a:solidFill>
                  <a:srgbClr val="F5F8FA"/>
                </a:solidFill>
              </a:defRPr>
            </a:lvl8pPr>
            <a:lvl9pPr>
              <a:defRPr sz="1125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F5F8FA"/>
                </a:solidFill>
              </a:defRPr>
            </a:pPr>
            <a:r>
              <a:rPr sz="1125" b="1">
                <a:solidFill>
                  <a:srgbClr val="F5F8FA"/>
                </a:solidFill>
              </a:rPr>
              <a:t>Mixed expanded training keeps recall above 0.977 and FPR below 0.040 on both known test sets.</a:t>
            </a:r>
          </a:p>
        </p:txBody>
      </p:sp>
    </p:spTree>
    <p:extLst>
      <p:ext uri="{BB962C8B-B14F-4D97-AF65-F5344CB8AC3E}">
        <p14:creationId xmlns:p14="http://schemas.microsoft.com/office/powerpoint/2010/main" val="20045598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7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F516505-7BBB-4B77-8826-0E43378CA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C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963D74-BF24-4C11-8FDE-36F1CBED6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6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29C7D8"/>
                </a:solidFill>
              </a:defRPr>
            </a:defPPr>
            <a:lvl1pPr>
              <a:defRPr sz="900" b="1">
                <a:solidFill>
                  <a:srgbClr val="29C7D8"/>
                </a:solidFill>
              </a:defRPr>
            </a:lvl1pPr>
            <a:lvl2pPr>
              <a:defRPr sz="900" b="1">
                <a:solidFill>
                  <a:srgbClr val="29C7D8"/>
                </a:solidFill>
              </a:defRPr>
            </a:lvl2pPr>
            <a:lvl3pPr>
              <a:defRPr sz="900" b="1">
                <a:solidFill>
                  <a:srgbClr val="29C7D8"/>
                </a:solidFill>
              </a:defRPr>
            </a:lvl3pPr>
            <a:lvl4pPr>
              <a:defRPr sz="900" b="1">
                <a:solidFill>
                  <a:srgbClr val="29C7D8"/>
                </a:solidFill>
              </a:defRPr>
            </a:lvl4pPr>
            <a:lvl5pPr>
              <a:defRPr sz="900" b="1">
                <a:solidFill>
                  <a:srgbClr val="29C7D8"/>
                </a:solidFill>
              </a:defRPr>
            </a:lvl5pPr>
            <a:lvl6pPr>
              <a:defRPr sz="900" b="1">
                <a:solidFill>
                  <a:srgbClr val="29C7D8"/>
                </a:solidFill>
              </a:defRPr>
            </a:lvl6pPr>
            <a:lvl7pPr>
              <a:defRPr sz="900" b="1">
                <a:solidFill>
                  <a:srgbClr val="29C7D8"/>
                </a:solidFill>
              </a:defRPr>
            </a:lvl7pPr>
            <a:lvl8pPr>
              <a:defRPr sz="900" b="1">
                <a:solidFill>
                  <a:srgbClr val="29C7D8"/>
                </a:solidFill>
              </a:defRPr>
            </a:lvl8pPr>
            <a:lvl9pPr>
              <a:defRPr sz="900" b="1">
                <a:solidFill>
                  <a:srgbClr val="29C7D8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29C7D8"/>
                </a:solidFill>
              </a:defRPr>
            </a:pPr>
            <a:r>
              <a:rPr sz="900" b="1">
                <a:solidFill>
                  <a:srgbClr val="29C7D8"/>
                </a:solidFill>
              </a:rPr>
              <a:t>APPENDIX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9194DB-63D6-4F57-958F-02C48F0F1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43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F5F8FA"/>
                </a:solidFill>
              </a:defRPr>
            </a:defPPr>
            <a:lvl1pPr>
              <a:defRPr sz="2550" b="1">
                <a:solidFill>
                  <a:srgbClr val="F5F8FA"/>
                </a:solidFill>
              </a:defRPr>
            </a:lvl1pPr>
            <a:lvl2pPr>
              <a:defRPr sz="2550" b="1">
                <a:solidFill>
                  <a:srgbClr val="F5F8FA"/>
                </a:solidFill>
              </a:defRPr>
            </a:lvl2pPr>
            <a:lvl3pPr>
              <a:defRPr sz="2550" b="1">
                <a:solidFill>
                  <a:srgbClr val="F5F8FA"/>
                </a:solidFill>
              </a:defRPr>
            </a:lvl3pPr>
            <a:lvl4pPr>
              <a:defRPr sz="2550" b="1">
                <a:solidFill>
                  <a:srgbClr val="F5F8FA"/>
                </a:solidFill>
              </a:defRPr>
            </a:lvl4pPr>
            <a:lvl5pPr>
              <a:defRPr sz="2550" b="1">
                <a:solidFill>
                  <a:srgbClr val="F5F8FA"/>
                </a:solidFill>
              </a:defRPr>
            </a:lvl5pPr>
            <a:lvl6pPr>
              <a:defRPr sz="2550" b="1">
                <a:solidFill>
                  <a:srgbClr val="F5F8FA"/>
                </a:solidFill>
              </a:defRPr>
            </a:lvl6pPr>
            <a:lvl7pPr>
              <a:defRPr sz="2550" b="1">
                <a:solidFill>
                  <a:srgbClr val="F5F8FA"/>
                </a:solidFill>
              </a:defRPr>
            </a:lvl7pPr>
            <a:lvl8pPr>
              <a:defRPr sz="2550" b="1">
                <a:solidFill>
                  <a:srgbClr val="F5F8FA"/>
                </a:solidFill>
              </a:defRPr>
            </a:lvl8pPr>
            <a:lvl9pPr>
              <a:defRPr sz="255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5F8FA"/>
                </a:solidFill>
              </a:defRPr>
            </a:pPr>
            <a:r>
              <a:rPr sz="2550" b="1">
                <a:solidFill>
                  <a:srgbClr val="F5F8FA"/>
                </a:solidFill>
              </a:rPr>
              <a:t>Appendix: technology components map to lifecycle needs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CDCF47-86B3-4BB6-B747-A54BF5333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287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A8BAC8"/>
                </a:solidFill>
              </a:defRPr>
            </a:defPPr>
            <a:lvl1pPr>
              <a:defRPr sz="1275" b="0">
                <a:solidFill>
                  <a:srgbClr val="A8BAC8"/>
                </a:solidFill>
              </a:defRPr>
            </a:lvl1pPr>
            <a:lvl2pPr>
              <a:defRPr sz="1275" b="0">
                <a:solidFill>
                  <a:srgbClr val="A8BAC8"/>
                </a:solidFill>
              </a:defRPr>
            </a:lvl2pPr>
            <a:lvl3pPr>
              <a:defRPr sz="1275" b="0">
                <a:solidFill>
                  <a:srgbClr val="A8BAC8"/>
                </a:solidFill>
              </a:defRPr>
            </a:lvl3pPr>
            <a:lvl4pPr>
              <a:defRPr sz="1275" b="0">
                <a:solidFill>
                  <a:srgbClr val="A8BAC8"/>
                </a:solidFill>
              </a:defRPr>
            </a:lvl4pPr>
            <a:lvl5pPr>
              <a:defRPr sz="1275" b="0">
                <a:solidFill>
                  <a:srgbClr val="A8BAC8"/>
                </a:solidFill>
              </a:defRPr>
            </a:lvl5pPr>
            <a:lvl6pPr>
              <a:defRPr sz="1275" b="0">
                <a:solidFill>
                  <a:srgbClr val="A8BAC8"/>
                </a:solidFill>
              </a:defRPr>
            </a:lvl6pPr>
            <a:lvl7pPr>
              <a:defRPr sz="1275" b="0">
                <a:solidFill>
                  <a:srgbClr val="A8BAC8"/>
                </a:solidFill>
              </a:defRPr>
            </a:lvl7pPr>
            <a:lvl8pPr>
              <a:defRPr sz="1275" b="0">
                <a:solidFill>
                  <a:srgbClr val="A8BAC8"/>
                </a:solidFill>
              </a:defRPr>
            </a:lvl8pPr>
            <a:lvl9pPr>
              <a:defRPr sz="127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A8BAC8"/>
                </a:solidFill>
              </a:defRPr>
            </a:pPr>
            <a:r>
              <a:rPr sz="1275" b="0">
                <a:solidFill>
                  <a:srgbClr val="A8BAC8"/>
                </a:solidFill>
              </a:rPr>
              <a:t>A modular stack supports an incremental path from prototype to production.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9913C3-466D-4970-BA48-1E6DF2F87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71600"/>
            <a:ext cx="11239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3C7E07-44DD-4113-B053-E092BD617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A8BAC8"/>
                </a:solidFill>
              </a:defRPr>
            </a:defPPr>
            <a:lvl1pPr>
              <a:defRPr sz="900" b="1">
                <a:solidFill>
                  <a:srgbClr val="A8BAC8"/>
                </a:solidFill>
              </a:defRPr>
            </a:lvl1pPr>
            <a:lvl2pPr>
              <a:defRPr sz="900" b="1">
                <a:solidFill>
                  <a:srgbClr val="A8BAC8"/>
                </a:solidFill>
              </a:defRPr>
            </a:lvl2pPr>
            <a:lvl3pPr>
              <a:defRPr sz="900" b="1">
                <a:solidFill>
                  <a:srgbClr val="A8BAC8"/>
                </a:solidFill>
              </a:defRPr>
            </a:lvl3pPr>
            <a:lvl4pPr>
              <a:defRPr sz="900" b="1">
                <a:solidFill>
                  <a:srgbClr val="A8BAC8"/>
                </a:solidFill>
              </a:defRPr>
            </a:lvl4pPr>
            <a:lvl5pPr>
              <a:defRPr sz="900" b="1">
                <a:solidFill>
                  <a:srgbClr val="A8BAC8"/>
                </a:solidFill>
              </a:defRPr>
            </a:lvl5pPr>
            <a:lvl6pPr>
              <a:defRPr sz="900" b="1">
                <a:solidFill>
                  <a:srgbClr val="A8BAC8"/>
                </a:solidFill>
              </a:defRPr>
            </a:lvl6pPr>
            <a:lvl7pPr>
              <a:defRPr sz="900" b="1">
                <a:solidFill>
                  <a:srgbClr val="A8BAC8"/>
                </a:solidFill>
              </a:defRPr>
            </a:lvl7pPr>
            <a:lvl8pPr>
              <a:defRPr sz="900" b="1">
                <a:solidFill>
                  <a:srgbClr val="A8BAC8"/>
                </a:solidFill>
              </a:defRPr>
            </a:lvl8pPr>
            <a:lvl9pPr>
              <a:defRPr sz="900" b="1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A8BAC8"/>
                </a:solidFill>
              </a:defRPr>
            </a:pPr>
            <a:r>
              <a:rPr sz="900" b="1">
                <a:solidFill>
                  <a:srgbClr val="A8BAC8"/>
                </a:solidFill>
              </a:rPr>
              <a:t>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F94BFB-C10C-4D02-9745-BF6DE6284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5095875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0E2638"/>
          </a:solidFill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10DDC6-11D2-4F67-AF3C-7FEA6156C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666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C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F4B931-687A-4ECF-BD42-CC632327E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90700"/>
            <a:ext cx="1571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F5F8FA"/>
                </a:solidFill>
              </a:defRPr>
            </a:defPPr>
            <a:lvl1pPr>
              <a:defRPr sz="1200" b="1">
                <a:solidFill>
                  <a:srgbClr val="F5F8FA"/>
                </a:solidFill>
              </a:defRPr>
            </a:lvl1pPr>
            <a:lvl2pPr>
              <a:defRPr sz="1200" b="1">
                <a:solidFill>
                  <a:srgbClr val="F5F8FA"/>
                </a:solidFill>
              </a:defRPr>
            </a:lvl2pPr>
            <a:lvl3pPr>
              <a:defRPr sz="1200" b="1">
                <a:solidFill>
                  <a:srgbClr val="F5F8FA"/>
                </a:solidFill>
              </a:defRPr>
            </a:lvl3pPr>
            <a:lvl4pPr>
              <a:defRPr sz="1200" b="1">
                <a:solidFill>
                  <a:srgbClr val="F5F8FA"/>
                </a:solidFill>
              </a:defRPr>
            </a:lvl4pPr>
            <a:lvl5pPr>
              <a:defRPr sz="1200" b="1">
                <a:solidFill>
                  <a:srgbClr val="F5F8FA"/>
                </a:solidFill>
              </a:defRPr>
            </a:lvl5pPr>
            <a:lvl6pPr>
              <a:defRPr sz="1200" b="1">
                <a:solidFill>
                  <a:srgbClr val="F5F8FA"/>
                </a:solidFill>
              </a:defRPr>
            </a:lvl6pPr>
            <a:lvl7pPr>
              <a:defRPr sz="1200" b="1">
                <a:solidFill>
                  <a:srgbClr val="F5F8FA"/>
                </a:solidFill>
              </a:defRPr>
            </a:lvl7pPr>
            <a:lvl8pPr>
              <a:defRPr sz="1200" b="1">
                <a:solidFill>
                  <a:srgbClr val="F5F8FA"/>
                </a:solidFill>
              </a:defRPr>
            </a:lvl8pPr>
            <a:lvl9pPr>
              <a:defRPr sz="120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5F8FA"/>
                </a:solidFill>
              </a:defRPr>
            </a:pPr>
            <a:r>
              <a:rPr sz="1200" b="1">
                <a:solidFill>
                  <a:srgbClr val="F5F8FA"/>
                </a:solidFill>
              </a:rPr>
              <a:t>Collect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0E47BC-2041-4A05-A8BA-14BF887EB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1790700"/>
            <a:ext cx="304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A8BAC8"/>
                </a:solidFill>
              </a:defRPr>
            </a:defPPr>
            <a:lvl1pPr>
              <a:defRPr sz="975" b="0">
                <a:solidFill>
                  <a:srgbClr val="A8BAC8"/>
                </a:solidFill>
              </a:defRPr>
            </a:lvl1pPr>
            <a:lvl2pPr>
              <a:defRPr sz="975" b="0">
                <a:solidFill>
                  <a:srgbClr val="A8BAC8"/>
                </a:solidFill>
              </a:defRPr>
            </a:lvl2pPr>
            <a:lvl3pPr>
              <a:defRPr sz="975" b="0">
                <a:solidFill>
                  <a:srgbClr val="A8BAC8"/>
                </a:solidFill>
              </a:defRPr>
            </a:lvl3pPr>
            <a:lvl4pPr>
              <a:defRPr sz="975" b="0">
                <a:solidFill>
                  <a:srgbClr val="A8BAC8"/>
                </a:solidFill>
              </a:defRPr>
            </a:lvl4pPr>
            <a:lvl5pPr>
              <a:defRPr sz="975" b="0">
                <a:solidFill>
                  <a:srgbClr val="A8BAC8"/>
                </a:solidFill>
              </a:defRPr>
            </a:lvl5pPr>
            <a:lvl6pPr>
              <a:defRPr sz="975" b="0">
                <a:solidFill>
                  <a:srgbClr val="A8BAC8"/>
                </a:solidFill>
              </a:defRPr>
            </a:lvl6pPr>
            <a:lvl7pPr>
              <a:defRPr sz="975" b="0">
                <a:solidFill>
                  <a:srgbClr val="A8BAC8"/>
                </a:solidFill>
              </a:defRPr>
            </a:lvl7pPr>
            <a:lvl8pPr>
              <a:defRPr sz="975" b="0">
                <a:solidFill>
                  <a:srgbClr val="A8BAC8"/>
                </a:solidFill>
              </a:defRPr>
            </a:lvl8pPr>
            <a:lvl9pPr>
              <a:defRPr sz="97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A8BAC8"/>
                </a:solidFill>
              </a:defRPr>
            </a:pPr>
            <a:r>
              <a:rPr sz="975" b="0">
                <a:solidFill>
                  <a:srgbClr val="A8BAC8"/>
                </a:solidFill>
              </a:rPr>
              <a:t>Zeek • Suricata • NetFlow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379010-FC1E-4447-9A90-658DCEE03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714500"/>
            <a:ext cx="5095875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0E2638"/>
          </a:solidFill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882A73-A4CD-40E9-AF1C-0B51F65C9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714500"/>
            <a:ext cx="666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C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FDCF38-EEA2-4187-A8E5-4A8557762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790700"/>
            <a:ext cx="1571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F5F8FA"/>
                </a:solidFill>
              </a:defRPr>
            </a:defPPr>
            <a:lvl1pPr>
              <a:defRPr sz="1200" b="1">
                <a:solidFill>
                  <a:srgbClr val="F5F8FA"/>
                </a:solidFill>
              </a:defRPr>
            </a:lvl1pPr>
            <a:lvl2pPr>
              <a:defRPr sz="1200" b="1">
                <a:solidFill>
                  <a:srgbClr val="F5F8FA"/>
                </a:solidFill>
              </a:defRPr>
            </a:lvl2pPr>
            <a:lvl3pPr>
              <a:defRPr sz="1200" b="1">
                <a:solidFill>
                  <a:srgbClr val="F5F8FA"/>
                </a:solidFill>
              </a:defRPr>
            </a:lvl3pPr>
            <a:lvl4pPr>
              <a:defRPr sz="1200" b="1">
                <a:solidFill>
                  <a:srgbClr val="F5F8FA"/>
                </a:solidFill>
              </a:defRPr>
            </a:lvl4pPr>
            <a:lvl5pPr>
              <a:defRPr sz="1200" b="1">
                <a:solidFill>
                  <a:srgbClr val="F5F8FA"/>
                </a:solidFill>
              </a:defRPr>
            </a:lvl5pPr>
            <a:lvl6pPr>
              <a:defRPr sz="1200" b="1">
                <a:solidFill>
                  <a:srgbClr val="F5F8FA"/>
                </a:solidFill>
              </a:defRPr>
            </a:lvl6pPr>
            <a:lvl7pPr>
              <a:defRPr sz="1200" b="1">
                <a:solidFill>
                  <a:srgbClr val="F5F8FA"/>
                </a:solidFill>
              </a:defRPr>
            </a:lvl7pPr>
            <a:lvl8pPr>
              <a:defRPr sz="1200" b="1">
                <a:solidFill>
                  <a:srgbClr val="F5F8FA"/>
                </a:solidFill>
              </a:defRPr>
            </a:lvl8pPr>
            <a:lvl9pPr>
              <a:defRPr sz="120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5F8FA"/>
                </a:solidFill>
              </a:defRPr>
            </a:pPr>
            <a:r>
              <a:rPr sz="1200" b="1">
                <a:solidFill>
                  <a:srgbClr val="F5F8FA"/>
                </a:solidFill>
              </a:rPr>
              <a:t>Stream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186764-D082-48EA-9DF5-BD6E70006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790700"/>
            <a:ext cx="304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A8BAC8"/>
                </a:solidFill>
              </a:defRPr>
            </a:defPPr>
            <a:lvl1pPr>
              <a:defRPr sz="975" b="0">
                <a:solidFill>
                  <a:srgbClr val="A8BAC8"/>
                </a:solidFill>
              </a:defRPr>
            </a:lvl1pPr>
            <a:lvl2pPr>
              <a:defRPr sz="975" b="0">
                <a:solidFill>
                  <a:srgbClr val="A8BAC8"/>
                </a:solidFill>
              </a:defRPr>
            </a:lvl2pPr>
            <a:lvl3pPr>
              <a:defRPr sz="975" b="0">
                <a:solidFill>
                  <a:srgbClr val="A8BAC8"/>
                </a:solidFill>
              </a:defRPr>
            </a:lvl3pPr>
            <a:lvl4pPr>
              <a:defRPr sz="975" b="0">
                <a:solidFill>
                  <a:srgbClr val="A8BAC8"/>
                </a:solidFill>
              </a:defRPr>
            </a:lvl4pPr>
            <a:lvl5pPr>
              <a:defRPr sz="975" b="0">
                <a:solidFill>
                  <a:srgbClr val="A8BAC8"/>
                </a:solidFill>
              </a:defRPr>
            </a:lvl5pPr>
            <a:lvl6pPr>
              <a:defRPr sz="975" b="0">
                <a:solidFill>
                  <a:srgbClr val="A8BAC8"/>
                </a:solidFill>
              </a:defRPr>
            </a:lvl6pPr>
            <a:lvl7pPr>
              <a:defRPr sz="975" b="0">
                <a:solidFill>
                  <a:srgbClr val="A8BAC8"/>
                </a:solidFill>
              </a:defRPr>
            </a:lvl7pPr>
            <a:lvl8pPr>
              <a:defRPr sz="975" b="0">
                <a:solidFill>
                  <a:srgbClr val="A8BAC8"/>
                </a:solidFill>
              </a:defRPr>
            </a:lvl8pPr>
            <a:lvl9pPr>
              <a:defRPr sz="97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A8BAC8"/>
                </a:solidFill>
              </a:defRPr>
            </a:pPr>
            <a:r>
              <a:rPr sz="975" b="0">
                <a:solidFill>
                  <a:srgbClr val="A8BAC8"/>
                </a:solidFill>
              </a:rPr>
              <a:t>Kafka / Redpanda • Flink later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72BDEA-10F2-44AC-A926-C85FD2E32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0"/>
            <a:ext cx="5095875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0E2638"/>
          </a:solidFill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C1FC8B-76F7-4732-B8D5-D5DC4E81A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0"/>
            <a:ext cx="666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FEA422-1099-4035-A126-E9F302576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743200"/>
            <a:ext cx="1571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F5F8FA"/>
                </a:solidFill>
              </a:defRPr>
            </a:defPPr>
            <a:lvl1pPr>
              <a:defRPr sz="1200" b="1">
                <a:solidFill>
                  <a:srgbClr val="F5F8FA"/>
                </a:solidFill>
              </a:defRPr>
            </a:lvl1pPr>
            <a:lvl2pPr>
              <a:defRPr sz="1200" b="1">
                <a:solidFill>
                  <a:srgbClr val="F5F8FA"/>
                </a:solidFill>
              </a:defRPr>
            </a:lvl2pPr>
            <a:lvl3pPr>
              <a:defRPr sz="1200" b="1">
                <a:solidFill>
                  <a:srgbClr val="F5F8FA"/>
                </a:solidFill>
              </a:defRPr>
            </a:lvl3pPr>
            <a:lvl4pPr>
              <a:defRPr sz="1200" b="1">
                <a:solidFill>
                  <a:srgbClr val="F5F8FA"/>
                </a:solidFill>
              </a:defRPr>
            </a:lvl4pPr>
            <a:lvl5pPr>
              <a:defRPr sz="1200" b="1">
                <a:solidFill>
                  <a:srgbClr val="F5F8FA"/>
                </a:solidFill>
              </a:defRPr>
            </a:lvl5pPr>
            <a:lvl6pPr>
              <a:defRPr sz="1200" b="1">
                <a:solidFill>
                  <a:srgbClr val="F5F8FA"/>
                </a:solidFill>
              </a:defRPr>
            </a:lvl6pPr>
            <a:lvl7pPr>
              <a:defRPr sz="1200" b="1">
                <a:solidFill>
                  <a:srgbClr val="F5F8FA"/>
                </a:solidFill>
              </a:defRPr>
            </a:lvl7pPr>
            <a:lvl8pPr>
              <a:defRPr sz="1200" b="1">
                <a:solidFill>
                  <a:srgbClr val="F5F8FA"/>
                </a:solidFill>
              </a:defRPr>
            </a:lvl8pPr>
            <a:lvl9pPr>
              <a:defRPr sz="120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5F8FA"/>
                </a:solidFill>
              </a:defRPr>
            </a:pPr>
            <a:r>
              <a:rPr sz="1200" b="1">
                <a:solidFill>
                  <a:srgbClr val="F5F8FA"/>
                </a:solidFill>
              </a:rPr>
              <a:t>Store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393F58-2452-4023-82C7-C140219E6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743200"/>
            <a:ext cx="304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A8BAC8"/>
                </a:solidFill>
              </a:defRPr>
            </a:defPPr>
            <a:lvl1pPr>
              <a:defRPr sz="975" b="0">
                <a:solidFill>
                  <a:srgbClr val="A8BAC8"/>
                </a:solidFill>
              </a:defRPr>
            </a:lvl1pPr>
            <a:lvl2pPr>
              <a:defRPr sz="975" b="0">
                <a:solidFill>
                  <a:srgbClr val="A8BAC8"/>
                </a:solidFill>
              </a:defRPr>
            </a:lvl2pPr>
            <a:lvl3pPr>
              <a:defRPr sz="975" b="0">
                <a:solidFill>
                  <a:srgbClr val="A8BAC8"/>
                </a:solidFill>
              </a:defRPr>
            </a:lvl3pPr>
            <a:lvl4pPr>
              <a:defRPr sz="975" b="0">
                <a:solidFill>
                  <a:srgbClr val="A8BAC8"/>
                </a:solidFill>
              </a:defRPr>
            </a:lvl4pPr>
            <a:lvl5pPr>
              <a:defRPr sz="975" b="0">
                <a:solidFill>
                  <a:srgbClr val="A8BAC8"/>
                </a:solidFill>
              </a:defRPr>
            </a:lvl5pPr>
            <a:lvl6pPr>
              <a:defRPr sz="975" b="0">
                <a:solidFill>
                  <a:srgbClr val="A8BAC8"/>
                </a:solidFill>
              </a:defRPr>
            </a:lvl6pPr>
            <a:lvl7pPr>
              <a:defRPr sz="975" b="0">
                <a:solidFill>
                  <a:srgbClr val="A8BAC8"/>
                </a:solidFill>
              </a:defRPr>
            </a:lvl7pPr>
            <a:lvl8pPr>
              <a:defRPr sz="975" b="0">
                <a:solidFill>
                  <a:srgbClr val="A8BAC8"/>
                </a:solidFill>
              </a:defRPr>
            </a:lvl8pPr>
            <a:lvl9pPr>
              <a:defRPr sz="97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A8BAC8"/>
                </a:solidFill>
              </a:defRPr>
            </a:pPr>
            <a:r>
              <a:rPr sz="975" b="0">
                <a:solidFill>
                  <a:srgbClr val="A8BAC8"/>
                </a:solidFill>
              </a:rPr>
              <a:t>Parquet • S3/MinIO • PostgreSQL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BDC9B1-F6C0-4322-A24C-0520E8435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667000"/>
            <a:ext cx="5095875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0E2638"/>
          </a:solidFill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A4A703-F66F-4278-816A-077C9B14C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667000"/>
            <a:ext cx="666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C0F9F9-78EF-41B0-9B61-7134FDC4B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743200"/>
            <a:ext cx="1571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F5F8FA"/>
                </a:solidFill>
              </a:defRPr>
            </a:defPPr>
            <a:lvl1pPr>
              <a:defRPr sz="1200" b="1">
                <a:solidFill>
                  <a:srgbClr val="F5F8FA"/>
                </a:solidFill>
              </a:defRPr>
            </a:lvl1pPr>
            <a:lvl2pPr>
              <a:defRPr sz="1200" b="1">
                <a:solidFill>
                  <a:srgbClr val="F5F8FA"/>
                </a:solidFill>
              </a:defRPr>
            </a:lvl2pPr>
            <a:lvl3pPr>
              <a:defRPr sz="1200" b="1">
                <a:solidFill>
                  <a:srgbClr val="F5F8FA"/>
                </a:solidFill>
              </a:defRPr>
            </a:lvl3pPr>
            <a:lvl4pPr>
              <a:defRPr sz="1200" b="1">
                <a:solidFill>
                  <a:srgbClr val="F5F8FA"/>
                </a:solidFill>
              </a:defRPr>
            </a:lvl4pPr>
            <a:lvl5pPr>
              <a:defRPr sz="1200" b="1">
                <a:solidFill>
                  <a:srgbClr val="F5F8FA"/>
                </a:solidFill>
              </a:defRPr>
            </a:lvl5pPr>
            <a:lvl6pPr>
              <a:defRPr sz="1200" b="1">
                <a:solidFill>
                  <a:srgbClr val="F5F8FA"/>
                </a:solidFill>
              </a:defRPr>
            </a:lvl6pPr>
            <a:lvl7pPr>
              <a:defRPr sz="1200" b="1">
                <a:solidFill>
                  <a:srgbClr val="F5F8FA"/>
                </a:solidFill>
              </a:defRPr>
            </a:lvl7pPr>
            <a:lvl8pPr>
              <a:defRPr sz="1200" b="1">
                <a:solidFill>
                  <a:srgbClr val="F5F8FA"/>
                </a:solidFill>
              </a:defRPr>
            </a:lvl8pPr>
            <a:lvl9pPr>
              <a:defRPr sz="120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5F8FA"/>
                </a:solidFill>
              </a:defRPr>
            </a:pPr>
            <a:r>
              <a:rPr sz="1200" b="1">
                <a:solidFill>
                  <a:srgbClr val="F5F8FA"/>
                </a:solidFill>
              </a:rPr>
              <a:t>Train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30627E-87F0-4D57-B99F-7CAD2FC06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743200"/>
            <a:ext cx="304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A8BAC8"/>
                </a:solidFill>
              </a:defRPr>
            </a:defPPr>
            <a:lvl1pPr>
              <a:defRPr sz="975" b="0">
                <a:solidFill>
                  <a:srgbClr val="A8BAC8"/>
                </a:solidFill>
              </a:defRPr>
            </a:lvl1pPr>
            <a:lvl2pPr>
              <a:defRPr sz="975" b="0">
                <a:solidFill>
                  <a:srgbClr val="A8BAC8"/>
                </a:solidFill>
              </a:defRPr>
            </a:lvl2pPr>
            <a:lvl3pPr>
              <a:defRPr sz="975" b="0">
                <a:solidFill>
                  <a:srgbClr val="A8BAC8"/>
                </a:solidFill>
              </a:defRPr>
            </a:lvl3pPr>
            <a:lvl4pPr>
              <a:defRPr sz="975" b="0">
                <a:solidFill>
                  <a:srgbClr val="A8BAC8"/>
                </a:solidFill>
              </a:defRPr>
            </a:lvl4pPr>
            <a:lvl5pPr>
              <a:defRPr sz="975" b="0">
                <a:solidFill>
                  <a:srgbClr val="A8BAC8"/>
                </a:solidFill>
              </a:defRPr>
            </a:lvl5pPr>
            <a:lvl6pPr>
              <a:defRPr sz="975" b="0">
                <a:solidFill>
                  <a:srgbClr val="A8BAC8"/>
                </a:solidFill>
              </a:defRPr>
            </a:lvl6pPr>
            <a:lvl7pPr>
              <a:defRPr sz="975" b="0">
                <a:solidFill>
                  <a:srgbClr val="A8BAC8"/>
                </a:solidFill>
              </a:defRPr>
            </a:lvl7pPr>
            <a:lvl8pPr>
              <a:defRPr sz="975" b="0">
                <a:solidFill>
                  <a:srgbClr val="A8BAC8"/>
                </a:solidFill>
              </a:defRPr>
            </a:lvl8pPr>
            <a:lvl9pPr>
              <a:defRPr sz="97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A8BAC8"/>
                </a:solidFill>
              </a:defRPr>
            </a:pPr>
            <a:r>
              <a:rPr sz="975" b="0">
                <a:solidFill>
                  <a:srgbClr val="A8BAC8"/>
                </a:solidFill>
              </a:rPr>
              <a:t>scikit-learn • LightGBM • MLflow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ACC4BD-BCF2-40ED-8375-860F35D0D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0"/>
            <a:ext cx="5095875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0E2638"/>
          </a:solidFill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BBBF38-CE7D-46D1-AAB5-C7F8E794E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0"/>
            <a:ext cx="666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C9D392-D656-4569-9BB7-27374B939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695700"/>
            <a:ext cx="1571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F5F8FA"/>
                </a:solidFill>
              </a:defRPr>
            </a:defPPr>
            <a:lvl1pPr>
              <a:defRPr sz="1200" b="1">
                <a:solidFill>
                  <a:srgbClr val="F5F8FA"/>
                </a:solidFill>
              </a:defRPr>
            </a:lvl1pPr>
            <a:lvl2pPr>
              <a:defRPr sz="1200" b="1">
                <a:solidFill>
                  <a:srgbClr val="F5F8FA"/>
                </a:solidFill>
              </a:defRPr>
            </a:lvl2pPr>
            <a:lvl3pPr>
              <a:defRPr sz="1200" b="1">
                <a:solidFill>
                  <a:srgbClr val="F5F8FA"/>
                </a:solidFill>
              </a:defRPr>
            </a:lvl3pPr>
            <a:lvl4pPr>
              <a:defRPr sz="1200" b="1">
                <a:solidFill>
                  <a:srgbClr val="F5F8FA"/>
                </a:solidFill>
              </a:defRPr>
            </a:lvl4pPr>
            <a:lvl5pPr>
              <a:defRPr sz="1200" b="1">
                <a:solidFill>
                  <a:srgbClr val="F5F8FA"/>
                </a:solidFill>
              </a:defRPr>
            </a:lvl5pPr>
            <a:lvl6pPr>
              <a:defRPr sz="1200" b="1">
                <a:solidFill>
                  <a:srgbClr val="F5F8FA"/>
                </a:solidFill>
              </a:defRPr>
            </a:lvl6pPr>
            <a:lvl7pPr>
              <a:defRPr sz="1200" b="1">
                <a:solidFill>
                  <a:srgbClr val="F5F8FA"/>
                </a:solidFill>
              </a:defRPr>
            </a:lvl7pPr>
            <a:lvl8pPr>
              <a:defRPr sz="1200" b="1">
                <a:solidFill>
                  <a:srgbClr val="F5F8FA"/>
                </a:solidFill>
              </a:defRPr>
            </a:lvl8pPr>
            <a:lvl9pPr>
              <a:defRPr sz="120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5F8FA"/>
                </a:solidFill>
              </a:defRPr>
            </a:pPr>
            <a:r>
              <a:rPr sz="1200" b="1">
                <a:solidFill>
                  <a:srgbClr val="F5F8FA"/>
                </a:solidFill>
              </a:rPr>
              <a:t>Serve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051771-2264-482C-873E-5470F6C37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695700"/>
            <a:ext cx="304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A8BAC8"/>
                </a:solidFill>
              </a:defRPr>
            </a:defPPr>
            <a:lvl1pPr>
              <a:defRPr sz="975" b="0">
                <a:solidFill>
                  <a:srgbClr val="A8BAC8"/>
                </a:solidFill>
              </a:defRPr>
            </a:lvl1pPr>
            <a:lvl2pPr>
              <a:defRPr sz="975" b="0">
                <a:solidFill>
                  <a:srgbClr val="A8BAC8"/>
                </a:solidFill>
              </a:defRPr>
            </a:lvl2pPr>
            <a:lvl3pPr>
              <a:defRPr sz="975" b="0">
                <a:solidFill>
                  <a:srgbClr val="A8BAC8"/>
                </a:solidFill>
              </a:defRPr>
            </a:lvl3pPr>
            <a:lvl4pPr>
              <a:defRPr sz="975" b="0">
                <a:solidFill>
                  <a:srgbClr val="A8BAC8"/>
                </a:solidFill>
              </a:defRPr>
            </a:lvl4pPr>
            <a:lvl5pPr>
              <a:defRPr sz="975" b="0">
                <a:solidFill>
                  <a:srgbClr val="A8BAC8"/>
                </a:solidFill>
              </a:defRPr>
            </a:lvl5pPr>
            <a:lvl6pPr>
              <a:defRPr sz="975" b="0">
                <a:solidFill>
                  <a:srgbClr val="A8BAC8"/>
                </a:solidFill>
              </a:defRPr>
            </a:lvl6pPr>
            <a:lvl7pPr>
              <a:defRPr sz="975" b="0">
                <a:solidFill>
                  <a:srgbClr val="A8BAC8"/>
                </a:solidFill>
              </a:defRPr>
            </a:lvl7pPr>
            <a:lvl8pPr>
              <a:defRPr sz="975" b="0">
                <a:solidFill>
                  <a:srgbClr val="A8BAC8"/>
                </a:solidFill>
              </a:defRPr>
            </a:lvl8pPr>
            <a:lvl9pPr>
              <a:defRPr sz="97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A8BAC8"/>
                </a:solidFill>
              </a:defRPr>
            </a:pPr>
            <a:r>
              <a:rPr sz="975" b="0">
                <a:solidFill>
                  <a:srgbClr val="A8BAC8"/>
                </a:solidFill>
              </a:rPr>
              <a:t>ONNX Runtime • FastAPI/gRPC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B9831E9-6F7A-4893-A139-181BF1900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619500"/>
            <a:ext cx="5095875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0E2638"/>
          </a:solidFill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CA859BF-CB23-4F9E-B91D-EF1B5D569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619500"/>
            <a:ext cx="666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FEB25FB-BC5E-412C-A8F8-4B8D0102E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695700"/>
            <a:ext cx="1571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F5F8FA"/>
                </a:solidFill>
              </a:defRPr>
            </a:defPPr>
            <a:lvl1pPr>
              <a:defRPr sz="1200" b="1">
                <a:solidFill>
                  <a:srgbClr val="F5F8FA"/>
                </a:solidFill>
              </a:defRPr>
            </a:lvl1pPr>
            <a:lvl2pPr>
              <a:defRPr sz="1200" b="1">
                <a:solidFill>
                  <a:srgbClr val="F5F8FA"/>
                </a:solidFill>
              </a:defRPr>
            </a:lvl2pPr>
            <a:lvl3pPr>
              <a:defRPr sz="1200" b="1">
                <a:solidFill>
                  <a:srgbClr val="F5F8FA"/>
                </a:solidFill>
              </a:defRPr>
            </a:lvl3pPr>
            <a:lvl4pPr>
              <a:defRPr sz="1200" b="1">
                <a:solidFill>
                  <a:srgbClr val="F5F8FA"/>
                </a:solidFill>
              </a:defRPr>
            </a:lvl4pPr>
            <a:lvl5pPr>
              <a:defRPr sz="1200" b="1">
                <a:solidFill>
                  <a:srgbClr val="F5F8FA"/>
                </a:solidFill>
              </a:defRPr>
            </a:lvl5pPr>
            <a:lvl6pPr>
              <a:defRPr sz="1200" b="1">
                <a:solidFill>
                  <a:srgbClr val="F5F8FA"/>
                </a:solidFill>
              </a:defRPr>
            </a:lvl6pPr>
            <a:lvl7pPr>
              <a:defRPr sz="1200" b="1">
                <a:solidFill>
                  <a:srgbClr val="F5F8FA"/>
                </a:solidFill>
              </a:defRPr>
            </a:lvl7pPr>
            <a:lvl8pPr>
              <a:defRPr sz="1200" b="1">
                <a:solidFill>
                  <a:srgbClr val="F5F8FA"/>
                </a:solidFill>
              </a:defRPr>
            </a:lvl8pPr>
            <a:lvl9pPr>
              <a:defRPr sz="120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5F8FA"/>
                </a:solidFill>
              </a:defRPr>
            </a:pPr>
            <a:r>
              <a:rPr sz="1200" b="1">
                <a:solidFill>
                  <a:srgbClr val="F5F8FA"/>
                </a:solidFill>
              </a:rPr>
              <a:t>Observe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EDC9E59-CD4D-44BC-872B-204854762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695700"/>
            <a:ext cx="304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A8BAC8"/>
                </a:solidFill>
              </a:defRPr>
            </a:defPPr>
            <a:lvl1pPr>
              <a:defRPr sz="975" b="0">
                <a:solidFill>
                  <a:srgbClr val="A8BAC8"/>
                </a:solidFill>
              </a:defRPr>
            </a:lvl1pPr>
            <a:lvl2pPr>
              <a:defRPr sz="975" b="0">
                <a:solidFill>
                  <a:srgbClr val="A8BAC8"/>
                </a:solidFill>
              </a:defRPr>
            </a:lvl2pPr>
            <a:lvl3pPr>
              <a:defRPr sz="975" b="0">
                <a:solidFill>
                  <a:srgbClr val="A8BAC8"/>
                </a:solidFill>
              </a:defRPr>
            </a:lvl3pPr>
            <a:lvl4pPr>
              <a:defRPr sz="975" b="0">
                <a:solidFill>
                  <a:srgbClr val="A8BAC8"/>
                </a:solidFill>
              </a:defRPr>
            </a:lvl4pPr>
            <a:lvl5pPr>
              <a:defRPr sz="975" b="0">
                <a:solidFill>
                  <a:srgbClr val="A8BAC8"/>
                </a:solidFill>
              </a:defRPr>
            </a:lvl5pPr>
            <a:lvl6pPr>
              <a:defRPr sz="975" b="0">
                <a:solidFill>
                  <a:srgbClr val="A8BAC8"/>
                </a:solidFill>
              </a:defRPr>
            </a:lvl6pPr>
            <a:lvl7pPr>
              <a:defRPr sz="975" b="0">
                <a:solidFill>
                  <a:srgbClr val="A8BAC8"/>
                </a:solidFill>
              </a:defRPr>
            </a:lvl7pPr>
            <a:lvl8pPr>
              <a:defRPr sz="975" b="0">
                <a:solidFill>
                  <a:srgbClr val="A8BAC8"/>
                </a:solidFill>
              </a:defRPr>
            </a:lvl8pPr>
            <a:lvl9pPr>
              <a:defRPr sz="97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A8BAC8"/>
                </a:solidFill>
              </a:defRPr>
            </a:pPr>
            <a:r>
              <a:rPr sz="975" b="0">
                <a:solidFill>
                  <a:srgbClr val="A8BAC8"/>
                </a:solidFill>
              </a:rPr>
              <a:t>Prometheus • Grafana • OpenTelemetry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B585887-1D3A-40CE-8E1A-616B4C321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0"/>
            <a:ext cx="5095875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0E2638"/>
          </a:solidFill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466A028-6E39-448C-9B1A-03CFF87B2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0"/>
            <a:ext cx="666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3DD8998-C2D3-494C-8BB3-1DE585EB1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648200"/>
            <a:ext cx="1571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F5F8FA"/>
                </a:solidFill>
              </a:defRPr>
            </a:defPPr>
            <a:lvl1pPr>
              <a:defRPr sz="1200" b="1">
                <a:solidFill>
                  <a:srgbClr val="F5F8FA"/>
                </a:solidFill>
              </a:defRPr>
            </a:lvl1pPr>
            <a:lvl2pPr>
              <a:defRPr sz="1200" b="1">
                <a:solidFill>
                  <a:srgbClr val="F5F8FA"/>
                </a:solidFill>
              </a:defRPr>
            </a:lvl2pPr>
            <a:lvl3pPr>
              <a:defRPr sz="1200" b="1">
                <a:solidFill>
                  <a:srgbClr val="F5F8FA"/>
                </a:solidFill>
              </a:defRPr>
            </a:lvl3pPr>
            <a:lvl4pPr>
              <a:defRPr sz="1200" b="1">
                <a:solidFill>
                  <a:srgbClr val="F5F8FA"/>
                </a:solidFill>
              </a:defRPr>
            </a:lvl4pPr>
            <a:lvl5pPr>
              <a:defRPr sz="1200" b="1">
                <a:solidFill>
                  <a:srgbClr val="F5F8FA"/>
                </a:solidFill>
              </a:defRPr>
            </a:lvl5pPr>
            <a:lvl6pPr>
              <a:defRPr sz="1200" b="1">
                <a:solidFill>
                  <a:srgbClr val="F5F8FA"/>
                </a:solidFill>
              </a:defRPr>
            </a:lvl6pPr>
            <a:lvl7pPr>
              <a:defRPr sz="1200" b="1">
                <a:solidFill>
                  <a:srgbClr val="F5F8FA"/>
                </a:solidFill>
              </a:defRPr>
            </a:lvl7pPr>
            <a:lvl8pPr>
              <a:defRPr sz="1200" b="1">
                <a:solidFill>
                  <a:srgbClr val="F5F8FA"/>
                </a:solidFill>
              </a:defRPr>
            </a:lvl8pPr>
            <a:lvl9pPr>
              <a:defRPr sz="120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5F8FA"/>
                </a:solidFill>
              </a:defRPr>
            </a:pPr>
            <a:r>
              <a:rPr sz="1200" b="1">
                <a:solidFill>
                  <a:srgbClr val="F5F8FA"/>
                </a:solidFill>
              </a:rPr>
              <a:t>Integrate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65467D9-D1FF-48E1-8311-DC87DADFC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648200"/>
            <a:ext cx="304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A8BAC8"/>
                </a:solidFill>
              </a:defRPr>
            </a:defPPr>
            <a:lvl1pPr>
              <a:defRPr sz="975" b="0">
                <a:solidFill>
                  <a:srgbClr val="A8BAC8"/>
                </a:solidFill>
              </a:defRPr>
            </a:lvl1pPr>
            <a:lvl2pPr>
              <a:defRPr sz="975" b="0">
                <a:solidFill>
                  <a:srgbClr val="A8BAC8"/>
                </a:solidFill>
              </a:defRPr>
            </a:lvl2pPr>
            <a:lvl3pPr>
              <a:defRPr sz="975" b="0">
                <a:solidFill>
                  <a:srgbClr val="A8BAC8"/>
                </a:solidFill>
              </a:defRPr>
            </a:lvl3pPr>
            <a:lvl4pPr>
              <a:defRPr sz="975" b="0">
                <a:solidFill>
                  <a:srgbClr val="A8BAC8"/>
                </a:solidFill>
              </a:defRPr>
            </a:lvl4pPr>
            <a:lvl5pPr>
              <a:defRPr sz="975" b="0">
                <a:solidFill>
                  <a:srgbClr val="A8BAC8"/>
                </a:solidFill>
              </a:defRPr>
            </a:lvl5pPr>
            <a:lvl6pPr>
              <a:defRPr sz="975" b="0">
                <a:solidFill>
                  <a:srgbClr val="A8BAC8"/>
                </a:solidFill>
              </a:defRPr>
            </a:lvl6pPr>
            <a:lvl7pPr>
              <a:defRPr sz="975" b="0">
                <a:solidFill>
                  <a:srgbClr val="A8BAC8"/>
                </a:solidFill>
              </a:defRPr>
            </a:lvl7pPr>
            <a:lvl8pPr>
              <a:defRPr sz="975" b="0">
                <a:solidFill>
                  <a:srgbClr val="A8BAC8"/>
                </a:solidFill>
              </a:defRPr>
            </a:lvl8pPr>
            <a:lvl9pPr>
              <a:defRPr sz="97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A8BAC8"/>
                </a:solidFill>
              </a:defRPr>
            </a:pPr>
            <a:r>
              <a:rPr sz="975" b="0">
                <a:solidFill>
                  <a:srgbClr val="A8BAC8"/>
                </a:solidFill>
              </a:rPr>
              <a:t>Splunk • Sentinel • Elastic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2C0E190-9655-4256-992B-9325C7EA4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572000"/>
            <a:ext cx="5095875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0E2638"/>
          </a:solidFill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00C5AE9-5FC8-449C-968F-6BD3CEA1C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572000"/>
            <a:ext cx="666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D70A9B3-B18E-4079-8D16-15340E38D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648200"/>
            <a:ext cx="1571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F5F8FA"/>
                </a:solidFill>
              </a:defRPr>
            </a:defPPr>
            <a:lvl1pPr>
              <a:defRPr sz="1200" b="1">
                <a:solidFill>
                  <a:srgbClr val="F5F8FA"/>
                </a:solidFill>
              </a:defRPr>
            </a:lvl1pPr>
            <a:lvl2pPr>
              <a:defRPr sz="1200" b="1">
                <a:solidFill>
                  <a:srgbClr val="F5F8FA"/>
                </a:solidFill>
              </a:defRPr>
            </a:lvl2pPr>
            <a:lvl3pPr>
              <a:defRPr sz="1200" b="1">
                <a:solidFill>
                  <a:srgbClr val="F5F8FA"/>
                </a:solidFill>
              </a:defRPr>
            </a:lvl3pPr>
            <a:lvl4pPr>
              <a:defRPr sz="1200" b="1">
                <a:solidFill>
                  <a:srgbClr val="F5F8FA"/>
                </a:solidFill>
              </a:defRPr>
            </a:lvl4pPr>
            <a:lvl5pPr>
              <a:defRPr sz="1200" b="1">
                <a:solidFill>
                  <a:srgbClr val="F5F8FA"/>
                </a:solidFill>
              </a:defRPr>
            </a:lvl5pPr>
            <a:lvl6pPr>
              <a:defRPr sz="1200" b="1">
                <a:solidFill>
                  <a:srgbClr val="F5F8FA"/>
                </a:solidFill>
              </a:defRPr>
            </a:lvl6pPr>
            <a:lvl7pPr>
              <a:defRPr sz="1200" b="1">
                <a:solidFill>
                  <a:srgbClr val="F5F8FA"/>
                </a:solidFill>
              </a:defRPr>
            </a:lvl7pPr>
            <a:lvl8pPr>
              <a:defRPr sz="1200" b="1">
                <a:solidFill>
                  <a:srgbClr val="F5F8FA"/>
                </a:solidFill>
              </a:defRPr>
            </a:lvl8pPr>
            <a:lvl9pPr>
              <a:defRPr sz="120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5F8FA"/>
                </a:solidFill>
              </a:defRPr>
            </a:pPr>
            <a:r>
              <a:rPr sz="1200" b="1">
                <a:solidFill>
                  <a:srgbClr val="F5F8FA"/>
                </a:solidFill>
              </a:rPr>
              <a:t>Secure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E451099-3B3F-49F0-BCA2-41729C483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648200"/>
            <a:ext cx="304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A8BAC8"/>
                </a:solidFill>
              </a:defRPr>
            </a:defPPr>
            <a:lvl1pPr>
              <a:defRPr sz="975" b="0">
                <a:solidFill>
                  <a:srgbClr val="A8BAC8"/>
                </a:solidFill>
              </a:defRPr>
            </a:lvl1pPr>
            <a:lvl2pPr>
              <a:defRPr sz="975" b="0">
                <a:solidFill>
                  <a:srgbClr val="A8BAC8"/>
                </a:solidFill>
              </a:defRPr>
            </a:lvl2pPr>
            <a:lvl3pPr>
              <a:defRPr sz="975" b="0">
                <a:solidFill>
                  <a:srgbClr val="A8BAC8"/>
                </a:solidFill>
              </a:defRPr>
            </a:lvl3pPr>
            <a:lvl4pPr>
              <a:defRPr sz="975" b="0">
                <a:solidFill>
                  <a:srgbClr val="A8BAC8"/>
                </a:solidFill>
              </a:defRPr>
            </a:lvl4pPr>
            <a:lvl5pPr>
              <a:defRPr sz="975" b="0">
                <a:solidFill>
                  <a:srgbClr val="A8BAC8"/>
                </a:solidFill>
              </a:defRPr>
            </a:lvl5pPr>
            <a:lvl6pPr>
              <a:defRPr sz="975" b="0">
                <a:solidFill>
                  <a:srgbClr val="A8BAC8"/>
                </a:solidFill>
              </a:defRPr>
            </a:lvl6pPr>
            <a:lvl7pPr>
              <a:defRPr sz="975" b="0">
                <a:solidFill>
                  <a:srgbClr val="A8BAC8"/>
                </a:solidFill>
              </a:defRPr>
            </a:lvl7pPr>
            <a:lvl8pPr>
              <a:defRPr sz="975" b="0">
                <a:solidFill>
                  <a:srgbClr val="A8BAC8"/>
                </a:solidFill>
              </a:defRPr>
            </a:lvl8pPr>
            <a:lvl9pPr>
              <a:defRPr sz="97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A8BAC8"/>
                </a:solidFill>
              </a:defRPr>
            </a:pPr>
            <a:r>
              <a:rPr sz="975" b="0">
                <a:solidFill>
                  <a:srgbClr val="A8BAC8"/>
                </a:solidFill>
              </a:rPr>
              <a:t>Vault/KMS • OPA • Cosign • mTLS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68FB0AF-EE12-4712-AFE3-FC7B03F8F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24550"/>
            <a:ext cx="10810875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9525">
            <a:solidFill>
              <a:srgbClr val="2EC4A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064AE04-5150-416F-B0ED-B0EC99545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24550"/>
            <a:ext cx="104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2EC4A6"/>
                </a:solidFill>
              </a:defRPr>
            </a:defPPr>
            <a:lvl1pPr>
              <a:defRPr sz="900" b="1">
                <a:solidFill>
                  <a:srgbClr val="2EC4A6"/>
                </a:solidFill>
              </a:defRPr>
            </a:lvl1pPr>
            <a:lvl2pPr>
              <a:defRPr sz="900" b="1">
                <a:solidFill>
                  <a:srgbClr val="2EC4A6"/>
                </a:solidFill>
              </a:defRPr>
            </a:lvl2pPr>
            <a:lvl3pPr>
              <a:defRPr sz="900" b="1">
                <a:solidFill>
                  <a:srgbClr val="2EC4A6"/>
                </a:solidFill>
              </a:defRPr>
            </a:lvl3pPr>
            <a:lvl4pPr>
              <a:defRPr sz="900" b="1">
                <a:solidFill>
                  <a:srgbClr val="2EC4A6"/>
                </a:solidFill>
              </a:defRPr>
            </a:lvl4pPr>
            <a:lvl5pPr>
              <a:defRPr sz="900" b="1">
                <a:solidFill>
                  <a:srgbClr val="2EC4A6"/>
                </a:solidFill>
              </a:defRPr>
            </a:lvl5pPr>
            <a:lvl6pPr>
              <a:defRPr sz="900" b="1">
                <a:solidFill>
                  <a:srgbClr val="2EC4A6"/>
                </a:solidFill>
              </a:defRPr>
            </a:lvl6pPr>
            <a:lvl7pPr>
              <a:defRPr sz="900" b="1">
                <a:solidFill>
                  <a:srgbClr val="2EC4A6"/>
                </a:solidFill>
              </a:defRPr>
            </a:lvl7pPr>
            <a:lvl8pPr>
              <a:defRPr sz="900" b="1">
                <a:solidFill>
                  <a:srgbClr val="2EC4A6"/>
                </a:solidFill>
              </a:defRPr>
            </a:lvl8pPr>
            <a:lvl9pPr>
              <a:defRPr sz="900" b="1">
                <a:solidFill>
                  <a:srgbClr val="2EC4A6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2EC4A6"/>
                </a:solidFill>
              </a:defRPr>
            </a:pPr>
            <a:r>
              <a:rPr sz="900" b="1">
                <a:solidFill>
                  <a:srgbClr val="2EC4A6"/>
                </a:solidFill>
              </a:rPr>
              <a:t>TAKEAWAY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D411011-93A6-48F0-8880-5CCEAEE48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924550"/>
            <a:ext cx="938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F5F8FA"/>
                </a:solidFill>
              </a:defRPr>
            </a:defPPr>
            <a:lvl1pPr>
              <a:defRPr sz="1125" b="1">
                <a:solidFill>
                  <a:srgbClr val="F5F8FA"/>
                </a:solidFill>
              </a:defRPr>
            </a:lvl1pPr>
            <a:lvl2pPr>
              <a:defRPr sz="1125" b="1">
                <a:solidFill>
                  <a:srgbClr val="F5F8FA"/>
                </a:solidFill>
              </a:defRPr>
            </a:lvl2pPr>
            <a:lvl3pPr>
              <a:defRPr sz="1125" b="1">
                <a:solidFill>
                  <a:srgbClr val="F5F8FA"/>
                </a:solidFill>
              </a:defRPr>
            </a:lvl3pPr>
            <a:lvl4pPr>
              <a:defRPr sz="1125" b="1">
                <a:solidFill>
                  <a:srgbClr val="F5F8FA"/>
                </a:solidFill>
              </a:defRPr>
            </a:lvl4pPr>
            <a:lvl5pPr>
              <a:defRPr sz="1125" b="1">
                <a:solidFill>
                  <a:srgbClr val="F5F8FA"/>
                </a:solidFill>
              </a:defRPr>
            </a:lvl5pPr>
            <a:lvl6pPr>
              <a:defRPr sz="1125" b="1">
                <a:solidFill>
                  <a:srgbClr val="F5F8FA"/>
                </a:solidFill>
              </a:defRPr>
            </a:lvl6pPr>
            <a:lvl7pPr>
              <a:defRPr sz="1125" b="1">
                <a:solidFill>
                  <a:srgbClr val="F5F8FA"/>
                </a:solidFill>
              </a:defRPr>
            </a:lvl7pPr>
            <a:lvl8pPr>
              <a:defRPr sz="1125" b="1">
                <a:solidFill>
                  <a:srgbClr val="F5F8FA"/>
                </a:solidFill>
              </a:defRPr>
            </a:lvl8pPr>
            <a:lvl9pPr>
              <a:defRPr sz="1125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F5F8FA"/>
                </a:solidFill>
              </a:defRPr>
            </a:pPr>
            <a:r>
              <a:rPr sz="1125" b="1">
                <a:solidFill>
                  <a:srgbClr val="F5F8FA"/>
                </a:solidFill>
              </a:rPr>
              <a:t>Start with the smallest viable stack, then add streaming and orchestration as volume and latency demand it.</a:t>
            </a:r>
          </a:p>
        </p:txBody>
      </p:sp>
    </p:spTree>
    <p:extLst>
      <p:ext uri="{BB962C8B-B14F-4D97-AF65-F5344CB8AC3E}">
        <p14:creationId xmlns:p14="http://schemas.microsoft.com/office/powerpoint/2010/main" val="201483254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7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689EE39-7DB4-4A1E-83E6-132F0556B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C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E7C0DB-F5A9-4476-9DDC-83ADF9082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6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29C7D8"/>
                </a:solidFill>
              </a:defRPr>
            </a:defPPr>
            <a:lvl1pPr>
              <a:defRPr sz="900" b="1">
                <a:solidFill>
                  <a:srgbClr val="29C7D8"/>
                </a:solidFill>
              </a:defRPr>
            </a:lvl1pPr>
            <a:lvl2pPr>
              <a:defRPr sz="900" b="1">
                <a:solidFill>
                  <a:srgbClr val="29C7D8"/>
                </a:solidFill>
              </a:defRPr>
            </a:lvl2pPr>
            <a:lvl3pPr>
              <a:defRPr sz="900" b="1">
                <a:solidFill>
                  <a:srgbClr val="29C7D8"/>
                </a:solidFill>
              </a:defRPr>
            </a:lvl3pPr>
            <a:lvl4pPr>
              <a:defRPr sz="900" b="1">
                <a:solidFill>
                  <a:srgbClr val="29C7D8"/>
                </a:solidFill>
              </a:defRPr>
            </a:lvl4pPr>
            <a:lvl5pPr>
              <a:defRPr sz="900" b="1">
                <a:solidFill>
                  <a:srgbClr val="29C7D8"/>
                </a:solidFill>
              </a:defRPr>
            </a:lvl5pPr>
            <a:lvl6pPr>
              <a:defRPr sz="900" b="1">
                <a:solidFill>
                  <a:srgbClr val="29C7D8"/>
                </a:solidFill>
              </a:defRPr>
            </a:lvl6pPr>
            <a:lvl7pPr>
              <a:defRPr sz="900" b="1">
                <a:solidFill>
                  <a:srgbClr val="29C7D8"/>
                </a:solidFill>
              </a:defRPr>
            </a:lvl7pPr>
            <a:lvl8pPr>
              <a:defRPr sz="900" b="1">
                <a:solidFill>
                  <a:srgbClr val="29C7D8"/>
                </a:solidFill>
              </a:defRPr>
            </a:lvl8pPr>
            <a:lvl9pPr>
              <a:defRPr sz="900" b="1">
                <a:solidFill>
                  <a:srgbClr val="29C7D8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29C7D8"/>
                </a:solidFill>
              </a:defRPr>
            </a:pPr>
            <a:r>
              <a:rPr sz="900" b="1">
                <a:solidFill>
                  <a:srgbClr val="29C7D8"/>
                </a:solidFill>
              </a:rPr>
              <a:t>APPENDIX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D9E555-AF88-4CF8-8C06-63FFFF09E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43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F5F8FA"/>
                </a:solidFill>
              </a:defRPr>
            </a:defPPr>
            <a:lvl1pPr>
              <a:defRPr sz="2550" b="1">
                <a:solidFill>
                  <a:srgbClr val="F5F8FA"/>
                </a:solidFill>
              </a:defRPr>
            </a:lvl1pPr>
            <a:lvl2pPr>
              <a:defRPr sz="2550" b="1">
                <a:solidFill>
                  <a:srgbClr val="F5F8FA"/>
                </a:solidFill>
              </a:defRPr>
            </a:lvl2pPr>
            <a:lvl3pPr>
              <a:defRPr sz="2550" b="1">
                <a:solidFill>
                  <a:srgbClr val="F5F8FA"/>
                </a:solidFill>
              </a:defRPr>
            </a:lvl3pPr>
            <a:lvl4pPr>
              <a:defRPr sz="2550" b="1">
                <a:solidFill>
                  <a:srgbClr val="F5F8FA"/>
                </a:solidFill>
              </a:defRPr>
            </a:lvl4pPr>
            <a:lvl5pPr>
              <a:defRPr sz="2550" b="1">
                <a:solidFill>
                  <a:srgbClr val="F5F8FA"/>
                </a:solidFill>
              </a:defRPr>
            </a:lvl5pPr>
            <a:lvl6pPr>
              <a:defRPr sz="2550" b="1">
                <a:solidFill>
                  <a:srgbClr val="F5F8FA"/>
                </a:solidFill>
              </a:defRPr>
            </a:lvl6pPr>
            <a:lvl7pPr>
              <a:defRPr sz="2550" b="1">
                <a:solidFill>
                  <a:srgbClr val="F5F8FA"/>
                </a:solidFill>
              </a:defRPr>
            </a:lvl7pPr>
            <a:lvl8pPr>
              <a:defRPr sz="2550" b="1">
                <a:solidFill>
                  <a:srgbClr val="F5F8FA"/>
                </a:solidFill>
              </a:defRPr>
            </a:lvl8pPr>
            <a:lvl9pPr>
              <a:defRPr sz="255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5F8FA"/>
                </a:solidFill>
              </a:defRPr>
            </a:pPr>
            <a:r>
              <a:rPr sz="2550" b="1">
                <a:solidFill>
                  <a:srgbClr val="F5F8FA"/>
                </a:solidFill>
              </a:rPr>
              <a:t>Appendix: MLOps, AIOps, and SecOps close different loops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D0BABE-795C-4761-8317-0F459FE31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287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A8BAC8"/>
                </a:solidFill>
              </a:defRPr>
            </a:defPPr>
            <a:lvl1pPr>
              <a:defRPr sz="1275" b="0">
                <a:solidFill>
                  <a:srgbClr val="A8BAC8"/>
                </a:solidFill>
              </a:defRPr>
            </a:lvl1pPr>
            <a:lvl2pPr>
              <a:defRPr sz="1275" b="0">
                <a:solidFill>
                  <a:srgbClr val="A8BAC8"/>
                </a:solidFill>
              </a:defRPr>
            </a:lvl2pPr>
            <a:lvl3pPr>
              <a:defRPr sz="1275" b="0">
                <a:solidFill>
                  <a:srgbClr val="A8BAC8"/>
                </a:solidFill>
              </a:defRPr>
            </a:lvl3pPr>
            <a:lvl4pPr>
              <a:defRPr sz="1275" b="0">
                <a:solidFill>
                  <a:srgbClr val="A8BAC8"/>
                </a:solidFill>
              </a:defRPr>
            </a:lvl4pPr>
            <a:lvl5pPr>
              <a:defRPr sz="1275" b="0">
                <a:solidFill>
                  <a:srgbClr val="A8BAC8"/>
                </a:solidFill>
              </a:defRPr>
            </a:lvl5pPr>
            <a:lvl6pPr>
              <a:defRPr sz="1275" b="0">
                <a:solidFill>
                  <a:srgbClr val="A8BAC8"/>
                </a:solidFill>
              </a:defRPr>
            </a:lvl6pPr>
            <a:lvl7pPr>
              <a:defRPr sz="1275" b="0">
                <a:solidFill>
                  <a:srgbClr val="A8BAC8"/>
                </a:solidFill>
              </a:defRPr>
            </a:lvl7pPr>
            <a:lvl8pPr>
              <a:defRPr sz="1275" b="0">
                <a:solidFill>
                  <a:srgbClr val="A8BAC8"/>
                </a:solidFill>
              </a:defRPr>
            </a:lvl8pPr>
            <a:lvl9pPr>
              <a:defRPr sz="127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A8BAC8"/>
                </a:solidFill>
              </a:defRPr>
            </a:pPr>
            <a:r>
              <a:rPr sz="1275" b="0">
                <a:solidFill>
                  <a:srgbClr val="A8BAC8"/>
                </a:solidFill>
              </a:rPr>
              <a:t>Production reliability needs model, platform, and analyst feedback to work together.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542741-DA59-40F1-8CEB-D611071C5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71600"/>
            <a:ext cx="11239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CEBC72-C0B7-4C60-A8C0-89C3EAC4A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A8BAC8"/>
                </a:solidFill>
              </a:defRPr>
            </a:defPPr>
            <a:lvl1pPr>
              <a:defRPr sz="900" b="1">
                <a:solidFill>
                  <a:srgbClr val="A8BAC8"/>
                </a:solidFill>
              </a:defRPr>
            </a:lvl1pPr>
            <a:lvl2pPr>
              <a:defRPr sz="900" b="1">
                <a:solidFill>
                  <a:srgbClr val="A8BAC8"/>
                </a:solidFill>
              </a:defRPr>
            </a:lvl2pPr>
            <a:lvl3pPr>
              <a:defRPr sz="900" b="1">
                <a:solidFill>
                  <a:srgbClr val="A8BAC8"/>
                </a:solidFill>
              </a:defRPr>
            </a:lvl3pPr>
            <a:lvl4pPr>
              <a:defRPr sz="900" b="1">
                <a:solidFill>
                  <a:srgbClr val="A8BAC8"/>
                </a:solidFill>
              </a:defRPr>
            </a:lvl4pPr>
            <a:lvl5pPr>
              <a:defRPr sz="900" b="1">
                <a:solidFill>
                  <a:srgbClr val="A8BAC8"/>
                </a:solidFill>
              </a:defRPr>
            </a:lvl5pPr>
            <a:lvl6pPr>
              <a:defRPr sz="900" b="1">
                <a:solidFill>
                  <a:srgbClr val="A8BAC8"/>
                </a:solidFill>
              </a:defRPr>
            </a:lvl6pPr>
            <a:lvl7pPr>
              <a:defRPr sz="900" b="1">
                <a:solidFill>
                  <a:srgbClr val="A8BAC8"/>
                </a:solidFill>
              </a:defRPr>
            </a:lvl7pPr>
            <a:lvl8pPr>
              <a:defRPr sz="900" b="1">
                <a:solidFill>
                  <a:srgbClr val="A8BAC8"/>
                </a:solidFill>
              </a:defRPr>
            </a:lvl8pPr>
            <a:lvl9pPr>
              <a:defRPr sz="900" b="1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A8BAC8"/>
                </a:solidFill>
              </a:defRPr>
            </a:pPr>
            <a:r>
              <a:rPr sz="900" b="1">
                <a:solidFill>
                  <a:srgbClr val="A8BAC8"/>
                </a:solidFill>
              </a:rPr>
              <a:t>19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DE6F02-B4C6-4C8E-A0F8-D4F8D4086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62125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E2638"/>
          </a:solidFill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E7814F-CF6F-4D79-9C69-76DB5452A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62125"/>
            <a:ext cx="666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C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080B09-E017-4ECC-8EDD-E213B696A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33575"/>
            <a:ext cx="2905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F5F8FA"/>
                </a:solidFill>
              </a:defRPr>
            </a:defPPr>
            <a:lvl1pPr>
              <a:defRPr sz="1350" b="1">
                <a:solidFill>
                  <a:srgbClr val="F5F8FA"/>
                </a:solidFill>
              </a:defRPr>
            </a:lvl1pPr>
            <a:lvl2pPr>
              <a:defRPr sz="1350" b="1">
                <a:solidFill>
                  <a:srgbClr val="F5F8FA"/>
                </a:solidFill>
              </a:defRPr>
            </a:lvl2pPr>
            <a:lvl3pPr>
              <a:defRPr sz="1350" b="1">
                <a:solidFill>
                  <a:srgbClr val="F5F8FA"/>
                </a:solidFill>
              </a:defRPr>
            </a:lvl3pPr>
            <a:lvl4pPr>
              <a:defRPr sz="1350" b="1">
                <a:solidFill>
                  <a:srgbClr val="F5F8FA"/>
                </a:solidFill>
              </a:defRPr>
            </a:lvl4pPr>
            <a:lvl5pPr>
              <a:defRPr sz="1350" b="1">
                <a:solidFill>
                  <a:srgbClr val="F5F8FA"/>
                </a:solidFill>
              </a:defRPr>
            </a:lvl5pPr>
            <a:lvl6pPr>
              <a:defRPr sz="1350" b="1">
                <a:solidFill>
                  <a:srgbClr val="F5F8FA"/>
                </a:solidFill>
              </a:defRPr>
            </a:lvl6pPr>
            <a:lvl7pPr>
              <a:defRPr sz="1350" b="1">
                <a:solidFill>
                  <a:srgbClr val="F5F8FA"/>
                </a:solidFill>
              </a:defRPr>
            </a:lvl7pPr>
            <a:lvl8pPr>
              <a:defRPr sz="1350" b="1">
                <a:solidFill>
                  <a:srgbClr val="F5F8FA"/>
                </a:solidFill>
              </a:defRPr>
            </a:lvl8pPr>
            <a:lvl9pPr>
              <a:defRPr sz="135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5F8FA"/>
                </a:solidFill>
              </a:defRPr>
            </a:pPr>
            <a:r>
              <a:rPr sz="1350" b="1">
                <a:solidFill>
                  <a:srgbClr val="F5F8FA"/>
                </a:solidFill>
              </a:rPr>
              <a:t>MLOps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440757-8D1A-4EE0-B876-17CA6AED1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33625"/>
            <a:ext cx="2905125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A8BAC8"/>
                </a:solidFill>
              </a:defRPr>
            </a:defPPr>
            <a:lvl1pPr>
              <a:defRPr sz="1125" b="0">
                <a:solidFill>
                  <a:srgbClr val="A8BAC8"/>
                </a:solidFill>
              </a:defRPr>
            </a:lvl1pPr>
            <a:lvl2pPr>
              <a:defRPr sz="1125" b="0">
                <a:solidFill>
                  <a:srgbClr val="A8BAC8"/>
                </a:solidFill>
              </a:defRPr>
            </a:lvl2pPr>
            <a:lvl3pPr>
              <a:defRPr sz="1125" b="0">
                <a:solidFill>
                  <a:srgbClr val="A8BAC8"/>
                </a:solidFill>
              </a:defRPr>
            </a:lvl3pPr>
            <a:lvl4pPr>
              <a:defRPr sz="1125" b="0">
                <a:solidFill>
                  <a:srgbClr val="A8BAC8"/>
                </a:solidFill>
              </a:defRPr>
            </a:lvl4pPr>
            <a:lvl5pPr>
              <a:defRPr sz="1125" b="0">
                <a:solidFill>
                  <a:srgbClr val="A8BAC8"/>
                </a:solidFill>
              </a:defRPr>
            </a:lvl5pPr>
            <a:lvl6pPr>
              <a:defRPr sz="1125" b="0">
                <a:solidFill>
                  <a:srgbClr val="A8BAC8"/>
                </a:solidFill>
              </a:defRPr>
            </a:lvl6pPr>
            <a:lvl7pPr>
              <a:defRPr sz="1125" b="0">
                <a:solidFill>
                  <a:srgbClr val="A8BAC8"/>
                </a:solidFill>
              </a:defRPr>
            </a:lvl7pPr>
            <a:lvl8pPr>
              <a:defRPr sz="1125" b="0">
                <a:solidFill>
                  <a:srgbClr val="A8BAC8"/>
                </a:solidFill>
              </a:defRPr>
            </a:lvl8pPr>
            <a:lvl9pPr>
              <a:defRPr sz="112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Data and model lineage</a:t>
            </a:r>
          </a:p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Validation gates</a:t>
            </a:r>
          </a:p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Registry and rollout</a:t>
            </a:r>
          </a:p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Drift and performance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8633C7-A625-4A02-97A3-2DB971771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762125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E2638"/>
          </a:solidFill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14C755-24AA-48B9-AE44-F365C006E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762125"/>
            <a:ext cx="666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3F897A-F2D0-416E-885F-B813630AE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933575"/>
            <a:ext cx="2905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F5F8FA"/>
                </a:solidFill>
              </a:defRPr>
            </a:defPPr>
            <a:lvl1pPr>
              <a:defRPr sz="1350" b="1">
                <a:solidFill>
                  <a:srgbClr val="F5F8FA"/>
                </a:solidFill>
              </a:defRPr>
            </a:lvl1pPr>
            <a:lvl2pPr>
              <a:defRPr sz="1350" b="1">
                <a:solidFill>
                  <a:srgbClr val="F5F8FA"/>
                </a:solidFill>
              </a:defRPr>
            </a:lvl2pPr>
            <a:lvl3pPr>
              <a:defRPr sz="1350" b="1">
                <a:solidFill>
                  <a:srgbClr val="F5F8FA"/>
                </a:solidFill>
              </a:defRPr>
            </a:lvl3pPr>
            <a:lvl4pPr>
              <a:defRPr sz="1350" b="1">
                <a:solidFill>
                  <a:srgbClr val="F5F8FA"/>
                </a:solidFill>
              </a:defRPr>
            </a:lvl4pPr>
            <a:lvl5pPr>
              <a:defRPr sz="1350" b="1">
                <a:solidFill>
                  <a:srgbClr val="F5F8FA"/>
                </a:solidFill>
              </a:defRPr>
            </a:lvl5pPr>
            <a:lvl6pPr>
              <a:defRPr sz="1350" b="1">
                <a:solidFill>
                  <a:srgbClr val="F5F8FA"/>
                </a:solidFill>
              </a:defRPr>
            </a:lvl6pPr>
            <a:lvl7pPr>
              <a:defRPr sz="1350" b="1">
                <a:solidFill>
                  <a:srgbClr val="F5F8FA"/>
                </a:solidFill>
              </a:defRPr>
            </a:lvl7pPr>
            <a:lvl8pPr>
              <a:defRPr sz="1350" b="1">
                <a:solidFill>
                  <a:srgbClr val="F5F8FA"/>
                </a:solidFill>
              </a:defRPr>
            </a:lvl8pPr>
            <a:lvl9pPr>
              <a:defRPr sz="135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5F8FA"/>
                </a:solidFill>
              </a:defRPr>
            </a:pPr>
            <a:r>
              <a:rPr sz="1350" b="1">
                <a:solidFill>
                  <a:srgbClr val="F5F8FA"/>
                </a:solidFill>
              </a:rPr>
              <a:t>AIOps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1FBFBC-C340-488A-A4E6-E449B33A1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333625"/>
            <a:ext cx="2905125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A8BAC8"/>
                </a:solidFill>
              </a:defRPr>
            </a:defPPr>
            <a:lvl1pPr>
              <a:defRPr sz="1125" b="0">
                <a:solidFill>
                  <a:srgbClr val="A8BAC8"/>
                </a:solidFill>
              </a:defRPr>
            </a:lvl1pPr>
            <a:lvl2pPr>
              <a:defRPr sz="1125" b="0">
                <a:solidFill>
                  <a:srgbClr val="A8BAC8"/>
                </a:solidFill>
              </a:defRPr>
            </a:lvl2pPr>
            <a:lvl3pPr>
              <a:defRPr sz="1125" b="0">
                <a:solidFill>
                  <a:srgbClr val="A8BAC8"/>
                </a:solidFill>
              </a:defRPr>
            </a:lvl3pPr>
            <a:lvl4pPr>
              <a:defRPr sz="1125" b="0">
                <a:solidFill>
                  <a:srgbClr val="A8BAC8"/>
                </a:solidFill>
              </a:defRPr>
            </a:lvl4pPr>
            <a:lvl5pPr>
              <a:defRPr sz="1125" b="0">
                <a:solidFill>
                  <a:srgbClr val="A8BAC8"/>
                </a:solidFill>
              </a:defRPr>
            </a:lvl5pPr>
            <a:lvl6pPr>
              <a:defRPr sz="1125" b="0">
                <a:solidFill>
                  <a:srgbClr val="A8BAC8"/>
                </a:solidFill>
              </a:defRPr>
            </a:lvl6pPr>
            <a:lvl7pPr>
              <a:defRPr sz="1125" b="0">
                <a:solidFill>
                  <a:srgbClr val="A8BAC8"/>
                </a:solidFill>
              </a:defRPr>
            </a:lvl7pPr>
            <a:lvl8pPr>
              <a:defRPr sz="1125" b="0">
                <a:solidFill>
                  <a:srgbClr val="A8BAC8"/>
                </a:solidFill>
              </a:defRPr>
            </a:lvl8pPr>
            <a:lvl9pPr>
              <a:defRPr sz="112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Pipeline and service health</a:t>
            </a:r>
          </a:p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Event correlation</a:t>
            </a:r>
          </a:p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Capacity and latency</a:t>
            </a:r>
          </a:p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Automated recovery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02F3B2-C3D7-4DBD-B1A7-4BE7131F5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762125"/>
            <a:ext cx="36195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E2638"/>
          </a:solidFill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640B73-612F-439D-A549-D73901CF7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762125"/>
            <a:ext cx="666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6F2BFA-6EE8-445D-802B-6AE8CA7CA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933575"/>
            <a:ext cx="319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F5F8FA"/>
                </a:solidFill>
              </a:defRPr>
            </a:defPPr>
            <a:lvl1pPr>
              <a:defRPr sz="1350" b="1">
                <a:solidFill>
                  <a:srgbClr val="F5F8FA"/>
                </a:solidFill>
              </a:defRPr>
            </a:lvl1pPr>
            <a:lvl2pPr>
              <a:defRPr sz="1350" b="1">
                <a:solidFill>
                  <a:srgbClr val="F5F8FA"/>
                </a:solidFill>
              </a:defRPr>
            </a:lvl2pPr>
            <a:lvl3pPr>
              <a:defRPr sz="1350" b="1">
                <a:solidFill>
                  <a:srgbClr val="F5F8FA"/>
                </a:solidFill>
              </a:defRPr>
            </a:lvl3pPr>
            <a:lvl4pPr>
              <a:defRPr sz="1350" b="1">
                <a:solidFill>
                  <a:srgbClr val="F5F8FA"/>
                </a:solidFill>
              </a:defRPr>
            </a:lvl4pPr>
            <a:lvl5pPr>
              <a:defRPr sz="1350" b="1">
                <a:solidFill>
                  <a:srgbClr val="F5F8FA"/>
                </a:solidFill>
              </a:defRPr>
            </a:lvl5pPr>
            <a:lvl6pPr>
              <a:defRPr sz="1350" b="1">
                <a:solidFill>
                  <a:srgbClr val="F5F8FA"/>
                </a:solidFill>
              </a:defRPr>
            </a:lvl6pPr>
            <a:lvl7pPr>
              <a:defRPr sz="1350" b="1">
                <a:solidFill>
                  <a:srgbClr val="F5F8FA"/>
                </a:solidFill>
              </a:defRPr>
            </a:lvl7pPr>
            <a:lvl8pPr>
              <a:defRPr sz="1350" b="1">
                <a:solidFill>
                  <a:srgbClr val="F5F8FA"/>
                </a:solidFill>
              </a:defRPr>
            </a:lvl8pPr>
            <a:lvl9pPr>
              <a:defRPr sz="135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5F8FA"/>
                </a:solidFill>
              </a:defRPr>
            </a:pPr>
            <a:r>
              <a:rPr sz="1350" b="1">
                <a:solidFill>
                  <a:srgbClr val="F5F8FA"/>
                </a:solidFill>
              </a:rPr>
              <a:t>SecOps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DC134A-09F5-483E-9F17-C9C5E7AD0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33625"/>
            <a:ext cx="3190875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A8BAC8"/>
                </a:solidFill>
              </a:defRPr>
            </a:defPPr>
            <a:lvl1pPr>
              <a:defRPr sz="1125" b="0">
                <a:solidFill>
                  <a:srgbClr val="A8BAC8"/>
                </a:solidFill>
              </a:defRPr>
            </a:lvl1pPr>
            <a:lvl2pPr>
              <a:defRPr sz="1125" b="0">
                <a:solidFill>
                  <a:srgbClr val="A8BAC8"/>
                </a:solidFill>
              </a:defRPr>
            </a:lvl2pPr>
            <a:lvl3pPr>
              <a:defRPr sz="1125" b="0">
                <a:solidFill>
                  <a:srgbClr val="A8BAC8"/>
                </a:solidFill>
              </a:defRPr>
            </a:lvl3pPr>
            <a:lvl4pPr>
              <a:defRPr sz="1125" b="0">
                <a:solidFill>
                  <a:srgbClr val="A8BAC8"/>
                </a:solidFill>
              </a:defRPr>
            </a:lvl4pPr>
            <a:lvl5pPr>
              <a:defRPr sz="1125" b="0">
                <a:solidFill>
                  <a:srgbClr val="A8BAC8"/>
                </a:solidFill>
              </a:defRPr>
            </a:lvl5pPr>
            <a:lvl6pPr>
              <a:defRPr sz="1125" b="0">
                <a:solidFill>
                  <a:srgbClr val="A8BAC8"/>
                </a:solidFill>
              </a:defRPr>
            </a:lvl6pPr>
            <a:lvl7pPr>
              <a:defRPr sz="1125" b="0">
                <a:solidFill>
                  <a:srgbClr val="A8BAC8"/>
                </a:solidFill>
              </a:defRPr>
            </a:lvl7pPr>
            <a:lvl8pPr>
              <a:defRPr sz="1125" b="0">
                <a:solidFill>
                  <a:srgbClr val="A8BAC8"/>
                </a:solidFill>
              </a:defRPr>
            </a:lvl8pPr>
            <a:lvl9pPr>
              <a:defRPr sz="112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Alert investigation</a:t>
            </a:r>
          </a:p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Incident response</a:t>
            </a:r>
          </a:p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Reviewed labels</a:t>
            </a:r>
          </a:p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Policy and threat context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96D6F6-DC8F-4647-84BB-DDE46660E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333750"/>
            <a:ext cx="2381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05CBBB-8523-49E6-A709-4AB40E1F1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267075"/>
            <a:ext cx="114300" cy="1333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746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89CD34-57F5-43A1-84FB-A70B0D77A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333750"/>
            <a:ext cx="2381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D43217-5184-4E16-AA37-96E09424B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267075"/>
            <a:ext cx="114300" cy="1333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746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43EA62-FBC2-4115-8C45-57DD822C9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24550"/>
            <a:ext cx="10810875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9525">
            <a:solidFill>
              <a:srgbClr val="2EC4A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C3ED2D-61B1-4BA2-BF2D-26E260AAA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24550"/>
            <a:ext cx="104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2EC4A6"/>
                </a:solidFill>
              </a:defRPr>
            </a:defPPr>
            <a:lvl1pPr>
              <a:defRPr sz="900" b="1">
                <a:solidFill>
                  <a:srgbClr val="2EC4A6"/>
                </a:solidFill>
              </a:defRPr>
            </a:lvl1pPr>
            <a:lvl2pPr>
              <a:defRPr sz="900" b="1">
                <a:solidFill>
                  <a:srgbClr val="2EC4A6"/>
                </a:solidFill>
              </a:defRPr>
            </a:lvl2pPr>
            <a:lvl3pPr>
              <a:defRPr sz="900" b="1">
                <a:solidFill>
                  <a:srgbClr val="2EC4A6"/>
                </a:solidFill>
              </a:defRPr>
            </a:lvl3pPr>
            <a:lvl4pPr>
              <a:defRPr sz="900" b="1">
                <a:solidFill>
                  <a:srgbClr val="2EC4A6"/>
                </a:solidFill>
              </a:defRPr>
            </a:lvl4pPr>
            <a:lvl5pPr>
              <a:defRPr sz="900" b="1">
                <a:solidFill>
                  <a:srgbClr val="2EC4A6"/>
                </a:solidFill>
              </a:defRPr>
            </a:lvl5pPr>
            <a:lvl6pPr>
              <a:defRPr sz="900" b="1">
                <a:solidFill>
                  <a:srgbClr val="2EC4A6"/>
                </a:solidFill>
              </a:defRPr>
            </a:lvl6pPr>
            <a:lvl7pPr>
              <a:defRPr sz="900" b="1">
                <a:solidFill>
                  <a:srgbClr val="2EC4A6"/>
                </a:solidFill>
              </a:defRPr>
            </a:lvl7pPr>
            <a:lvl8pPr>
              <a:defRPr sz="900" b="1">
                <a:solidFill>
                  <a:srgbClr val="2EC4A6"/>
                </a:solidFill>
              </a:defRPr>
            </a:lvl8pPr>
            <a:lvl9pPr>
              <a:defRPr sz="900" b="1">
                <a:solidFill>
                  <a:srgbClr val="2EC4A6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2EC4A6"/>
                </a:solidFill>
              </a:defRPr>
            </a:pPr>
            <a:r>
              <a:rPr sz="900" b="1">
                <a:solidFill>
                  <a:srgbClr val="2EC4A6"/>
                </a:solidFill>
              </a:rPr>
              <a:t>TAKEAWAY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8ADB2C-9B0A-4338-B1AE-FC23B600B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924550"/>
            <a:ext cx="938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F5F8FA"/>
                </a:solidFill>
              </a:defRPr>
            </a:defPPr>
            <a:lvl1pPr>
              <a:defRPr sz="1125" b="1">
                <a:solidFill>
                  <a:srgbClr val="F5F8FA"/>
                </a:solidFill>
              </a:defRPr>
            </a:lvl1pPr>
            <a:lvl2pPr>
              <a:defRPr sz="1125" b="1">
                <a:solidFill>
                  <a:srgbClr val="F5F8FA"/>
                </a:solidFill>
              </a:defRPr>
            </a:lvl2pPr>
            <a:lvl3pPr>
              <a:defRPr sz="1125" b="1">
                <a:solidFill>
                  <a:srgbClr val="F5F8FA"/>
                </a:solidFill>
              </a:defRPr>
            </a:lvl3pPr>
            <a:lvl4pPr>
              <a:defRPr sz="1125" b="1">
                <a:solidFill>
                  <a:srgbClr val="F5F8FA"/>
                </a:solidFill>
              </a:defRPr>
            </a:lvl4pPr>
            <a:lvl5pPr>
              <a:defRPr sz="1125" b="1">
                <a:solidFill>
                  <a:srgbClr val="F5F8FA"/>
                </a:solidFill>
              </a:defRPr>
            </a:lvl5pPr>
            <a:lvl6pPr>
              <a:defRPr sz="1125" b="1">
                <a:solidFill>
                  <a:srgbClr val="F5F8FA"/>
                </a:solidFill>
              </a:defRPr>
            </a:lvl6pPr>
            <a:lvl7pPr>
              <a:defRPr sz="1125" b="1">
                <a:solidFill>
                  <a:srgbClr val="F5F8FA"/>
                </a:solidFill>
              </a:defRPr>
            </a:lvl7pPr>
            <a:lvl8pPr>
              <a:defRPr sz="1125" b="1">
                <a:solidFill>
                  <a:srgbClr val="F5F8FA"/>
                </a:solidFill>
              </a:defRPr>
            </a:lvl8pPr>
            <a:lvl9pPr>
              <a:defRPr sz="1125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F5F8FA"/>
                </a:solidFill>
              </a:defRPr>
            </a:pPr>
            <a:r>
              <a:rPr sz="1125" b="1">
                <a:solidFill>
                  <a:srgbClr val="F5F8FA"/>
                </a:solidFill>
              </a:rPr>
              <a:t>The continuous-learning loop is only trustworthy when analyst feedback is reviewed and governed.</a:t>
            </a:r>
          </a:p>
        </p:txBody>
      </p:sp>
    </p:spTree>
    <p:extLst>
      <p:ext uri="{BB962C8B-B14F-4D97-AF65-F5344CB8AC3E}">
        <p14:creationId xmlns:p14="http://schemas.microsoft.com/office/powerpoint/2010/main" val="111383741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7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AD724C-E9B9-4E6C-BB33-CC46C6C9B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C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EDC55E-9289-49A0-9941-111EE51E2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6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29C7D8"/>
                </a:solidFill>
              </a:defRPr>
            </a:defPPr>
            <a:lvl1pPr>
              <a:defRPr sz="900" b="1">
                <a:solidFill>
                  <a:srgbClr val="29C7D8"/>
                </a:solidFill>
              </a:defRPr>
            </a:lvl1pPr>
            <a:lvl2pPr>
              <a:defRPr sz="900" b="1">
                <a:solidFill>
                  <a:srgbClr val="29C7D8"/>
                </a:solidFill>
              </a:defRPr>
            </a:lvl2pPr>
            <a:lvl3pPr>
              <a:defRPr sz="900" b="1">
                <a:solidFill>
                  <a:srgbClr val="29C7D8"/>
                </a:solidFill>
              </a:defRPr>
            </a:lvl3pPr>
            <a:lvl4pPr>
              <a:defRPr sz="900" b="1">
                <a:solidFill>
                  <a:srgbClr val="29C7D8"/>
                </a:solidFill>
              </a:defRPr>
            </a:lvl4pPr>
            <a:lvl5pPr>
              <a:defRPr sz="900" b="1">
                <a:solidFill>
                  <a:srgbClr val="29C7D8"/>
                </a:solidFill>
              </a:defRPr>
            </a:lvl5pPr>
            <a:lvl6pPr>
              <a:defRPr sz="900" b="1">
                <a:solidFill>
                  <a:srgbClr val="29C7D8"/>
                </a:solidFill>
              </a:defRPr>
            </a:lvl6pPr>
            <a:lvl7pPr>
              <a:defRPr sz="900" b="1">
                <a:solidFill>
                  <a:srgbClr val="29C7D8"/>
                </a:solidFill>
              </a:defRPr>
            </a:lvl7pPr>
            <a:lvl8pPr>
              <a:defRPr sz="900" b="1">
                <a:solidFill>
                  <a:srgbClr val="29C7D8"/>
                </a:solidFill>
              </a:defRPr>
            </a:lvl8pPr>
            <a:lvl9pPr>
              <a:defRPr sz="900" b="1">
                <a:solidFill>
                  <a:srgbClr val="29C7D8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29C7D8"/>
                </a:solidFill>
              </a:defRPr>
            </a:pPr>
            <a:r>
              <a:rPr sz="900" b="1">
                <a:solidFill>
                  <a:srgbClr val="29C7D8"/>
                </a:solidFill>
              </a:rPr>
              <a:t>APPENDIX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A14128-391C-4BA8-B02F-7135BB521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43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F5F8FA"/>
                </a:solidFill>
              </a:defRPr>
            </a:defPPr>
            <a:lvl1pPr>
              <a:defRPr sz="2550" b="1">
                <a:solidFill>
                  <a:srgbClr val="F5F8FA"/>
                </a:solidFill>
              </a:defRPr>
            </a:lvl1pPr>
            <a:lvl2pPr>
              <a:defRPr sz="2550" b="1">
                <a:solidFill>
                  <a:srgbClr val="F5F8FA"/>
                </a:solidFill>
              </a:defRPr>
            </a:lvl2pPr>
            <a:lvl3pPr>
              <a:defRPr sz="2550" b="1">
                <a:solidFill>
                  <a:srgbClr val="F5F8FA"/>
                </a:solidFill>
              </a:defRPr>
            </a:lvl3pPr>
            <a:lvl4pPr>
              <a:defRPr sz="2550" b="1">
                <a:solidFill>
                  <a:srgbClr val="F5F8FA"/>
                </a:solidFill>
              </a:defRPr>
            </a:lvl4pPr>
            <a:lvl5pPr>
              <a:defRPr sz="2550" b="1">
                <a:solidFill>
                  <a:srgbClr val="F5F8FA"/>
                </a:solidFill>
              </a:defRPr>
            </a:lvl5pPr>
            <a:lvl6pPr>
              <a:defRPr sz="2550" b="1">
                <a:solidFill>
                  <a:srgbClr val="F5F8FA"/>
                </a:solidFill>
              </a:defRPr>
            </a:lvl6pPr>
            <a:lvl7pPr>
              <a:defRPr sz="2550" b="1">
                <a:solidFill>
                  <a:srgbClr val="F5F8FA"/>
                </a:solidFill>
              </a:defRPr>
            </a:lvl7pPr>
            <a:lvl8pPr>
              <a:defRPr sz="2550" b="1">
                <a:solidFill>
                  <a:srgbClr val="F5F8FA"/>
                </a:solidFill>
              </a:defRPr>
            </a:lvl8pPr>
            <a:lvl9pPr>
              <a:defRPr sz="255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5F8FA"/>
                </a:solidFill>
              </a:defRPr>
            </a:pPr>
            <a:r>
              <a:rPr sz="2550" b="1">
                <a:solidFill>
                  <a:srgbClr val="F5F8FA"/>
                </a:solidFill>
              </a:rPr>
              <a:t>Appendix: limitations and responsible-use controls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591783-AA2B-4BD9-8AE0-52A6D96F8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287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A8BAC8"/>
                </a:solidFill>
              </a:defRPr>
            </a:defPPr>
            <a:lvl1pPr>
              <a:defRPr sz="1275" b="0">
                <a:solidFill>
                  <a:srgbClr val="A8BAC8"/>
                </a:solidFill>
              </a:defRPr>
            </a:lvl1pPr>
            <a:lvl2pPr>
              <a:defRPr sz="1275" b="0">
                <a:solidFill>
                  <a:srgbClr val="A8BAC8"/>
                </a:solidFill>
              </a:defRPr>
            </a:lvl2pPr>
            <a:lvl3pPr>
              <a:defRPr sz="1275" b="0">
                <a:solidFill>
                  <a:srgbClr val="A8BAC8"/>
                </a:solidFill>
              </a:defRPr>
            </a:lvl3pPr>
            <a:lvl4pPr>
              <a:defRPr sz="1275" b="0">
                <a:solidFill>
                  <a:srgbClr val="A8BAC8"/>
                </a:solidFill>
              </a:defRPr>
            </a:lvl4pPr>
            <a:lvl5pPr>
              <a:defRPr sz="1275" b="0">
                <a:solidFill>
                  <a:srgbClr val="A8BAC8"/>
                </a:solidFill>
              </a:defRPr>
            </a:lvl5pPr>
            <a:lvl6pPr>
              <a:defRPr sz="1275" b="0">
                <a:solidFill>
                  <a:srgbClr val="A8BAC8"/>
                </a:solidFill>
              </a:defRPr>
            </a:lvl6pPr>
            <a:lvl7pPr>
              <a:defRPr sz="1275" b="0">
                <a:solidFill>
                  <a:srgbClr val="A8BAC8"/>
                </a:solidFill>
              </a:defRPr>
            </a:lvl7pPr>
            <a:lvl8pPr>
              <a:defRPr sz="1275" b="0">
                <a:solidFill>
                  <a:srgbClr val="A8BAC8"/>
                </a:solidFill>
              </a:defRPr>
            </a:lvl8pPr>
            <a:lvl9pPr>
              <a:defRPr sz="127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A8BAC8"/>
                </a:solidFill>
              </a:defRPr>
            </a:pPr>
            <a:r>
              <a:rPr sz="1275" b="0">
                <a:solidFill>
                  <a:srgbClr val="A8BAC8"/>
                </a:solidFill>
              </a:rPr>
              <a:t>These boundaries define what the current evidence does and does not support.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973DBF-F15A-4A38-9B4C-DD0444E36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71600"/>
            <a:ext cx="11239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F9EB32-098E-4BCC-B61C-536E9575B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A8BAC8"/>
                </a:solidFill>
              </a:defRPr>
            </a:defPPr>
            <a:lvl1pPr>
              <a:defRPr sz="900" b="1">
                <a:solidFill>
                  <a:srgbClr val="A8BAC8"/>
                </a:solidFill>
              </a:defRPr>
            </a:lvl1pPr>
            <a:lvl2pPr>
              <a:defRPr sz="900" b="1">
                <a:solidFill>
                  <a:srgbClr val="A8BAC8"/>
                </a:solidFill>
              </a:defRPr>
            </a:lvl2pPr>
            <a:lvl3pPr>
              <a:defRPr sz="900" b="1">
                <a:solidFill>
                  <a:srgbClr val="A8BAC8"/>
                </a:solidFill>
              </a:defRPr>
            </a:lvl3pPr>
            <a:lvl4pPr>
              <a:defRPr sz="900" b="1">
                <a:solidFill>
                  <a:srgbClr val="A8BAC8"/>
                </a:solidFill>
              </a:defRPr>
            </a:lvl4pPr>
            <a:lvl5pPr>
              <a:defRPr sz="900" b="1">
                <a:solidFill>
                  <a:srgbClr val="A8BAC8"/>
                </a:solidFill>
              </a:defRPr>
            </a:lvl5pPr>
            <a:lvl6pPr>
              <a:defRPr sz="900" b="1">
                <a:solidFill>
                  <a:srgbClr val="A8BAC8"/>
                </a:solidFill>
              </a:defRPr>
            </a:lvl6pPr>
            <a:lvl7pPr>
              <a:defRPr sz="900" b="1">
                <a:solidFill>
                  <a:srgbClr val="A8BAC8"/>
                </a:solidFill>
              </a:defRPr>
            </a:lvl7pPr>
            <a:lvl8pPr>
              <a:defRPr sz="900" b="1">
                <a:solidFill>
                  <a:srgbClr val="A8BAC8"/>
                </a:solidFill>
              </a:defRPr>
            </a:lvl8pPr>
            <a:lvl9pPr>
              <a:defRPr sz="900" b="1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A8BAC8"/>
                </a:solidFill>
              </a:defRPr>
            </a:pPr>
            <a:r>
              <a:rPr sz="900" b="1">
                <a:solidFill>
                  <a:srgbClr val="A8BAC8"/>
                </a:solidFill>
              </a:rPr>
              <a:t>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BABB96-D6E1-4C44-BF34-C51BFB03C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14500"/>
            <a:ext cx="3333750" cy="3476625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0E2638"/>
          </a:solidFill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DD999C-7066-4F47-A2D0-F9A302681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14500"/>
            <a:ext cx="66675" cy="3476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C4246B-421E-4F9E-B481-460CD68FE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2905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F5F8FA"/>
                </a:solidFill>
              </a:defRPr>
            </a:defPPr>
            <a:lvl1pPr>
              <a:defRPr sz="1350" b="1">
                <a:solidFill>
                  <a:srgbClr val="F5F8FA"/>
                </a:solidFill>
              </a:defRPr>
            </a:lvl1pPr>
            <a:lvl2pPr>
              <a:defRPr sz="1350" b="1">
                <a:solidFill>
                  <a:srgbClr val="F5F8FA"/>
                </a:solidFill>
              </a:defRPr>
            </a:lvl2pPr>
            <a:lvl3pPr>
              <a:defRPr sz="1350" b="1">
                <a:solidFill>
                  <a:srgbClr val="F5F8FA"/>
                </a:solidFill>
              </a:defRPr>
            </a:lvl3pPr>
            <a:lvl4pPr>
              <a:defRPr sz="1350" b="1">
                <a:solidFill>
                  <a:srgbClr val="F5F8FA"/>
                </a:solidFill>
              </a:defRPr>
            </a:lvl4pPr>
            <a:lvl5pPr>
              <a:defRPr sz="1350" b="1">
                <a:solidFill>
                  <a:srgbClr val="F5F8FA"/>
                </a:solidFill>
              </a:defRPr>
            </a:lvl5pPr>
            <a:lvl6pPr>
              <a:defRPr sz="1350" b="1">
                <a:solidFill>
                  <a:srgbClr val="F5F8FA"/>
                </a:solidFill>
              </a:defRPr>
            </a:lvl6pPr>
            <a:lvl7pPr>
              <a:defRPr sz="1350" b="1">
                <a:solidFill>
                  <a:srgbClr val="F5F8FA"/>
                </a:solidFill>
              </a:defRPr>
            </a:lvl7pPr>
            <a:lvl8pPr>
              <a:defRPr sz="1350" b="1">
                <a:solidFill>
                  <a:srgbClr val="F5F8FA"/>
                </a:solidFill>
              </a:defRPr>
            </a:lvl8pPr>
            <a:lvl9pPr>
              <a:defRPr sz="135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5F8FA"/>
                </a:solidFill>
              </a:defRPr>
            </a:pPr>
            <a:r>
              <a:rPr sz="1350" b="1">
                <a:solidFill>
                  <a:srgbClr val="F5F8FA"/>
                </a:solidFill>
              </a:rPr>
              <a:t>Evidence limits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C4C92F-DAF2-429A-9C84-855687C3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86000"/>
            <a:ext cx="2905125" cy="2733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A8BAC8"/>
                </a:solidFill>
              </a:defRPr>
            </a:defPPr>
            <a:lvl1pPr>
              <a:defRPr sz="1125" b="0">
                <a:solidFill>
                  <a:srgbClr val="A8BAC8"/>
                </a:solidFill>
              </a:defRPr>
            </a:lvl1pPr>
            <a:lvl2pPr>
              <a:defRPr sz="1125" b="0">
                <a:solidFill>
                  <a:srgbClr val="A8BAC8"/>
                </a:solidFill>
              </a:defRPr>
            </a:lvl2pPr>
            <a:lvl3pPr>
              <a:defRPr sz="1125" b="0">
                <a:solidFill>
                  <a:srgbClr val="A8BAC8"/>
                </a:solidFill>
              </a:defRPr>
            </a:lvl3pPr>
            <a:lvl4pPr>
              <a:defRPr sz="1125" b="0">
                <a:solidFill>
                  <a:srgbClr val="A8BAC8"/>
                </a:solidFill>
              </a:defRPr>
            </a:lvl4pPr>
            <a:lvl5pPr>
              <a:defRPr sz="1125" b="0">
                <a:solidFill>
                  <a:srgbClr val="A8BAC8"/>
                </a:solidFill>
              </a:defRPr>
            </a:lvl5pPr>
            <a:lvl6pPr>
              <a:defRPr sz="1125" b="0">
                <a:solidFill>
                  <a:srgbClr val="A8BAC8"/>
                </a:solidFill>
              </a:defRPr>
            </a:lvl6pPr>
            <a:lvl7pPr>
              <a:defRPr sz="1125" b="0">
                <a:solidFill>
                  <a:srgbClr val="A8BAC8"/>
                </a:solidFill>
              </a:defRPr>
            </a:lvl7pPr>
            <a:lvl8pPr>
              <a:defRPr sz="1125" b="0">
                <a:solidFill>
                  <a:srgbClr val="A8BAC8"/>
                </a:solidFill>
              </a:defRPr>
            </a:lvl8pPr>
            <a:lvl9pPr>
              <a:defRPr sz="112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Two research datasets</a:t>
            </a:r>
          </a:p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Known lab conditions</a:t>
            </a:r>
          </a:p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No unseen third network</a:t>
            </a:r>
          </a:p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No adversarial validation</a:t>
            </a:r>
          </a:p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No live latency benchmark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18C384-0AC9-41EA-9A4A-8B92F69EF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714500"/>
            <a:ext cx="3333750" cy="3476625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0E2638"/>
          </a:solidFill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B5EF4E-E4C5-4FB7-ADA9-9E1A5F343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714500"/>
            <a:ext cx="66675" cy="3476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C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D7E497-1968-4101-89DD-6DD808737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885950"/>
            <a:ext cx="2905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F5F8FA"/>
                </a:solidFill>
              </a:defRPr>
            </a:defPPr>
            <a:lvl1pPr>
              <a:defRPr sz="1350" b="1">
                <a:solidFill>
                  <a:srgbClr val="F5F8FA"/>
                </a:solidFill>
              </a:defRPr>
            </a:lvl1pPr>
            <a:lvl2pPr>
              <a:defRPr sz="1350" b="1">
                <a:solidFill>
                  <a:srgbClr val="F5F8FA"/>
                </a:solidFill>
              </a:defRPr>
            </a:lvl2pPr>
            <a:lvl3pPr>
              <a:defRPr sz="1350" b="1">
                <a:solidFill>
                  <a:srgbClr val="F5F8FA"/>
                </a:solidFill>
              </a:defRPr>
            </a:lvl3pPr>
            <a:lvl4pPr>
              <a:defRPr sz="1350" b="1">
                <a:solidFill>
                  <a:srgbClr val="F5F8FA"/>
                </a:solidFill>
              </a:defRPr>
            </a:lvl4pPr>
            <a:lvl5pPr>
              <a:defRPr sz="1350" b="1">
                <a:solidFill>
                  <a:srgbClr val="F5F8FA"/>
                </a:solidFill>
              </a:defRPr>
            </a:lvl5pPr>
            <a:lvl6pPr>
              <a:defRPr sz="1350" b="1">
                <a:solidFill>
                  <a:srgbClr val="F5F8FA"/>
                </a:solidFill>
              </a:defRPr>
            </a:lvl6pPr>
            <a:lvl7pPr>
              <a:defRPr sz="1350" b="1">
                <a:solidFill>
                  <a:srgbClr val="F5F8FA"/>
                </a:solidFill>
              </a:defRPr>
            </a:lvl7pPr>
            <a:lvl8pPr>
              <a:defRPr sz="1350" b="1">
                <a:solidFill>
                  <a:srgbClr val="F5F8FA"/>
                </a:solidFill>
              </a:defRPr>
            </a:lvl8pPr>
            <a:lvl9pPr>
              <a:defRPr sz="135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5F8FA"/>
                </a:solidFill>
              </a:defRPr>
            </a:pPr>
            <a:r>
              <a:rPr sz="1350" b="1">
                <a:solidFill>
                  <a:srgbClr val="F5F8FA"/>
                </a:solidFill>
              </a:rPr>
              <a:t>Privacy controls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0299D8-5043-4F35-B253-2F173140D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286000"/>
            <a:ext cx="2905125" cy="2733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A8BAC8"/>
                </a:solidFill>
              </a:defRPr>
            </a:defPPr>
            <a:lvl1pPr>
              <a:defRPr sz="1125" b="0">
                <a:solidFill>
                  <a:srgbClr val="A8BAC8"/>
                </a:solidFill>
              </a:defRPr>
            </a:lvl1pPr>
            <a:lvl2pPr>
              <a:defRPr sz="1125" b="0">
                <a:solidFill>
                  <a:srgbClr val="A8BAC8"/>
                </a:solidFill>
              </a:defRPr>
            </a:lvl2pPr>
            <a:lvl3pPr>
              <a:defRPr sz="1125" b="0">
                <a:solidFill>
                  <a:srgbClr val="A8BAC8"/>
                </a:solidFill>
              </a:defRPr>
            </a:lvl3pPr>
            <a:lvl4pPr>
              <a:defRPr sz="1125" b="0">
                <a:solidFill>
                  <a:srgbClr val="A8BAC8"/>
                </a:solidFill>
              </a:defRPr>
            </a:lvl4pPr>
            <a:lvl5pPr>
              <a:defRPr sz="1125" b="0">
                <a:solidFill>
                  <a:srgbClr val="A8BAC8"/>
                </a:solidFill>
              </a:defRPr>
            </a:lvl5pPr>
            <a:lvl6pPr>
              <a:defRPr sz="1125" b="0">
                <a:solidFill>
                  <a:srgbClr val="A8BAC8"/>
                </a:solidFill>
              </a:defRPr>
            </a:lvl6pPr>
            <a:lvl7pPr>
              <a:defRPr sz="1125" b="0">
                <a:solidFill>
                  <a:srgbClr val="A8BAC8"/>
                </a:solidFill>
              </a:defRPr>
            </a:lvl7pPr>
            <a:lvl8pPr>
              <a:defRPr sz="1125" b="0">
                <a:solidFill>
                  <a:srgbClr val="A8BAC8"/>
                </a:solidFill>
              </a:defRPr>
            </a:lvl8pPr>
            <a:lvl9pPr>
              <a:defRPr sz="112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Local raw-data retention</a:t>
            </a:r>
          </a:p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Feature minimization</a:t>
            </a:r>
          </a:p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Redaction and aggregation</a:t>
            </a:r>
          </a:p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Encryption and access control</a:t>
            </a:r>
          </a:p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Governed retention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B127F9-850A-47D3-AD24-7A165246C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714500"/>
            <a:ext cx="3619500" cy="3476625"/>
          </a:xfrm>
          <a:prstGeom xmlns:a="http://schemas.openxmlformats.org/drawingml/2006/main" prst="roundRect">
            <a:avLst>
              <a:gd name="adj" fmla="val 3288"/>
            </a:avLst>
          </a:prstGeom>
          <a:solidFill xmlns:a="http://schemas.openxmlformats.org/drawingml/2006/main">
            <a:srgbClr val="0E2638"/>
          </a:solidFill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994032-4C7C-4E56-A661-8BFCD7BE1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714500"/>
            <a:ext cx="66675" cy="3476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A228D6-4BCA-4471-8641-5FF2D6A91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85950"/>
            <a:ext cx="319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F5F8FA"/>
                </a:solidFill>
              </a:defRPr>
            </a:defPPr>
            <a:lvl1pPr>
              <a:defRPr sz="1350" b="1">
                <a:solidFill>
                  <a:srgbClr val="F5F8FA"/>
                </a:solidFill>
              </a:defRPr>
            </a:lvl1pPr>
            <a:lvl2pPr>
              <a:defRPr sz="1350" b="1">
                <a:solidFill>
                  <a:srgbClr val="F5F8FA"/>
                </a:solidFill>
              </a:defRPr>
            </a:lvl2pPr>
            <a:lvl3pPr>
              <a:defRPr sz="1350" b="1">
                <a:solidFill>
                  <a:srgbClr val="F5F8FA"/>
                </a:solidFill>
              </a:defRPr>
            </a:lvl3pPr>
            <a:lvl4pPr>
              <a:defRPr sz="1350" b="1">
                <a:solidFill>
                  <a:srgbClr val="F5F8FA"/>
                </a:solidFill>
              </a:defRPr>
            </a:lvl4pPr>
            <a:lvl5pPr>
              <a:defRPr sz="1350" b="1">
                <a:solidFill>
                  <a:srgbClr val="F5F8FA"/>
                </a:solidFill>
              </a:defRPr>
            </a:lvl5pPr>
            <a:lvl6pPr>
              <a:defRPr sz="1350" b="1">
                <a:solidFill>
                  <a:srgbClr val="F5F8FA"/>
                </a:solidFill>
              </a:defRPr>
            </a:lvl6pPr>
            <a:lvl7pPr>
              <a:defRPr sz="1350" b="1">
                <a:solidFill>
                  <a:srgbClr val="F5F8FA"/>
                </a:solidFill>
              </a:defRPr>
            </a:lvl7pPr>
            <a:lvl8pPr>
              <a:defRPr sz="1350" b="1">
                <a:solidFill>
                  <a:srgbClr val="F5F8FA"/>
                </a:solidFill>
              </a:defRPr>
            </a:lvl8pPr>
            <a:lvl9pPr>
              <a:defRPr sz="135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5F8FA"/>
                </a:solidFill>
              </a:defRPr>
            </a:pPr>
            <a:r>
              <a:rPr sz="1350" b="1">
                <a:solidFill>
                  <a:srgbClr val="F5F8FA"/>
                </a:solidFill>
              </a:rPr>
              <a:t>AI disclosure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8D7C03-1AD0-4269-82AB-158C33D6A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86000"/>
            <a:ext cx="3190875" cy="2733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A8BAC8"/>
                </a:solidFill>
              </a:defRPr>
            </a:defPPr>
            <a:lvl1pPr>
              <a:defRPr sz="1125" b="0">
                <a:solidFill>
                  <a:srgbClr val="A8BAC8"/>
                </a:solidFill>
              </a:defRPr>
            </a:lvl1pPr>
            <a:lvl2pPr>
              <a:defRPr sz="1125" b="0">
                <a:solidFill>
                  <a:srgbClr val="A8BAC8"/>
                </a:solidFill>
              </a:defRPr>
            </a:lvl2pPr>
            <a:lvl3pPr>
              <a:defRPr sz="1125" b="0">
                <a:solidFill>
                  <a:srgbClr val="A8BAC8"/>
                </a:solidFill>
              </a:defRPr>
            </a:lvl3pPr>
            <a:lvl4pPr>
              <a:defRPr sz="1125" b="0">
                <a:solidFill>
                  <a:srgbClr val="A8BAC8"/>
                </a:solidFill>
              </a:defRPr>
            </a:lvl4pPr>
            <a:lvl5pPr>
              <a:defRPr sz="1125" b="0">
                <a:solidFill>
                  <a:srgbClr val="A8BAC8"/>
                </a:solidFill>
              </a:defRPr>
            </a:lvl5pPr>
            <a:lvl6pPr>
              <a:defRPr sz="1125" b="0">
                <a:solidFill>
                  <a:srgbClr val="A8BAC8"/>
                </a:solidFill>
              </a:defRPr>
            </a:lvl6pPr>
            <a:lvl7pPr>
              <a:defRPr sz="1125" b="0">
                <a:solidFill>
                  <a:srgbClr val="A8BAC8"/>
                </a:solidFill>
              </a:defRPr>
            </a:lvl7pPr>
            <a:lvl8pPr>
              <a:defRPr sz="1125" b="0">
                <a:solidFill>
                  <a:srgbClr val="A8BAC8"/>
                </a:solidFill>
              </a:defRPr>
            </a:lvl8pPr>
            <a:lvl9pPr>
              <a:defRPr sz="112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LLM assistance may support drafting, code generation, and documentation. Results must remain reproducible, reviewed, and attributed according to course policy.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7F0561-4F82-47B7-B9F8-A297C2C2C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24550"/>
            <a:ext cx="10810875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9525">
            <a:solidFill>
              <a:srgbClr val="2EC4A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3A8782-C3DF-4351-B5ED-D0BA03C7E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24550"/>
            <a:ext cx="104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2EC4A6"/>
                </a:solidFill>
              </a:defRPr>
            </a:defPPr>
            <a:lvl1pPr>
              <a:defRPr sz="900" b="1">
                <a:solidFill>
                  <a:srgbClr val="2EC4A6"/>
                </a:solidFill>
              </a:defRPr>
            </a:lvl1pPr>
            <a:lvl2pPr>
              <a:defRPr sz="900" b="1">
                <a:solidFill>
                  <a:srgbClr val="2EC4A6"/>
                </a:solidFill>
              </a:defRPr>
            </a:lvl2pPr>
            <a:lvl3pPr>
              <a:defRPr sz="900" b="1">
                <a:solidFill>
                  <a:srgbClr val="2EC4A6"/>
                </a:solidFill>
              </a:defRPr>
            </a:lvl3pPr>
            <a:lvl4pPr>
              <a:defRPr sz="900" b="1">
                <a:solidFill>
                  <a:srgbClr val="2EC4A6"/>
                </a:solidFill>
              </a:defRPr>
            </a:lvl4pPr>
            <a:lvl5pPr>
              <a:defRPr sz="900" b="1">
                <a:solidFill>
                  <a:srgbClr val="2EC4A6"/>
                </a:solidFill>
              </a:defRPr>
            </a:lvl5pPr>
            <a:lvl6pPr>
              <a:defRPr sz="900" b="1">
                <a:solidFill>
                  <a:srgbClr val="2EC4A6"/>
                </a:solidFill>
              </a:defRPr>
            </a:lvl6pPr>
            <a:lvl7pPr>
              <a:defRPr sz="900" b="1">
                <a:solidFill>
                  <a:srgbClr val="2EC4A6"/>
                </a:solidFill>
              </a:defRPr>
            </a:lvl7pPr>
            <a:lvl8pPr>
              <a:defRPr sz="900" b="1">
                <a:solidFill>
                  <a:srgbClr val="2EC4A6"/>
                </a:solidFill>
              </a:defRPr>
            </a:lvl8pPr>
            <a:lvl9pPr>
              <a:defRPr sz="900" b="1">
                <a:solidFill>
                  <a:srgbClr val="2EC4A6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2EC4A6"/>
                </a:solidFill>
              </a:defRPr>
            </a:pPr>
            <a:r>
              <a:rPr sz="900" b="1">
                <a:solidFill>
                  <a:srgbClr val="2EC4A6"/>
                </a:solidFill>
              </a:rPr>
              <a:t>TAKEAWAY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BA34E1-A45F-423D-B368-616BB4A56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924550"/>
            <a:ext cx="938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F5F8FA"/>
                </a:solidFill>
              </a:defRPr>
            </a:defPPr>
            <a:lvl1pPr>
              <a:defRPr sz="1125" b="1">
                <a:solidFill>
                  <a:srgbClr val="F5F8FA"/>
                </a:solidFill>
              </a:defRPr>
            </a:lvl1pPr>
            <a:lvl2pPr>
              <a:defRPr sz="1125" b="1">
                <a:solidFill>
                  <a:srgbClr val="F5F8FA"/>
                </a:solidFill>
              </a:defRPr>
            </a:lvl2pPr>
            <a:lvl3pPr>
              <a:defRPr sz="1125" b="1">
                <a:solidFill>
                  <a:srgbClr val="F5F8FA"/>
                </a:solidFill>
              </a:defRPr>
            </a:lvl3pPr>
            <a:lvl4pPr>
              <a:defRPr sz="1125" b="1">
                <a:solidFill>
                  <a:srgbClr val="F5F8FA"/>
                </a:solidFill>
              </a:defRPr>
            </a:lvl4pPr>
            <a:lvl5pPr>
              <a:defRPr sz="1125" b="1">
                <a:solidFill>
                  <a:srgbClr val="F5F8FA"/>
                </a:solidFill>
              </a:defRPr>
            </a:lvl5pPr>
            <a:lvl6pPr>
              <a:defRPr sz="1125" b="1">
                <a:solidFill>
                  <a:srgbClr val="F5F8FA"/>
                </a:solidFill>
              </a:defRPr>
            </a:lvl6pPr>
            <a:lvl7pPr>
              <a:defRPr sz="1125" b="1">
                <a:solidFill>
                  <a:srgbClr val="F5F8FA"/>
                </a:solidFill>
              </a:defRPr>
            </a:lvl7pPr>
            <a:lvl8pPr>
              <a:defRPr sz="1125" b="1">
                <a:solidFill>
                  <a:srgbClr val="F5F8FA"/>
                </a:solidFill>
              </a:defRPr>
            </a:lvl8pPr>
            <a:lvl9pPr>
              <a:defRPr sz="1125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F5F8FA"/>
                </a:solidFill>
              </a:defRPr>
            </a:pPr>
            <a:r>
              <a:rPr sz="1125" b="1">
                <a:solidFill>
                  <a:srgbClr val="F5F8FA"/>
                </a:solidFill>
              </a:rPr>
              <a:t>The next proof point is a controlled shadow deployment on newer, independently collected traffic.</a:t>
            </a:r>
          </a:p>
        </p:txBody>
      </p:sp>
    </p:spTree>
    <p:extLst>
      <p:ext uri="{BB962C8B-B14F-4D97-AF65-F5344CB8AC3E}">
        <p14:creationId xmlns:p14="http://schemas.microsoft.com/office/powerpoint/2010/main" val="9982881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2026-10-25T20:38:47.3120000Z</dcterms:created>
  <dcterms:modified xsi:type="dcterms:W3CDTF">2026-10-25T20:38:47.3120000Z</dcterms:modified>
</coreProperties>
</file>
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3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4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5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slides/charts/chart6.xml" ContentType="application/vnd.openxmlformats-officedocument.drawingml.chart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51fb0ae2dfc4e50" /><Relationship Type="http://schemas.openxmlformats.org/officeDocument/2006/relationships/extended-properties" Target="/docProps/app.xml" Id="Rf0747f37571140ee" /><Relationship Type="http://schemas.openxmlformats.org/officeDocument/2006/relationships/officeDocument" Target="/ppt/presentation.xml" Id="R4ae35b91981342b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76891172b434172"/>
  </p:sldMasterIdLst>
  <p:notesMasterIdLst>
    <p:notesMasterId xmlns:r="http://schemas.openxmlformats.org/officeDocument/2006/relationships" r:id="Re689d2c5e9f14312"/>
  </p:notesMasterIdLst>
  <p:sldIdLst>
    <p:sldId xmlns:r="http://schemas.openxmlformats.org/officeDocument/2006/relationships" id="256" r:id="R412057386c0e4c5f"/>
    <p:sldId xmlns:r="http://schemas.openxmlformats.org/officeDocument/2006/relationships" id="257" r:id="Rde9f92db9b144f7a"/>
    <p:sldId xmlns:r="http://schemas.openxmlformats.org/officeDocument/2006/relationships" id="258" r:id="R9a8d7add9f0c4b7c"/>
    <p:sldId xmlns:r="http://schemas.openxmlformats.org/officeDocument/2006/relationships" id="259" r:id="R3a88c3d36c724ac8"/>
    <p:sldId xmlns:r="http://schemas.openxmlformats.org/officeDocument/2006/relationships" id="260" r:id="Rd7c6d965ce764634"/>
    <p:sldId xmlns:r="http://schemas.openxmlformats.org/officeDocument/2006/relationships" id="261" r:id="Rc7e9d9ca274e461a"/>
    <p:sldId xmlns:r="http://schemas.openxmlformats.org/officeDocument/2006/relationships" id="262" r:id="Ra4b727906734407f"/>
    <p:sldId xmlns:r="http://schemas.openxmlformats.org/officeDocument/2006/relationships" id="263" r:id="Rca1fea69bc8a4a06"/>
    <p:sldId xmlns:r="http://schemas.openxmlformats.org/officeDocument/2006/relationships" id="264" r:id="R0417f41c2435498b"/>
    <p:sldId xmlns:r="http://schemas.openxmlformats.org/officeDocument/2006/relationships" id="265" r:id="Re7cbbd616cbc46e9"/>
    <p:sldId xmlns:r="http://schemas.openxmlformats.org/officeDocument/2006/relationships" id="266" r:id="R0015df6df07c478f"/>
    <p:sldId xmlns:r="http://schemas.openxmlformats.org/officeDocument/2006/relationships" id="267" r:id="Re8c83eea89cc4dbb"/>
    <p:sldId xmlns:r="http://schemas.openxmlformats.org/officeDocument/2006/relationships" id="268" r:id="R7ad4036bbfe94523"/>
    <p:sldId xmlns:r="http://schemas.openxmlformats.org/officeDocument/2006/relationships" id="269" r:id="R8b4beb63ea8b422b"/>
    <p:sldId xmlns:r="http://schemas.openxmlformats.org/officeDocument/2006/relationships" id="270" r:id="R592ca190813249a7"/>
    <p:sldId xmlns:r="http://schemas.openxmlformats.org/officeDocument/2006/relationships" id="271" r:id="R75d3556875f448d4"/>
    <p:sldId xmlns:r="http://schemas.openxmlformats.org/officeDocument/2006/relationships" id="272" r:id="Rc820a09f47ba443b"/>
    <p:sldId xmlns:r="http://schemas.openxmlformats.org/officeDocument/2006/relationships" id="273" r:id="R9a68fbc7f50f441d"/>
    <p:sldId xmlns:r="http://schemas.openxmlformats.org/officeDocument/2006/relationships" id="274" r:id="Ra09bae8b312a40b4"/>
    <p:sldId xmlns:r="http://schemas.openxmlformats.org/officeDocument/2006/relationships" id="275" r:id="R5fc772d64f29400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3840d2251134467" /><Relationship Type="http://schemas.openxmlformats.org/officeDocument/2006/relationships/slideMaster" Target="/ppt/slideMasters/slideMaster1.xml" Id="R676891172b434172" /><Relationship Type="http://schemas.openxmlformats.org/officeDocument/2006/relationships/notesMaster" Target="/ppt/notesMasters/notesMaster1.xml" Id="Re689d2c5e9f14312" /><Relationship Type="http://schemas.openxmlformats.org/officeDocument/2006/relationships/presProps" Target="/ppt/presProps.xml" Id="R53346cf00a5541d5" /><Relationship Type="http://schemas.openxmlformats.org/officeDocument/2006/relationships/tableStyles" Target="/ppt/tableStyles.xml" Id="Rcf3181a8e67f46ea" /><Relationship Type="http://schemas.openxmlformats.org/officeDocument/2006/relationships/slide" Target="/ppt/slides/slide1.xml" Id="R412057386c0e4c5f" /><Relationship Type="http://schemas.openxmlformats.org/officeDocument/2006/relationships/slide" Target="/ppt/slides/slide2.xml" Id="Rde9f92db9b144f7a" /><Relationship Type="http://schemas.openxmlformats.org/officeDocument/2006/relationships/slide" Target="/ppt/slides/slide3.xml" Id="R9a8d7add9f0c4b7c" /><Relationship Type="http://schemas.openxmlformats.org/officeDocument/2006/relationships/slide" Target="/ppt/slides/slide4.xml" Id="R3a88c3d36c724ac8" /><Relationship Type="http://schemas.openxmlformats.org/officeDocument/2006/relationships/slide" Target="/ppt/slides/slide5.xml" Id="Rd7c6d965ce764634" /><Relationship Type="http://schemas.openxmlformats.org/officeDocument/2006/relationships/slide" Target="/ppt/slides/slide6.xml" Id="Rc7e9d9ca274e461a" /><Relationship Type="http://schemas.openxmlformats.org/officeDocument/2006/relationships/slide" Target="/ppt/slides/slide7.xml" Id="Ra4b727906734407f" /><Relationship Type="http://schemas.openxmlformats.org/officeDocument/2006/relationships/slide" Target="/ppt/slides/slide8.xml" Id="Rca1fea69bc8a4a06" /><Relationship Type="http://schemas.openxmlformats.org/officeDocument/2006/relationships/slide" Target="/ppt/slides/slide9.xml" Id="R0417f41c2435498b" /><Relationship Type="http://schemas.openxmlformats.org/officeDocument/2006/relationships/slide" Target="/ppt/slides/slide10.xml" Id="Re7cbbd616cbc46e9" /><Relationship Type="http://schemas.openxmlformats.org/officeDocument/2006/relationships/slide" Target="/ppt/slides/slide11.xml" Id="R0015df6df07c478f" /><Relationship Type="http://schemas.openxmlformats.org/officeDocument/2006/relationships/slide" Target="/ppt/slides/slide12.xml" Id="Re8c83eea89cc4dbb" /><Relationship Type="http://schemas.openxmlformats.org/officeDocument/2006/relationships/slide" Target="/ppt/slides/slide13.xml" Id="R7ad4036bbfe94523" /><Relationship Type="http://schemas.openxmlformats.org/officeDocument/2006/relationships/slide" Target="/ppt/slides/slide14.xml" Id="R8b4beb63ea8b422b" /><Relationship Type="http://schemas.openxmlformats.org/officeDocument/2006/relationships/slide" Target="/ppt/slides/slide15.xml" Id="R592ca190813249a7" /><Relationship Type="http://schemas.openxmlformats.org/officeDocument/2006/relationships/slide" Target="/ppt/slides/slide16.xml" Id="R75d3556875f448d4" /><Relationship Type="http://schemas.openxmlformats.org/officeDocument/2006/relationships/slide" Target="/ppt/slides/slide17.xml" Id="Rc820a09f47ba443b" /><Relationship Type="http://schemas.openxmlformats.org/officeDocument/2006/relationships/slide" Target="/ppt/slides/slide18.xml" Id="R9a68fbc7f50f441d" /><Relationship Type="http://schemas.openxmlformats.org/officeDocument/2006/relationships/slide" Target="/ppt/slides/slide19.xml" Id="Ra09bae8b312a40b4" /><Relationship Type="http://schemas.openxmlformats.org/officeDocument/2006/relationships/slide" Target="/ppt/slides/slide20.xml" Id="R5fc772d64f29400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60ac2887f5543e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89b0efc9527409e" /><Relationship Type="http://schemas.openxmlformats.org/officeDocument/2006/relationships/notesMaster" Target="/ppt/notesMasters/notesMaster1.xml" Id="R131b4cb1807749c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3e26645f9444707" /><Relationship Type="http://schemas.openxmlformats.org/officeDocument/2006/relationships/notesMaster" Target="/ppt/notesMasters/notesMaster1.xml" Id="R8c341c62847f496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eb16435e4564121" /><Relationship Type="http://schemas.openxmlformats.org/officeDocument/2006/relationships/notesMaster" Target="/ppt/notesMasters/notesMaster1.xml" Id="R45c029e65bac475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3ad02b49a7b48c6" /><Relationship Type="http://schemas.openxmlformats.org/officeDocument/2006/relationships/notesMaster" Target="/ppt/notesMasters/notesMaster1.xml" Id="Rec14ab5c3cf045b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b3d8ae632a04681" /><Relationship Type="http://schemas.openxmlformats.org/officeDocument/2006/relationships/notesMaster" Target="/ppt/notesMasters/notesMaster1.xml" Id="Rf559f9676d84428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8f26b1c4bd5473c" /><Relationship Type="http://schemas.openxmlformats.org/officeDocument/2006/relationships/notesMaster" Target="/ppt/notesMasters/notesMaster1.xml" Id="R249f7fece263483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50284cc1f654009" /><Relationship Type="http://schemas.openxmlformats.org/officeDocument/2006/relationships/notesMaster" Target="/ppt/notesMasters/notesMaster1.xml" Id="R6e330b6878c1437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6cdb173127a410a" /><Relationship Type="http://schemas.openxmlformats.org/officeDocument/2006/relationships/notesMaster" Target="/ppt/notesMasters/notesMaster1.xml" Id="Rabcfdd950aea4d0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379ba737ba44581" /><Relationship Type="http://schemas.openxmlformats.org/officeDocument/2006/relationships/notesMaster" Target="/ppt/notesMasters/notesMaster1.xml" Id="Rad849695e8f0431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efefbddec7c4468" /><Relationship Type="http://schemas.openxmlformats.org/officeDocument/2006/relationships/notesMaster" Target="/ppt/notesMasters/notesMaster1.xml" Id="R1dd8bc696f6e4a1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8776064c849474e" /><Relationship Type="http://schemas.openxmlformats.org/officeDocument/2006/relationships/notesMaster" Target="/ppt/notesMasters/notesMaster1.xml" Id="Re31f4dcc82bb4b3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7244cc957c54641" /><Relationship Type="http://schemas.openxmlformats.org/officeDocument/2006/relationships/notesMaster" Target="/ppt/notesMasters/notesMaster1.xml" Id="R960b03d8695b413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79e66bae7ef4c50" /><Relationship Type="http://schemas.openxmlformats.org/officeDocument/2006/relationships/notesMaster" Target="/ppt/notesMasters/notesMaster1.xml" Id="R26e1aa62ed77472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887cb4f46954130" /><Relationship Type="http://schemas.openxmlformats.org/officeDocument/2006/relationships/notesMaster" Target="/ppt/notesMasters/notesMaster1.xml" Id="Rdeef19f12f614f2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1e6b15807904d3b" /><Relationship Type="http://schemas.openxmlformats.org/officeDocument/2006/relationships/notesMaster" Target="/ppt/notesMasters/notesMaster1.xml" Id="R03cee3dcf4ce4b8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528a445dd684491" /><Relationship Type="http://schemas.openxmlformats.org/officeDocument/2006/relationships/notesMaster" Target="/ppt/notesMasters/notesMaster1.xml" Id="R6b054e04a9dd459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467fcd4096e48d9" /><Relationship Type="http://schemas.openxmlformats.org/officeDocument/2006/relationships/notesMaster" Target="/ppt/notesMasters/notesMaster1.xml" Id="Rf95e595860124b8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e4103484c074575" /><Relationship Type="http://schemas.openxmlformats.org/officeDocument/2006/relationships/notesMaster" Target="/ppt/notesMasters/notesMaster1.xml" Id="R960b68e58afd41d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5ead97532f84599" /><Relationship Type="http://schemas.openxmlformats.org/officeDocument/2006/relationships/notesMaster" Target="/ppt/notesMasters/notesMaster1.xml" Id="R40089fac7a2a441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c9dd967e1314274" /><Relationship Type="http://schemas.openxmlformats.org/officeDocument/2006/relationships/notesMaster" Target="/ppt/notesMasters/notesMaster1.xml" Id="Rcb7b32da3b6f43f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Opening: frame this as a generalization problem, not only a benchmark-score problem.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/Users/ranga/BerkeleyCourse/Capstone-IDS/README.md</a:t>
            </a:r>
          </a:p>
          <a:p xmlns:a="http://schemas.openxmlformats.org/drawingml/2006/main">
            <a:r>
              <a:t>- /Users/ranga/BerkeleyCourse/Capstone-IDS/phase2/WHITEPAPER.md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/Users/ranga/BerkeleyCourse/Capstone-IDS/phase2/PROJECT_BUSINESS_GOAL.md</a:t>
            </a:r>
          </a:p>
          <a:p xmlns:a="http://schemas.openxmlformats.org/drawingml/2006/main">
            <a:r>
              <a:t>- /Users/ranga/BerkeleyCourse/Capstone-IDS/phase2/DEPLOYMENT_ARCHITECTURE.md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/Users/ranga/BerkeleyCourse/Capstone-IDS/phase2/PROJECT_BUSINESS_GOAL.md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/Users/ranga/BerkeleyCourse/Capstone-IDS/README_EDA.md</a:t>
            </a:r>
          </a:p>
          <a:p xmlns:a="http://schemas.openxmlformats.org/drawingml/2006/main">
            <a:r>
              <a:t>- /Users/ranga/BerkeleyCourse/Capstone-IDS/phase2/WHITEPAPER.md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/Users/ranga/BerkeleyCourse/Capstone-IDS/README_EDA.md</a:t>
            </a:r>
          </a:p>
          <a:p xmlns:a="http://schemas.openxmlformats.org/drawingml/2006/main">
            <a:r>
              <a:t>- /Users/ranga/BerkeleyCourse/Capstone-IDS/01_eda.ipynb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/Users/ranga/BerkeleyCourse/Capstone-IDS/README_EDA.md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/Users/ranga/BerkeleyCourse/Capstone-IDS/README.md</a:t>
            </a:r>
          </a:p>
          <a:p xmlns:a="http://schemas.openxmlformats.org/drawingml/2006/main">
            <a:r>
              <a:t>- /Users/ranga/BerkeleyCourse/Capstone-IDS/phase2/06_cross_dataset_summary.csv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/Users/ranga/BerkeleyCourse/Capstone-IDS/README.md</a:t>
            </a:r>
          </a:p>
          <a:p xmlns:a="http://schemas.openxmlformats.org/drawingml/2006/main">
            <a:r>
              <a:t>- /Users/ranga/BerkeleyCourse/Capstone-IDS/Logistic_Regression_Baseline.ipynb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/Users/ranga/BerkeleyCourse/Capstone-IDS/phase2/02_summary.csv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/Users/ranga/BerkeleyCourse/Capstone-IDS/phase2/05_base_vs_tuned_comparison.csv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/Users/ranga/BerkeleyCourse/Capstone-IDS/phase2/06_cross_dataset_summary.csv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/Users/ranga/BerkeleyCourse/Capstone-IDS/phase2/06_cross_dataset_summary.csv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/Users/ranga/BerkeleyCourse/Capstone-IDS/phase2/WHITEPAPER.md</a:t>
            </a:r>
          </a:p>
          <a:p xmlns:a="http://schemas.openxmlformats.org/drawingml/2006/main">
            <a:r>
              <a:t>- /Users/ranga/BerkeleyCourse/Capstone-IDS/phase2/MLOPS_AIOPS_OPERATING_MODEL.md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/Users/ranga/BerkeleyCourse/Capstone-IDS/phase2/DEPLOYMENT_ARCHITECTURE.md</a:t>
            </a:r>
          </a:p>
          <a:p xmlns:a="http://schemas.openxmlformats.org/drawingml/2006/main">
            <a:r>
              <a:t>- https://csrc.nist.gov/pubs/sp/800/207/final</a:t>
            </a:r>
          </a:p>
          <a:p xmlns:a="http://schemas.openxmlformats.org/drawingml/2006/main">
            <a:r>
              <a:t>- https://www.nist.gov/itl/ai-risk-management-framework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/Users/ranga/BerkeleyCourse/Capstone-IDS/phase2/WHITEPAPER.md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/Users/ranga/BerkeleyCourse/Capstone-IDS/README.md</a:t>
            </a:r>
          </a:p>
          <a:p xmlns:a="http://schemas.openxmlformats.org/drawingml/2006/main">
            <a:r>
              <a:t>- /Users/ranga/BerkeleyCourse/Capstone-IDS/README_EDA.md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/Users/ranga/BerkeleyCourse/Capstone-IDS/phase2/06_cross_dataset_summary.csv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/Users/ranga/BerkeleyCourse/Capstone-IDS/phase2/TECHNOLOGY_COMPONENTS.md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/Users/ranga/BerkeleyCourse/Capstone-IDS/phase2/MLOPS_AIOPS_OPERATING_MODEL.md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/Users/ranga/BerkeleyCourse/Capstone-IDS/phase2/WHITEPAPER.md</a:t>
            </a:r>
          </a:p>
          <a:p xmlns:a="http://schemas.openxmlformats.org/drawingml/2006/main">
            <a:r>
              <a:t>- /Users/ranga/BerkeleyCourse/Capstone-IDS/phase2/DEPLOYMENT_ARCHITECTURE.md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479a0ac99441f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3e09b9528f474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44ad848eec425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14cc22add2481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5230c33119401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d33b830638438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2F202A7-26A8-49F4-BB02-6454EE9F31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72CC019-C6F8-46C9-9BC8-FF5947847ED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B3A542E-66D9-410B-B639-747526951E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A4F86B6-3FF7-433F-9BFA-A1D7664A71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40AC255-4768-4385-82B5-D4E2114CC17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50DAF9A-093B-44CC-B451-ADA3328E49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04454C9-BEE8-446C-94F7-A3CC4297FDE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9C3EC65-5970-440D-8B44-B7B2AD556CD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E018084-1309-4E09-9FCC-C354DD32E1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6BBEA3D-CEEE-44E0-B670-3978CCD568B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20433f7d5724b1f" /><Relationship Type="http://schemas.openxmlformats.org/officeDocument/2006/relationships/slideLayout" Target="/ppt/slideLayouts/slideLayout1.xml" Id="Re1011830a8ab47da" /><Relationship Type="http://schemas.openxmlformats.org/officeDocument/2006/relationships/slideLayout" Target="/ppt/slideLayouts/slideLayout2.xml" Id="Rdf890e3e04154a1e" /><Relationship Type="http://schemas.openxmlformats.org/officeDocument/2006/relationships/slideLayout" Target="/ppt/slideLayouts/slideLayout3.xml" Id="R090e6f918a2c41ed" /><Relationship Type="http://schemas.openxmlformats.org/officeDocument/2006/relationships/slideLayout" Target="/ppt/slideLayouts/slideLayout4.xml" Id="Ra7d63afd2a0b4029" /><Relationship Type="http://schemas.openxmlformats.org/officeDocument/2006/relationships/slideLayout" Target="/ppt/slideLayouts/slideLayout5.xml" Id="Rb5b2274fb3be447b" /><Relationship Type="http://schemas.openxmlformats.org/officeDocument/2006/relationships/slideLayout" Target="/ppt/slideLayouts/slideLayout6.xml" Id="R3df88c8f9d26494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1011830a8ab47da"/>
    <p:sldLayoutId xmlns:r="http://schemas.openxmlformats.org/officeDocument/2006/relationships" id="2147483650" r:id="Rdf890e3e04154a1e"/>
    <p:sldLayoutId xmlns:r="http://schemas.openxmlformats.org/officeDocument/2006/relationships" id="2147483651" r:id="R090e6f918a2c41ed"/>
    <p:sldLayoutId xmlns:r="http://schemas.openxmlformats.org/officeDocument/2006/relationships" id="2147483652" r:id="Ra7d63afd2a0b4029"/>
    <p:sldLayoutId xmlns:r="http://schemas.openxmlformats.org/officeDocument/2006/relationships" id="2147483653" r:id="Rb5b2274fb3be447b"/>
    <p:sldLayoutId xmlns:r="http://schemas.openxmlformats.org/officeDocument/2006/relationships" id="2147483654" r:id="R3df88c8f9d26494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6c1a2e512b490d" /><Relationship Type="http://schemas.openxmlformats.org/officeDocument/2006/relationships/notesSlide" Target="/ppt/notesSlides/notesSlide1.xml" Id="Re57874907b15438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ef9475be5442dd" /><Relationship Type="http://schemas.openxmlformats.org/officeDocument/2006/relationships/notesSlide" Target="/ppt/notesSlides/notesSlide2.xml" Id="Rccbb78895bf644a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e6a3cf5a2548e2" /><Relationship Type="http://schemas.openxmlformats.org/officeDocument/2006/relationships/notesSlide" Target="/ppt/notesSlides/notesSlide3.xml" Id="R5ecc337f85ab46e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218adac4ab4a14" /><Relationship Type="http://schemas.openxmlformats.org/officeDocument/2006/relationships/notesSlide" Target="/ppt/notesSlides/notesSlide4.xml" Id="R5a2f0bb8d9224f9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3902ad15b4401d" /><Relationship Type="http://schemas.openxmlformats.org/officeDocument/2006/relationships/notesSlide" Target="/ppt/notesSlides/notesSlide5.xml" Id="R0e6f3fe52224458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ea2a94c00049a8" /><Relationship Type="http://schemas.openxmlformats.org/officeDocument/2006/relationships/notesSlide" Target="/ppt/notesSlides/notesSlide6.xml" Id="R6333f0a9972d476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454599f2084b27" /><Relationship Type="http://schemas.openxmlformats.org/officeDocument/2006/relationships/notesSlide" Target="/ppt/notesSlides/notesSlide7.xml" Id="R1df3defe060b4f3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c026a981ae445e" /><Relationship Type="http://schemas.openxmlformats.org/officeDocument/2006/relationships/chart" Target="/ppt/slides/charts/chart1.xml" Id="R2fa989f681e44b2e" /><Relationship Type="http://schemas.openxmlformats.org/officeDocument/2006/relationships/notesSlide" Target="/ppt/notesSlides/notesSlide8.xml" Id="R4c2d8ab5f45a419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74dcdd1cea444d" /><Relationship Type="http://schemas.openxmlformats.org/officeDocument/2006/relationships/chart" Target="/ppt/slides/charts/chart2.xml" Id="R6f11554b272d4fd9" /><Relationship Type="http://schemas.openxmlformats.org/officeDocument/2006/relationships/notesSlide" Target="/ppt/notesSlides/notesSlide9.xml" Id="R0f67569bf3074ee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a91ceb2e314467" /><Relationship Type="http://schemas.openxmlformats.org/officeDocument/2006/relationships/chart" Target="/ppt/slides/charts/chart3.xml" Id="R73b0b95af6d146bf" /><Relationship Type="http://schemas.openxmlformats.org/officeDocument/2006/relationships/notesSlide" Target="/ppt/notesSlides/notesSlide10.xml" Id="Rc48f43b35200462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0659cfb032465c" /><Relationship Type="http://schemas.openxmlformats.org/officeDocument/2006/relationships/chart" Target="/ppt/slides/charts/chart4.xml" Id="Rdab7eb79ab0047f5" /><Relationship Type="http://schemas.openxmlformats.org/officeDocument/2006/relationships/notesSlide" Target="/ppt/notesSlides/notesSlide11.xml" Id="R82f5676e5a6f4ad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ab0c8357674c0c" /><Relationship Type="http://schemas.openxmlformats.org/officeDocument/2006/relationships/chart" Target="/ppt/slides/charts/chart5.xml" Id="R26a64fe7c21d45de" /><Relationship Type="http://schemas.openxmlformats.org/officeDocument/2006/relationships/notesSlide" Target="/ppt/notesSlides/notesSlide12.xml" Id="Rc8422c07c3c4463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2d0a72453a41a2" /><Relationship Type="http://schemas.openxmlformats.org/officeDocument/2006/relationships/notesSlide" Target="/ppt/notesSlides/notesSlide13.xml" Id="R470c8b8b64d6473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1f51aa136346da" /><Relationship Type="http://schemas.openxmlformats.org/officeDocument/2006/relationships/notesSlide" Target="/ppt/notesSlides/notesSlide14.xml" Id="Rf3c6fb4afd0b4bf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eb735414a84968" /><Relationship Type="http://schemas.openxmlformats.org/officeDocument/2006/relationships/notesSlide" Target="/ppt/notesSlides/notesSlide15.xml" Id="R41d6bed218bc4a6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07d10b6e4749e0" /><Relationship Type="http://schemas.openxmlformats.org/officeDocument/2006/relationships/notesSlide" Target="/ppt/notesSlides/notesSlide16.xml" Id="Ra4cdbd123b40404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d6d52f84224c51" /><Relationship Type="http://schemas.openxmlformats.org/officeDocument/2006/relationships/chart" Target="/ppt/slides/charts/chart6.xml" Id="R2f11968ed12d474e" /><Relationship Type="http://schemas.openxmlformats.org/officeDocument/2006/relationships/notesSlide" Target="/ppt/notesSlides/notesSlide17.xml" Id="R7edc006e6f3842b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ee2e4ba5e14170" /><Relationship Type="http://schemas.openxmlformats.org/officeDocument/2006/relationships/notesSlide" Target="/ppt/notesSlides/notesSlide18.xml" Id="R66fb404d758a4c7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4dd9dc5ca84883" /><Relationship Type="http://schemas.openxmlformats.org/officeDocument/2006/relationships/notesSlide" Target="/ppt/notesSlides/notesSlide19.xml" Id="Rb94029455d93408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6dd34be72e4754" /><Relationship Type="http://schemas.openxmlformats.org/officeDocument/2006/relationships/notesSlide" Target="/ppt/notesSlides/notesSlide20.xml" Id="R638ee65c391b48d9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F5F8FA"/>
                </a:solidFill>
                <a:latin typeface="Avenir Next"/>
                <a:ea typeface="Avenir Next"/>
                <a:cs typeface="Avenir Next"/>
              </a:rPr>
              <a:t>Macro F1 by evaluation view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 b="1">
              <a:solidFill>
                <a:srgbClr val="F5F8FA"/>
              </a:solidFill>
              <a:latin typeface="Avenir Next"/>
              <a:ea typeface="Avenir Next"/>
              <a:cs typeface="Avenir Next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Base</c:v>
          </c:tx>
          <c:spPr>
            <a:solidFill xmlns:a="http://schemas.openxmlformats.org/drawingml/2006/main">
              <a:srgbClr val="A8BAC8"/>
            </a:solidFill>
          </c:spPr>
          <c:invertIfNegative val="0"/>
          <c:cat>
            <c:strLit>
              <c:ptCount val="3"/>
              <c:pt idx="0">
                <c:v>Random split</c:v>
              </c:pt>
              <c:pt idx="1">
                <c:v>Chronological</c:v>
              </c:pt>
              <c:pt idx="2">
                <c:v>Chronological attack</c:v>
              </c:pt>
            </c:strLit>
          </c:cat>
          <c:val>
            <c:numLit>
              <c:formatCode>0.0</c:formatCode>
              <c:ptCount val="3"/>
              <c:pt idx="0">
                <c:v>0.8241</c:v>
              </c:pt>
              <c:pt idx="1">
                <c:v>0.7278</c:v>
              </c:pt>
              <c:pt idx="2">
                <c:v>0.7101</c:v>
              </c:pt>
            </c:numLit>
          </c:val>
        </c:ser>
        <c:ser>
          <c:idx val="1"/>
          <c:order val="1"/>
          <c:tx>
            <c:v>Tuned</c:v>
          </c:tx>
          <c:spPr>
            <a:solidFill xmlns:a="http://schemas.openxmlformats.org/drawingml/2006/main">
              <a:srgbClr val="29C7D8"/>
            </a:solidFill>
          </c:spPr>
          <c:invertIfNegative val="0"/>
          <c:cat>
            <c:strLit>
              <c:ptCount val="3"/>
              <c:pt idx="0">
                <c:v>Random split</c:v>
              </c:pt>
              <c:pt idx="1">
                <c:v>Chronological</c:v>
              </c:pt>
              <c:pt idx="2">
                <c:v>Chronological attack</c:v>
              </c:pt>
            </c:strLit>
          </c:cat>
          <c:val>
            <c:numLit>
              <c:formatCode>0.0</c:formatCode>
              <c:ptCount val="3"/>
              <c:pt idx="0">
                <c:v>0.8298</c:v>
              </c:pt>
              <c:pt idx="1">
                <c:v>0.7746</c:v>
              </c:pt>
              <c:pt idx="2">
                <c:v>0.7598</c:v>
              </c:pt>
            </c:numLit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F5F8FA"/>
                  </a:solidFill>
                  <a:latin typeface="Avenir Next"/>
                  <a:ea typeface="Avenir Next"/>
                  <a:cs typeface="Avenir Next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7465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F5F8FA"/>
                </a:solidFill>
                <a:latin typeface="Avenir Next"/>
                <a:ea typeface="Avenir Next"/>
                <a:cs typeface="Avenir Next"/>
              </a:defRPr>
            </a:pPr>
          </a:p>
        </c:txPr>
        <c:crossAx val="48672768"/>
      </c:catAx>
      <c:valAx>
        <c:axId val="48672768"/>
        <c:scaling>
          <c:orientation val="minMax"/>
          <c:max val="0.9"/>
          <c:min val="0.6"/>
        </c:scaling>
        <c:delete val="0"/>
        <c:axPos val="l"/>
        <c:majorGridlines>
          <c:spPr>
            <a:ln xmlns:a="http://schemas.openxmlformats.org/drawingml/2006/main" w="9525">
              <a:solidFill>
                <a:srgbClr val="27465C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A8BAC8"/>
                </a:solidFill>
                <a:latin typeface="Avenir Next"/>
                <a:ea typeface="Avenir Next"/>
                <a:cs typeface="Avenir Next"/>
              </a:defRPr>
            </a:pPr>
          </a:p>
        </c:txPr>
        <c:crossAx val="48650112"/>
        <c:crossBetween val="between"/>
        <c:majorUnit val="0.1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F5F8FA"/>
              </a:solidFill>
              <a:latin typeface="Avenir Next"/>
              <a:ea typeface="Avenir Next"/>
              <a:cs typeface="Avenir Next"/>
            </a:defRPr>
          </a:pPr>
        </a:p>
      </c:txPr>
    </c:legend>
    <c:plotVisOnly val="1"/>
  </c:chart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F5F8FA"/>
                </a:solidFill>
                <a:latin typeface="Avenir Next"/>
                <a:ea typeface="Avenir Next"/>
                <a:cs typeface="Avenir Next"/>
              </a:rPr>
              <a:t>Chronological macro F1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 b="1">
              <a:solidFill>
                <a:srgbClr val="F5F8FA"/>
              </a:solidFill>
              <a:latin typeface="Avenir Next"/>
              <a:ea typeface="Avenir Next"/>
              <a:cs typeface="Avenir Next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Macro F1</c:v>
          </c:tx>
          <c:spPr>
            <a:solidFill xmlns:a="http://schemas.openxmlformats.org/drawingml/2006/main">
              <a:srgbClr val="2EC4A6"/>
            </a:solidFill>
          </c:spPr>
          <c:invertIfNegative val="0"/>
          <c:cat>
            <c:strLit>
              <c:ptCount val="7"/>
              <c:pt idx="0">
                <c:v>HistGradientBoosting</c:v>
              </c:pt>
              <c:pt idx="1">
                <c:v>LightGBM</c:v>
              </c:pt>
              <c:pt idx="2">
                <c:v>XGBoost</c:v>
              </c:pt>
              <c:pt idx="3">
                <c:v>Extra Trees</c:v>
              </c:pt>
              <c:pt idx="4">
                <c:v>Random Forest</c:v>
              </c:pt>
              <c:pt idx="5">
                <c:v>Tuned MLP</c:v>
              </c:pt>
              <c:pt idx="6">
                <c:v>Logistic Regression</c:v>
              </c:pt>
            </c:strLit>
          </c:cat>
          <c:val>
            <c:numLit>
              <c:formatCode>General</c:formatCode>
              <c:ptCount val="7"/>
              <c:pt idx="0">
                <c:v>0.923597</c:v>
              </c:pt>
              <c:pt idx="1">
                <c:v>0.918177</c:v>
              </c:pt>
              <c:pt idx="2">
                <c:v>0.910812</c:v>
              </c:pt>
              <c:pt idx="3">
                <c:v>0.89242</c:v>
              </c:pt>
              <c:pt idx="4">
                <c:v>0.890761</c:v>
              </c:pt>
              <c:pt idx="5">
                <c:v>0.807475</c:v>
              </c:pt>
              <c:pt idx="6">
                <c:v>0.7278</c:v>
              </c:pt>
            </c:numLit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F5F8FA"/>
                  </a:solidFill>
                  <a:latin typeface="Avenir Next"/>
                  <a:ea typeface="Avenir Next"/>
                  <a:cs typeface="Avenir Next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7465C"/>
              </a:solidFill>
              <a:prstDash val="solid"/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A8BAC8"/>
                </a:solidFill>
                <a:latin typeface="Avenir Next"/>
                <a:ea typeface="Avenir Next"/>
                <a:cs typeface="Avenir Next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7465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F5F8FA"/>
                </a:solidFill>
                <a:latin typeface="Avenir Next"/>
                <a:ea typeface="Avenir Next"/>
                <a:cs typeface="Avenir Next"/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3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F5F8FA"/>
                </a:solidFill>
                <a:latin typeface="Avenir Next"/>
                <a:ea typeface="Avenir Next"/>
                <a:cs typeface="Avenir Next"/>
              </a:rPr>
              <a:t>Positive tuning lift in chronological macro F1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 b="1">
              <a:solidFill>
                <a:srgbClr val="F5F8FA"/>
              </a:solidFill>
              <a:latin typeface="Avenir Next"/>
              <a:ea typeface="Avenir Next"/>
              <a:cs typeface="Avenir Next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Positive change in macro F1</c:v>
          </c:tx>
          <c:spPr>
            <a:solidFill xmlns:a="http://schemas.openxmlformats.org/drawingml/2006/main">
              <a:srgbClr val="29C7D8"/>
            </a:solidFill>
          </c:spPr>
          <c:invertIfNegative val="0"/>
          <c:cat>
            <c:strLit>
              <c:ptCount val="6"/>
              <c:pt idx="0">
                <c:v>MLP</c:v>
              </c:pt>
              <c:pt idx="1">
                <c:v>Random Forest</c:v>
              </c:pt>
              <c:pt idx="2">
                <c:v>Extra Trees</c:v>
              </c:pt>
              <c:pt idx="3">
                <c:v>XGBoost</c:v>
              </c:pt>
              <c:pt idx="4">
                <c:v>LightGBM</c:v>
              </c:pt>
              <c:pt idx="5">
                <c:v>HistGradientBoosting</c:v>
              </c:pt>
            </c:strLit>
          </c:cat>
          <c:val>
            <c:numLit>
              <c:formatCode>0.00</c:formatCode>
              <c:ptCount val="6"/>
              <c:pt idx="0">
                <c:v>0.07631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</c:numLit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 b="1">
                  <a:solidFill>
                    <a:srgbClr val="F5F8FA"/>
                  </a:solidFill>
                  <a:latin typeface="Avenir Next"/>
                  <a:ea typeface="Avenir Next"/>
                  <a:cs typeface="Avenir Next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7465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F5F8FA"/>
                </a:solidFill>
                <a:latin typeface="Avenir Next"/>
                <a:ea typeface="Avenir Next"/>
                <a:cs typeface="Avenir Next"/>
              </a:defRPr>
            </a:pPr>
          </a:p>
        </c:txPr>
        <c:crossAx val="48672768"/>
      </c:catAx>
      <c:valAx>
        <c:axId val="48672768"/>
        <c:scaling>
          <c:orientation val="minMax"/>
          <c:max val="0.09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27465C"/>
              </a:solidFill>
              <a:prstDash val="solid"/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8BAC8"/>
                </a:solidFill>
                <a:latin typeface="Avenir Next"/>
                <a:ea typeface="Avenir Next"/>
                <a:cs typeface="Avenir Next"/>
              </a:defRPr>
            </a:pPr>
          </a:p>
        </c:txPr>
        <c:crossAx val="48650112"/>
        <c:crossBetween val="between"/>
        <c:majorUnit val="0.02"/>
      </c:valAx>
    </c:plotArea>
    <c:plotVisOnly val="1"/>
  </c:chart>
</c:chartSpace>
</file>

<file path=ppt/slides/charts/chart4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F5F8FA"/>
                </a:solidFill>
                <a:latin typeface="Avenir Next"/>
                <a:ea typeface="Avenir Next"/>
                <a:cs typeface="Avenir Next"/>
              </a:rPr>
              <a:t>Cross-dataset macro F1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 b="1">
              <a:solidFill>
                <a:srgbClr val="F5F8FA"/>
              </a:solidFill>
              <a:latin typeface="Avenir Next"/>
              <a:ea typeface="Avenir Next"/>
              <a:cs typeface="Avenir Next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Train 2017</c:v>
          </c:tx>
          <c:spPr>
            <a:solidFill xmlns:a="http://schemas.openxmlformats.org/drawingml/2006/main">
              <a:srgbClr val="29C7D8"/>
            </a:solidFill>
          </c:spPr>
          <c:invertIfNegative val="0"/>
          <c:cat>
            <c:strLit>
              <c:ptCount val="2"/>
              <c:pt idx="0">
                <c:v>Test on 2017</c:v>
              </c:pt>
              <c:pt idx="1">
                <c:v>Test on 2018</c:v>
              </c:pt>
            </c:strLit>
          </c:cat>
          <c:val>
            <c:numLit>
              <c:formatCode>0.0</c:formatCode>
              <c:ptCount val="2"/>
              <c:pt idx="0">
                <c:v>0.989957</c:v>
              </c:pt>
              <c:pt idx="1">
                <c:v>0.693647</c:v>
              </c:pt>
            </c:numLit>
          </c:val>
        </c:ser>
        <c:ser>
          <c:idx val="1"/>
          <c:order val="1"/>
          <c:tx>
            <c:v>Train 2018</c:v>
          </c:tx>
          <c:spPr>
            <a:solidFill xmlns:a="http://schemas.openxmlformats.org/drawingml/2006/main">
              <a:srgbClr val="2EC4A6"/>
            </a:solidFill>
          </c:spPr>
          <c:invertIfNegative val="0"/>
          <c:cat>
            <c:strLit>
              <c:ptCount val="2"/>
              <c:pt idx="0">
                <c:v>Test on 2017</c:v>
              </c:pt>
              <c:pt idx="1">
                <c:v>Test on 2018</c:v>
              </c:pt>
            </c:strLit>
          </c:cat>
          <c:val>
            <c:numLit>
              <c:formatCode>0.0</c:formatCode>
              <c:ptCount val="2"/>
              <c:pt idx="0">
                <c:v>0.794497</c:v>
              </c:pt>
              <c:pt idx="1">
                <c:v>0.985101</c:v>
              </c:pt>
            </c:numLit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F5F8FA"/>
                  </a:solidFill>
                  <a:latin typeface="Avenir Next"/>
                  <a:ea typeface="Avenir Next"/>
                  <a:cs typeface="Avenir Next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F5F8FA"/>
                </a:solidFill>
                <a:latin typeface="Avenir Next"/>
                <a:ea typeface="Avenir Next"/>
                <a:cs typeface="Avenir Next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.6"/>
        </c:scaling>
        <c:delete val="0"/>
        <c:axPos val="l"/>
        <c:majorGridlines>
          <c:spPr>
            <a:ln xmlns:a="http://schemas.openxmlformats.org/drawingml/2006/main" w="9525">
              <a:solidFill>
                <a:srgbClr val="27465C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A8BAC8"/>
                </a:solidFill>
                <a:latin typeface="Avenir Next"/>
                <a:ea typeface="Avenir Next"/>
                <a:cs typeface="Avenir Next"/>
              </a:defRPr>
            </a:pPr>
          </a:p>
        </c:txPr>
        <c:crossAx val="48650112"/>
        <c:crossBetween val="between"/>
        <c:majorUnit val="0.1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F5F8FA"/>
              </a:solidFill>
              <a:latin typeface="Avenir Next"/>
              <a:ea typeface="Avenir Next"/>
              <a:cs typeface="Avenir Next"/>
            </a:defRPr>
          </a:pPr>
        </a:p>
      </c:txPr>
    </c:legend>
    <c:plotVisOnly val="1"/>
  </c:chart>
</c:chartSpace>
</file>

<file path=ppt/slides/charts/chart5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F5F8FA"/>
                </a:solidFill>
                <a:latin typeface="Avenir Next"/>
                <a:ea typeface="Avenir Next"/>
                <a:cs typeface="Avenir Next"/>
              </a:rPr>
              <a:t>Macro F1 by training strategy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 b="1">
              <a:solidFill>
                <a:srgbClr val="F5F8FA"/>
              </a:solidFill>
              <a:latin typeface="Avenir Next"/>
              <a:ea typeface="Avenir Next"/>
              <a:cs typeface="Avenir Next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2017 only</c:v>
          </c:tx>
          <c:spPr>
            <a:solidFill xmlns:a="http://schemas.openxmlformats.org/drawingml/2006/main">
              <a:srgbClr val="A8BAC8"/>
            </a:solidFill>
          </c:spPr>
          <c:invertIfNegative val="0"/>
          <c:cat>
            <c:strLit>
              <c:ptCount val="2"/>
              <c:pt idx="0">
                <c:v>2017 test</c:v>
              </c:pt>
              <c:pt idx="1">
                <c:v>2018 test</c:v>
              </c:pt>
            </c:strLit>
          </c:cat>
          <c:val>
            <c:numLit>
              <c:formatCode>0.0</c:formatCode>
              <c:ptCount val="2"/>
              <c:pt idx="0">
                <c:v>0.989957</c:v>
              </c:pt>
              <c:pt idx="1">
                <c:v>0.693647</c:v>
              </c:pt>
            </c:numLit>
          </c:val>
        </c:ser>
        <c:ser>
          <c:idx val="1"/>
          <c:order val="1"/>
          <c:tx>
            <c:v>Mixed equal</c:v>
          </c:tx>
          <c:spPr>
            <a:solidFill xmlns:a="http://schemas.openxmlformats.org/drawingml/2006/main">
              <a:srgbClr val="29C7D8"/>
            </a:solidFill>
          </c:spPr>
          <c:invertIfNegative val="0"/>
          <c:cat>
            <c:strLit>
              <c:ptCount val="2"/>
              <c:pt idx="0">
                <c:v>2017 test</c:v>
              </c:pt>
              <c:pt idx="1">
                <c:v>2018 test</c:v>
              </c:pt>
            </c:strLit>
          </c:cat>
          <c:val>
            <c:numLit>
              <c:formatCode>0.0</c:formatCode>
              <c:ptCount val="2"/>
              <c:pt idx="0">
                <c:v>0.961682</c:v>
              </c:pt>
              <c:pt idx="1">
                <c:v>0.96666</c:v>
              </c:pt>
            </c:numLit>
          </c:val>
        </c:ser>
        <c:ser>
          <c:idx val="2"/>
          <c:order val="2"/>
          <c:tx>
            <c:v>Mixed expanded</c:v>
          </c:tx>
          <c:spPr>
            <a:solidFill xmlns:a="http://schemas.openxmlformats.org/drawingml/2006/main">
              <a:srgbClr val="2EC4A6"/>
            </a:solidFill>
          </c:spPr>
          <c:invertIfNegative val="0"/>
          <c:cat>
            <c:strLit>
              <c:ptCount val="2"/>
              <c:pt idx="0">
                <c:v>2017 test</c:v>
              </c:pt>
              <c:pt idx="1">
                <c:v>2018 test</c:v>
              </c:pt>
            </c:strLit>
          </c:cat>
          <c:val>
            <c:numLit>
              <c:formatCode>0.0</c:formatCode>
              <c:ptCount val="2"/>
              <c:pt idx="0">
                <c:v>0.962869</c:v>
              </c:pt>
              <c:pt idx="1">
                <c:v>0.967468</c:v>
              </c:pt>
            </c:numLit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 b="1">
                  <a:solidFill>
                    <a:srgbClr val="F5F8FA"/>
                  </a:solidFill>
                  <a:latin typeface="Avenir Next"/>
                  <a:ea typeface="Avenir Next"/>
                  <a:cs typeface="Avenir Next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F5F8FA"/>
                </a:solidFill>
                <a:latin typeface="Avenir Next"/>
                <a:ea typeface="Avenir Next"/>
                <a:cs typeface="Avenir Next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.6"/>
        </c:scaling>
        <c:delete val="0"/>
        <c:axPos val="l"/>
        <c:majorGridlines>
          <c:spPr>
            <a:ln xmlns:a="http://schemas.openxmlformats.org/drawingml/2006/main" w="9525">
              <a:solidFill>
                <a:srgbClr val="27465C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8BAC8"/>
                </a:solidFill>
                <a:latin typeface="Avenir Next"/>
                <a:ea typeface="Avenir Next"/>
                <a:cs typeface="Avenir Next"/>
              </a:defRPr>
            </a:pPr>
          </a:p>
        </c:txPr>
        <c:crossAx val="48650112"/>
        <c:crossBetween val="between"/>
        <c:majorUnit val="0.1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F5F8FA"/>
              </a:solidFill>
              <a:latin typeface="Avenir Next"/>
              <a:ea typeface="Avenir Next"/>
              <a:cs typeface="Avenir Next"/>
            </a:defRPr>
          </a:pPr>
        </a:p>
      </c:txPr>
    </c:legend>
    <c:plotVisOnly val="1"/>
  </c:chart>
</c:chartSpace>
</file>

<file path=ppt/slides/charts/chart6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F5F8FA"/>
                </a:solidFill>
                <a:latin typeface="Avenir Next"/>
                <a:ea typeface="Avenir Next"/>
                <a:cs typeface="Avenir Next"/>
              </a:rPr>
              <a:t>Attack recall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 b="1">
              <a:solidFill>
                <a:srgbClr val="F5F8FA"/>
              </a:solidFill>
              <a:latin typeface="Avenir Next"/>
              <a:ea typeface="Avenir Next"/>
              <a:cs typeface="Avenir Next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Attack recall</c:v>
          </c:tx>
          <c:spPr>
            <a:solidFill xmlns:a="http://schemas.openxmlformats.org/drawingml/2006/main">
              <a:srgbClr val="2EC4A6"/>
            </a:solidFill>
          </c:spPr>
          <c:invertIfNegative val="0"/>
          <c:cat>
            <c:strLit>
              <c:ptCount val="6"/>
              <c:pt idx="0">
                <c:v>17→17</c:v>
              </c:pt>
              <c:pt idx="1">
                <c:v>17→18</c:v>
              </c:pt>
              <c:pt idx="2">
                <c:v>18→17</c:v>
              </c:pt>
              <c:pt idx="3">
                <c:v>18→18</c:v>
              </c:pt>
              <c:pt idx="4">
                <c:v>Mixed→17</c:v>
              </c:pt>
              <c:pt idx="5">
                <c:v>Mixed→18</c:v>
              </c:pt>
            </c:strLit>
          </c:cat>
          <c:val>
            <c:numLit>
              <c:formatCode>0.0</c:formatCode>
              <c:ptCount val="6"/>
              <c:pt idx="0">
                <c:v>0.991245</c:v>
              </c:pt>
              <c:pt idx="1">
                <c:v>0.442415</c:v>
              </c:pt>
              <c:pt idx="2">
                <c:v>0.683173</c:v>
              </c:pt>
              <c:pt idx="3">
                <c:v>0.984078</c:v>
              </c:pt>
              <c:pt idx="4">
                <c:v>0.987005</c:v>
              </c:pt>
              <c:pt idx="5">
                <c:v>0.977613</c:v>
              </c:pt>
            </c:numLit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675" b="1">
                  <a:solidFill>
                    <a:srgbClr val="F5F8FA"/>
                  </a:solidFill>
                  <a:latin typeface="Avenir Next"/>
                  <a:ea typeface="Avenir Next"/>
                  <a:cs typeface="Avenir Next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F5F8FA"/>
                </a:solidFill>
                <a:latin typeface="Avenir Next"/>
                <a:ea typeface="Avenir Next"/>
                <a:cs typeface="Avenir Next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27465C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8BAC8"/>
                </a:solidFill>
                <a:latin typeface="Avenir Next"/>
                <a:ea typeface="Avenir Next"/>
                <a:cs typeface="Avenir Next"/>
              </a:defRPr>
            </a:pPr>
          </a:p>
        </c:txPr>
        <c:crossAx val="48650112"/>
        <c:crossBetween val="between"/>
        <c:majorUnit val="0.2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C8F3D6-37A3-49A2-BD0E-2A1D28F77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B68BBC-CE9C-4925-9891-F02D37D4A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29C7D8"/>
                </a:solidFill>
              </a:defRPr>
            </a:defPPr>
            <a:lvl1pPr>
              <a:defRPr sz="1050" b="1">
                <a:solidFill>
                  <a:srgbClr val="29C7D8"/>
                </a:solidFill>
              </a:defRPr>
            </a:lvl1pPr>
            <a:lvl2pPr>
              <a:defRPr sz="1050" b="1">
                <a:solidFill>
                  <a:srgbClr val="29C7D8"/>
                </a:solidFill>
              </a:defRPr>
            </a:lvl2pPr>
            <a:lvl3pPr>
              <a:defRPr sz="1050" b="1">
                <a:solidFill>
                  <a:srgbClr val="29C7D8"/>
                </a:solidFill>
              </a:defRPr>
            </a:lvl3pPr>
            <a:lvl4pPr>
              <a:defRPr sz="1050" b="1">
                <a:solidFill>
                  <a:srgbClr val="29C7D8"/>
                </a:solidFill>
              </a:defRPr>
            </a:lvl4pPr>
            <a:lvl5pPr>
              <a:defRPr sz="1050" b="1">
                <a:solidFill>
                  <a:srgbClr val="29C7D8"/>
                </a:solidFill>
              </a:defRPr>
            </a:lvl5pPr>
            <a:lvl6pPr>
              <a:defRPr sz="1050" b="1">
                <a:solidFill>
                  <a:srgbClr val="29C7D8"/>
                </a:solidFill>
              </a:defRPr>
            </a:lvl6pPr>
            <a:lvl7pPr>
              <a:defRPr sz="1050" b="1">
                <a:solidFill>
                  <a:srgbClr val="29C7D8"/>
                </a:solidFill>
              </a:defRPr>
            </a:lvl7pPr>
            <a:lvl8pPr>
              <a:defRPr sz="1050" b="1">
                <a:solidFill>
                  <a:srgbClr val="29C7D8"/>
                </a:solidFill>
              </a:defRPr>
            </a:lvl8pPr>
            <a:lvl9pPr>
              <a:defRPr sz="1050" b="1">
                <a:solidFill>
                  <a:srgbClr val="29C7D8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9C7D8"/>
                </a:solidFill>
              </a:defRPr>
            </a:pPr>
            <a:r>
              <a:rPr sz="1050" b="1">
                <a:solidFill>
                  <a:srgbClr val="29C7D8"/>
                </a:solidFill>
              </a:rPr>
              <a:t>BERKELEY CAPSTONE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0AF3D9-4E34-4D72-9119-DCC498DCC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666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600" b="1">
                <a:solidFill>
                  <a:srgbClr val="F5F8FA"/>
                </a:solidFill>
              </a:defRPr>
            </a:defPPr>
            <a:lvl1pPr>
              <a:defRPr sz="3600" b="1">
                <a:solidFill>
                  <a:srgbClr val="F5F8FA"/>
                </a:solidFill>
              </a:defRPr>
            </a:lvl1pPr>
            <a:lvl2pPr>
              <a:defRPr sz="3600" b="1">
                <a:solidFill>
                  <a:srgbClr val="F5F8FA"/>
                </a:solidFill>
              </a:defRPr>
            </a:lvl2pPr>
            <a:lvl3pPr>
              <a:defRPr sz="3600" b="1">
                <a:solidFill>
                  <a:srgbClr val="F5F8FA"/>
                </a:solidFill>
              </a:defRPr>
            </a:lvl3pPr>
            <a:lvl4pPr>
              <a:defRPr sz="3600" b="1">
                <a:solidFill>
                  <a:srgbClr val="F5F8FA"/>
                </a:solidFill>
              </a:defRPr>
            </a:lvl4pPr>
            <a:lvl5pPr>
              <a:defRPr sz="3600" b="1">
                <a:solidFill>
                  <a:srgbClr val="F5F8FA"/>
                </a:solidFill>
              </a:defRPr>
            </a:lvl5pPr>
            <a:lvl6pPr>
              <a:defRPr sz="3600" b="1">
                <a:solidFill>
                  <a:srgbClr val="F5F8FA"/>
                </a:solidFill>
              </a:defRPr>
            </a:lvl6pPr>
            <a:lvl7pPr>
              <a:defRPr sz="3600" b="1">
                <a:solidFill>
                  <a:srgbClr val="F5F8FA"/>
                </a:solidFill>
              </a:defRPr>
            </a:lvl7pPr>
            <a:lvl8pPr>
              <a:defRPr sz="3600" b="1">
                <a:solidFill>
                  <a:srgbClr val="F5F8FA"/>
                </a:solidFill>
              </a:defRPr>
            </a:lvl8pPr>
            <a:lvl9pPr>
              <a:defRPr sz="360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5F8FA"/>
                </a:solidFill>
              </a:defRPr>
            </a:pPr>
            <a:r>
              <a:rPr sz="3600" b="1">
                <a:solidFill>
                  <a:srgbClr val="F5F8FA"/>
                </a:solidFill>
              </a:rPr>
              <a:t>Cross-Network</a:t>
            </a:r>
          </a:p>
          <a:p xmlns:a="http://schemas.openxmlformats.org/drawingml/2006/main">
            <a:pPr>
              <a:defRPr sz="3600" b="1">
                <a:solidFill>
                  <a:srgbClr val="F5F8FA"/>
                </a:solidFill>
              </a:defRPr>
            </a:pPr>
            <a:r>
              <a:rPr sz="3600" b="1">
                <a:solidFill>
                  <a:srgbClr val="F5F8FA"/>
                </a:solidFill>
              </a:rPr>
              <a:t>Intrusion Detection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ACF112-8A8F-4164-83B2-BAEDE08EC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48000"/>
            <a:ext cx="666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650" b="0">
                <a:solidFill>
                  <a:srgbClr val="A8BAC8"/>
                </a:solidFill>
              </a:defRPr>
            </a:defPPr>
            <a:lvl1pPr>
              <a:defRPr sz="1650" b="0">
                <a:solidFill>
                  <a:srgbClr val="A8BAC8"/>
                </a:solidFill>
              </a:defRPr>
            </a:lvl1pPr>
            <a:lvl2pPr>
              <a:defRPr sz="1650" b="0">
                <a:solidFill>
                  <a:srgbClr val="A8BAC8"/>
                </a:solidFill>
              </a:defRPr>
            </a:lvl2pPr>
            <a:lvl3pPr>
              <a:defRPr sz="1650" b="0">
                <a:solidFill>
                  <a:srgbClr val="A8BAC8"/>
                </a:solidFill>
              </a:defRPr>
            </a:lvl3pPr>
            <a:lvl4pPr>
              <a:defRPr sz="1650" b="0">
                <a:solidFill>
                  <a:srgbClr val="A8BAC8"/>
                </a:solidFill>
              </a:defRPr>
            </a:lvl4pPr>
            <a:lvl5pPr>
              <a:defRPr sz="1650" b="0">
                <a:solidFill>
                  <a:srgbClr val="A8BAC8"/>
                </a:solidFill>
              </a:defRPr>
            </a:lvl5pPr>
            <a:lvl6pPr>
              <a:defRPr sz="1650" b="0">
                <a:solidFill>
                  <a:srgbClr val="A8BAC8"/>
                </a:solidFill>
              </a:defRPr>
            </a:lvl6pPr>
            <a:lvl7pPr>
              <a:defRPr sz="1650" b="0">
                <a:solidFill>
                  <a:srgbClr val="A8BAC8"/>
                </a:solidFill>
              </a:defRPr>
            </a:lvl7pPr>
            <a:lvl8pPr>
              <a:defRPr sz="1650" b="0">
                <a:solidFill>
                  <a:srgbClr val="A8BAC8"/>
                </a:solidFill>
              </a:defRPr>
            </a:lvl8pPr>
            <a:lvl9pPr>
              <a:defRPr sz="1650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A8BAC8"/>
                </a:solidFill>
              </a:defRPr>
            </a:pPr>
            <a:r>
              <a:rPr sz="1650" b="0">
                <a:solidFill>
                  <a:srgbClr val="A8BAC8"/>
                </a:solidFill>
              </a:rPr>
              <a:t>Exploratory analysis, model comparison, and deployment design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7FB898-DCF0-47E6-959C-7F62F562C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066800"/>
            <a:ext cx="3143250" cy="37147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2468B3-096F-4C21-AC27-E24EDAC85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1885950"/>
            <a:ext cx="1666875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C705FD-5225-4BC3-9A58-F4E18E6DA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1885950"/>
            <a:ext cx="333375" cy="1285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826439-02BC-4526-A648-1348CBDDF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124075"/>
            <a:ext cx="142875" cy="1762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DA7B8A-D8D5-4CAB-9E5F-D90DE315D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171825"/>
            <a:ext cx="1476375" cy="714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974B36-275B-4170-B757-3307663EF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171825"/>
            <a:ext cx="285750" cy="133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A00BBD-17DD-4F0B-9623-3936AEDC7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886200"/>
            <a:ext cx="1190625" cy="619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DFA89A-A59B-46B2-9572-E67454156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714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E1A393-F57C-42F5-9C8F-F23CEF8F7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9526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7BF7B1-9C34-4700-9B85-09A8F2479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003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F5CB39-9E95-47A3-B5C4-C55D1FAF2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7147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A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F46D21-8E63-4215-97DA-31DAD265E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3338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A53AED-23A3-42DD-819A-AB7EFDF6F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0006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425" b="1">
                <a:solidFill>
                  <a:srgbClr val="F5F8FA"/>
                </a:solidFill>
              </a:defRPr>
            </a:defPPr>
            <a:lvl1pPr>
              <a:defRPr sz="1425" b="1">
                <a:solidFill>
                  <a:srgbClr val="F5F8FA"/>
                </a:solidFill>
              </a:defRPr>
            </a:lvl1pPr>
            <a:lvl2pPr>
              <a:defRPr sz="1425" b="1">
                <a:solidFill>
                  <a:srgbClr val="F5F8FA"/>
                </a:solidFill>
              </a:defRPr>
            </a:lvl2pPr>
            <a:lvl3pPr>
              <a:defRPr sz="1425" b="1">
                <a:solidFill>
                  <a:srgbClr val="F5F8FA"/>
                </a:solidFill>
              </a:defRPr>
            </a:lvl3pPr>
            <a:lvl4pPr>
              <a:defRPr sz="1425" b="1">
                <a:solidFill>
                  <a:srgbClr val="F5F8FA"/>
                </a:solidFill>
              </a:defRPr>
            </a:lvl4pPr>
            <a:lvl5pPr>
              <a:defRPr sz="1425" b="1">
                <a:solidFill>
                  <a:srgbClr val="F5F8FA"/>
                </a:solidFill>
              </a:defRPr>
            </a:lvl5pPr>
            <a:lvl6pPr>
              <a:defRPr sz="1425" b="1">
                <a:solidFill>
                  <a:srgbClr val="F5F8FA"/>
                </a:solidFill>
              </a:defRPr>
            </a:lvl6pPr>
            <a:lvl7pPr>
              <a:defRPr sz="1425" b="1">
                <a:solidFill>
                  <a:srgbClr val="F5F8FA"/>
                </a:solidFill>
              </a:defRPr>
            </a:lvl7pPr>
            <a:lvl8pPr>
              <a:defRPr sz="1425" b="1">
                <a:solidFill>
                  <a:srgbClr val="F5F8FA"/>
                </a:solidFill>
              </a:defRPr>
            </a:lvl8pPr>
            <a:lvl9pPr>
              <a:defRPr sz="1425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5F8FA"/>
                </a:solidFill>
              </a:defRPr>
            </a:pPr>
            <a:r>
              <a:rPr sz="1425" b="1">
                <a:solidFill>
                  <a:srgbClr val="F5F8FA"/>
                </a:solidFill>
              </a:rPr>
              <a:t>Can a detector trained in one network</a:t>
            </a:r>
          </a:p>
          <a:p xmlns:a="http://schemas.openxmlformats.org/drawingml/2006/main">
            <a:pPr>
              <a:defRPr sz="1425" b="1">
                <a:solidFill>
                  <a:srgbClr val="F5F8FA"/>
                </a:solidFill>
              </a:defRPr>
            </a:pPr>
            <a:r>
              <a:rPr sz="1425" b="1">
                <a:solidFill>
                  <a:srgbClr val="F5F8FA"/>
                </a:solidFill>
              </a:rPr>
              <a:t>remain reliable in another?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6723C0-165D-4F8C-9F16-E2F9A9524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0769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A8BAC8"/>
                </a:solidFill>
              </a:defRPr>
            </a:defPPr>
            <a:lvl1pPr>
              <a:defRPr sz="1050" b="0">
                <a:solidFill>
                  <a:srgbClr val="A8BAC8"/>
                </a:solidFill>
              </a:defRPr>
            </a:lvl1pPr>
            <a:lvl2pPr>
              <a:defRPr sz="1050" b="0">
                <a:solidFill>
                  <a:srgbClr val="A8BAC8"/>
                </a:solidFill>
              </a:defRPr>
            </a:lvl2pPr>
            <a:lvl3pPr>
              <a:defRPr sz="1050" b="0">
                <a:solidFill>
                  <a:srgbClr val="A8BAC8"/>
                </a:solidFill>
              </a:defRPr>
            </a:lvl3pPr>
            <a:lvl4pPr>
              <a:defRPr sz="1050" b="0">
                <a:solidFill>
                  <a:srgbClr val="A8BAC8"/>
                </a:solidFill>
              </a:defRPr>
            </a:lvl4pPr>
            <a:lvl5pPr>
              <a:defRPr sz="1050" b="0">
                <a:solidFill>
                  <a:srgbClr val="A8BAC8"/>
                </a:solidFill>
              </a:defRPr>
            </a:lvl5pPr>
            <a:lvl6pPr>
              <a:defRPr sz="1050" b="0">
                <a:solidFill>
                  <a:srgbClr val="A8BAC8"/>
                </a:solidFill>
              </a:defRPr>
            </a:lvl6pPr>
            <a:lvl7pPr>
              <a:defRPr sz="1050" b="0">
                <a:solidFill>
                  <a:srgbClr val="A8BAC8"/>
                </a:solidFill>
              </a:defRPr>
            </a:lvl7pPr>
            <a:lvl8pPr>
              <a:defRPr sz="1050" b="0">
                <a:solidFill>
                  <a:srgbClr val="A8BAC8"/>
                </a:solidFill>
              </a:defRPr>
            </a:lvl8pPr>
            <a:lvl9pPr>
              <a:defRPr sz="1050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A8BAC8"/>
                </a:solidFill>
              </a:defRPr>
            </a:pPr>
            <a:r>
              <a:rPr sz="1050" b="0">
                <a:solidFill>
                  <a:srgbClr val="A8BAC8"/>
                </a:solidFill>
              </a:rPr>
              <a:t>Phase 1: EDA + baseline  •  Phase 2: transfer, tuning, deployment</a:t>
            </a:r>
          </a:p>
        </p:txBody>
      </p:sp>
    </p:spTree>
    <p:extLst>
      <p:ext uri="{BB962C8B-B14F-4D97-AF65-F5344CB8AC3E}">
        <p14:creationId xmlns:p14="http://schemas.microsoft.com/office/powerpoint/2010/main" val="7030856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9E8982-D622-48E9-9525-09A170235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1A0AB1-D04C-498A-9640-8C61A14D6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9C7D8"/>
                </a:solidFill>
              </a:defRPr>
            </a:defPPr>
            <a:lvl1pPr>
              <a:defRPr sz="900" b="1">
                <a:solidFill>
                  <a:srgbClr val="29C7D8"/>
                </a:solidFill>
              </a:defRPr>
            </a:lvl1pPr>
            <a:lvl2pPr>
              <a:defRPr sz="900" b="1">
                <a:solidFill>
                  <a:srgbClr val="29C7D8"/>
                </a:solidFill>
              </a:defRPr>
            </a:lvl2pPr>
            <a:lvl3pPr>
              <a:defRPr sz="900" b="1">
                <a:solidFill>
                  <a:srgbClr val="29C7D8"/>
                </a:solidFill>
              </a:defRPr>
            </a:lvl3pPr>
            <a:lvl4pPr>
              <a:defRPr sz="900" b="1">
                <a:solidFill>
                  <a:srgbClr val="29C7D8"/>
                </a:solidFill>
              </a:defRPr>
            </a:lvl4pPr>
            <a:lvl5pPr>
              <a:defRPr sz="900" b="1">
                <a:solidFill>
                  <a:srgbClr val="29C7D8"/>
                </a:solidFill>
              </a:defRPr>
            </a:lvl5pPr>
            <a:lvl6pPr>
              <a:defRPr sz="900" b="1">
                <a:solidFill>
                  <a:srgbClr val="29C7D8"/>
                </a:solidFill>
              </a:defRPr>
            </a:lvl6pPr>
            <a:lvl7pPr>
              <a:defRPr sz="900" b="1">
                <a:solidFill>
                  <a:srgbClr val="29C7D8"/>
                </a:solidFill>
              </a:defRPr>
            </a:lvl7pPr>
            <a:lvl8pPr>
              <a:defRPr sz="900" b="1">
                <a:solidFill>
                  <a:srgbClr val="29C7D8"/>
                </a:solidFill>
              </a:defRPr>
            </a:lvl8pPr>
            <a:lvl9pPr>
              <a:defRPr sz="900" b="1">
                <a:solidFill>
                  <a:srgbClr val="29C7D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9C7D8"/>
                </a:solidFill>
              </a:defRPr>
            </a:pPr>
            <a:r>
              <a:rPr sz="900" b="1">
                <a:solidFill>
                  <a:srgbClr val="29C7D8"/>
                </a:solidFill>
              </a:rPr>
              <a:t>CAPSTONE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3F4D94-AD8E-4F54-98F8-0030BCBF0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43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F5F8FA"/>
                </a:solidFill>
              </a:defRPr>
            </a:defPPr>
            <a:lvl1pPr>
              <a:defRPr sz="2550" b="1">
                <a:solidFill>
                  <a:srgbClr val="F5F8FA"/>
                </a:solidFill>
              </a:defRPr>
            </a:lvl1pPr>
            <a:lvl2pPr>
              <a:defRPr sz="2550" b="1">
                <a:solidFill>
                  <a:srgbClr val="F5F8FA"/>
                </a:solidFill>
              </a:defRPr>
            </a:lvl2pPr>
            <a:lvl3pPr>
              <a:defRPr sz="2550" b="1">
                <a:solidFill>
                  <a:srgbClr val="F5F8FA"/>
                </a:solidFill>
              </a:defRPr>
            </a:lvl3pPr>
            <a:lvl4pPr>
              <a:defRPr sz="2550" b="1">
                <a:solidFill>
                  <a:srgbClr val="F5F8FA"/>
                </a:solidFill>
              </a:defRPr>
            </a:lvl4pPr>
            <a:lvl5pPr>
              <a:defRPr sz="2550" b="1">
                <a:solidFill>
                  <a:srgbClr val="F5F8FA"/>
                </a:solidFill>
              </a:defRPr>
            </a:lvl5pPr>
            <a:lvl6pPr>
              <a:defRPr sz="2550" b="1">
                <a:solidFill>
                  <a:srgbClr val="F5F8FA"/>
                </a:solidFill>
              </a:defRPr>
            </a:lvl6pPr>
            <a:lvl7pPr>
              <a:defRPr sz="2550" b="1">
                <a:solidFill>
                  <a:srgbClr val="F5F8FA"/>
                </a:solidFill>
              </a:defRPr>
            </a:lvl7pPr>
            <a:lvl8pPr>
              <a:defRPr sz="2550" b="1">
                <a:solidFill>
                  <a:srgbClr val="F5F8FA"/>
                </a:solidFill>
              </a:defRPr>
            </a:lvl8pPr>
            <a:lvl9pPr>
              <a:defRPr sz="25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5F8FA"/>
                </a:solidFill>
              </a:defRPr>
            </a:pPr>
            <a:r>
              <a:rPr sz="2550" b="1">
                <a:solidFill>
                  <a:srgbClr val="F5F8FA"/>
                </a:solidFill>
              </a:rPr>
              <a:t>The business problem is trust across environments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19A5CD-73B2-4B5D-BECC-0CE1AA2E7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287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A8BAC8"/>
                </a:solidFill>
              </a:defRPr>
            </a:defPPr>
            <a:lvl1pPr>
              <a:defRPr sz="1275" b="0">
                <a:solidFill>
                  <a:srgbClr val="A8BAC8"/>
                </a:solidFill>
              </a:defRPr>
            </a:lvl1pPr>
            <a:lvl2pPr>
              <a:defRPr sz="1275" b="0">
                <a:solidFill>
                  <a:srgbClr val="A8BAC8"/>
                </a:solidFill>
              </a:defRPr>
            </a:lvl2pPr>
            <a:lvl3pPr>
              <a:defRPr sz="1275" b="0">
                <a:solidFill>
                  <a:srgbClr val="A8BAC8"/>
                </a:solidFill>
              </a:defRPr>
            </a:lvl3pPr>
            <a:lvl4pPr>
              <a:defRPr sz="1275" b="0">
                <a:solidFill>
                  <a:srgbClr val="A8BAC8"/>
                </a:solidFill>
              </a:defRPr>
            </a:lvl4pPr>
            <a:lvl5pPr>
              <a:defRPr sz="1275" b="0">
                <a:solidFill>
                  <a:srgbClr val="A8BAC8"/>
                </a:solidFill>
              </a:defRPr>
            </a:lvl5pPr>
            <a:lvl6pPr>
              <a:defRPr sz="1275" b="0">
                <a:solidFill>
                  <a:srgbClr val="A8BAC8"/>
                </a:solidFill>
              </a:defRPr>
            </a:lvl6pPr>
            <a:lvl7pPr>
              <a:defRPr sz="1275" b="0">
                <a:solidFill>
                  <a:srgbClr val="A8BAC8"/>
                </a:solidFill>
              </a:defRPr>
            </a:lvl7pPr>
            <a:lvl8pPr>
              <a:defRPr sz="1275" b="0">
                <a:solidFill>
                  <a:srgbClr val="A8BAC8"/>
                </a:solidFill>
              </a:defRPr>
            </a:lvl8pPr>
            <a:lvl9pPr>
              <a:defRPr sz="127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A8BAC8"/>
                </a:solidFill>
              </a:defRPr>
            </a:pPr>
            <a:r>
              <a:rPr sz="1275" b="0">
                <a:solidFill>
                  <a:srgbClr val="A8BAC8"/>
                </a:solidFill>
              </a:rPr>
              <a:t>High laboratory accuracy is not enough if customer traffic looks different.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6525EA-7DF9-498D-B61C-CF43FA6DE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71600"/>
            <a:ext cx="11239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1F8B35-7ACA-4987-8788-B3ADCB71D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A8BAC8"/>
                </a:solidFill>
              </a:defRPr>
            </a:defPPr>
            <a:lvl1pPr>
              <a:defRPr sz="900" b="1">
                <a:solidFill>
                  <a:srgbClr val="A8BAC8"/>
                </a:solidFill>
              </a:defRPr>
            </a:lvl1pPr>
            <a:lvl2pPr>
              <a:defRPr sz="900" b="1">
                <a:solidFill>
                  <a:srgbClr val="A8BAC8"/>
                </a:solidFill>
              </a:defRPr>
            </a:lvl2pPr>
            <a:lvl3pPr>
              <a:defRPr sz="900" b="1">
                <a:solidFill>
                  <a:srgbClr val="A8BAC8"/>
                </a:solidFill>
              </a:defRPr>
            </a:lvl3pPr>
            <a:lvl4pPr>
              <a:defRPr sz="900" b="1">
                <a:solidFill>
                  <a:srgbClr val="A8BAC8"/>
                </a:solidFill>
              </a:defRPr>
            </a:lvl4pPr>
            <a:lvl5pPr>
              <a:defRPr sz="900" b="1">
                <a:solidFill>
                  <a:srgbClr val="A8BAC8"/>
                </a:solidFill>
              </a:defRPr>
            </a:lvl5pPr>
            <a:lvl6pPr>
              <a:defRPr sz="900" b="1">
                <a:solidFill>
                  <a:srgbClr val="A8BAC8"/>
                </a:solidFill>
              </a:defRPr>
            </a:lvl6pPr>
            <a:lvl7pPr>
              <a:defRPr sz="900" b="1">
                <a:solidFill>
                  <a:srgbClr val="A8BAC8"/>
                </a:solidFill>
              </a:defRPr>
            </a:lvl7pPr>
            <a:lvl8pPr>
              <a:defRPr sz="900" b="1">
                <a:solidFill>
                  <a:srgbClr val="A8BAC8"/>
                </a:solidFill>
              </a:defRPr>
            </a:lvl8pPr>
            <a:lvl9pPr>
              <a:defRPr sz="900" b="1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A8BAC8"/>
                </a:solidFill>
              </a:defRPr>
            </a:pPr>
            <a:r>
              <a:rPr sz="900" b="1">
                <a:solidFill>
                  <a:srgbClr val="A8BAC8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79CEF2-90C3-443D-86E4-72A2A9A12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33550"/>
            <a:ext cx="333375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59358B-E900-4F88-A48C-AF1CFA50F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33550"/>
            <a:ext cx="6667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42C9B0-F279-4C75-9AC9-2C2ADCBA9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05000"/>
            <a:ext cx="2905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Detection need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30A622-9211-4CE2-B99D-C0465C6A8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05050"/>
            <a:ext cx="29051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AC8"/>
                </a:solidFill>
              </a:defRPr>
            </a:defPPr>
            <a:lvl1pPr>
              <a:defRPr sz="1125" b="0">
                <a:solidFill>
                  <a:srgbClr val="A8BAC8"/>
                </a:solidFill>
              </a:defRPr>
            </a:lvl1pPr>
            <a:lvl2pPr>
              <a:defRPr sz="1125" b="0">
                <a:solidFill>
                  <a:srgbClr val="A8BAC8"/>
                </a:solidFill>
              </a:defRPr>
            </a:lvl2pPr>
            <a:lvl3pPr>
              <a:defRPr sz="1125" b="0">
                <a:solidFill>
                  <a:srgbClr val="A8BAC8"/>
                </a:solidFill>
              </a:defRPr>
            </a:lvl3pPr>
            <a:lvl4pPr>
              <a:defRPr sz="1125" b="0">
                <a:solidFill>
                  <a:srgbClr val="A8BAC8"/>
                </a:solidFill>
              </a:defRPr>
            </a:lvl4pPr>
            <a:lvl5pPr>
              <a:defRPr sz="1125" b="0">
                <a:solidFill>
                  <a:srgbClr val="A8BAC8"/>
                </a:solidFill>
              </a:defRPr>
            </a:lvl5pPr>
            <a:lvl6pPr>
              <a:defRPr sz="1125" b="0">
                <a:solidFill>
                  <a:srgbClr val="A8BAC8"/>
                </a:solidFill>
              </a:defRPr>
            </a:lvl6pPr>
            <a:lvl7pPr>
              <a:defRPr sz="1125" b="0">
                <a:solidFill>
                  <a:srgbClr val="A8BAC8"/>
                </a:solidFill>
              </a:defRPr>
            </a:lvl7pPr>
            <a:lvl8pPr>
              <a:defRPr sz="1125" b="0">
                <a:solidFill>
                  <a:srgbClr val="A8BAC8"/>
                </a:solidFill>
              </a:defRPr>
            </a:lvl8pPr>
            <a:lvl9pPr>
              <a:defRPr sz="112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Flag malicious network flows quickly enough to support triage and response while keeping false alarms operationally manageable.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B44914-534C-4BB5-B405-0646DB380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733550"/>
            <a:ext cx="333375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79C88E-5594-4F4C-90C8-8DDB735AA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733550"/>
            <a:ext cx="6667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80E3E2-7957-4127-A606-8B84F3796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05000"/>
            <a:ext cx="2905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Deployment constraint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D72688-A4AC-4725-8D4D-57F371CBC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05050"/>
            <a:ext cx="29051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AC8"/>
                </a:solidFill>
              </a:defRPr>
            </a:defPPr>
            <a:lvl1pPr>
              <a:defRPr sz="1125" b="0">
                <a:solidFill>
                  <a:srgbClr val="A8BAC8"/>
                </a:solidFill>
              </a:defRPr>
            </a:lvl1pPr>
            <a:lvl2pPr>
              <a:defRPr sz="1125" b="0">
                <a:solidFill>
                  <a:srgbClr val="A8BAC8"/>
                </a:solidFill>
              </a:defRPr>
            </a:lvl2pPr>
            <a:lvl3pPr>
              <a:defRPr sz="1125" b="0">
                <a:solidFill>
                  <a:srgbClr val="A8BAC8"/>
                </a:solidFill>
              </a:defRPr>
            </a:lvl3pPr>
            <a:lvl4pPr>
              <a:defRPr sz="1125" b="0">
                <a:solidFill>
                  <a:srgbClr val="A8BAC8"/>
                </a:solidFill>
              </a:defRPr>
            </a:lvl4pPr>
            <a:lvl5pPr>
              <a:defRPr sz="1125" b="0">
                <a:solidFill>
                  <a:srgbClr val="A8BAC8"/>
                </a:solidFill>
              </a:defRPr>
            </a:lvl5pPr>
            <a:lvl6pPr>
              <a:defRPr sz="1125" b="0">
                <a:solidFill>
                  <a:srgbClr val="A8BAC8"/>
                </a:solidFill>
              </a:defRPr>
            </a:lvl6pPr>
            <a:lvl7pPr>
              <a:defRPr sz="1125" b="0">
                <a:solidFill>
                  <a:srgbClr val="A8BAC8"/>
                </a:solidFill>
              </a:defRPr>
            </a:lvl7pPr>
            <a:lvl8pPr>
              <a:defRPr sz="1125" b="0">
                <a:solidFill>
                  <a:srgbClr val="A8BAC8"/>
                </a:solidFill>
              </a:defRPr>
            </a:lvl8pPr>
            <a:lvl9pPr>
              <a:defRPr sz="112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Customer traffic can be sensitive. Raw packets, identifiers, and proprietary behavior may not be allowed to leave the site.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17919D-0530-4C16-B0D8-0BDB0BF3B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33550"/>
            <a:ext cx="3667125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7FC8B1-9D2F-4FF4-822A-C3248F447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33550"/>
            <a:ext cx="6667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8CF2EE-0C51-42F5-BB96-8817C1AA1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9050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Core risk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464611-3A74-4EAF-B59B-36BA29493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305050"/>
            <a:ext cx="32385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AC8"/>
                </a:solidFill>
              </a:defRPr>
            </a:defPPr>
            <a:lvl1pPr>
              <a:defRPr sz="1125" b="0">
                <a:solidFill>
                  <a:srgbClr val="A8BAC8"/>
                </a:solidFill>
              </a:defRPr>
            </a:lvl1pPr>
            <a:lvl2pPr>
              <a:defRPr sz="1125" b="0">
                <a:solidFill>
                  <a:srgbClr val="A8BAC8"/>
                </a:solidFill>
              </a:defRPr>
            </a:lvl2pPr>
            <a:lvl3pPr>
              <a:defRPr sz="1125" b="0">
                <a:solidFill>
                  <a:srgbClr val="A8BAC8"/>
                </a:solidFill>
              </a:defRPr>
            </a:lvl3pPr>
            <a:lvl4pPr>
              <a:defRPr sz="1125" b="0">
                <a:solidFill>
                  <a:srgbClr val="A8BAC8"/>
                </a:solidFill>
              </a:defRPr>
            </a:lvl4pPr>
            <a:lvl5pPr>
              <a:defRPr sz="1125" b="0">
                <a:solidFill>
                  <a:srgbClr val="A8BAC8"/>
                </a:solidFill>
              </a:defRPr>
            </a:lvl5pPr>
            <a:lvl6pPr>
              <a:defRPr sz="1125" b="0">
                <a:solidFill>
                  <a:srgbClr val="A8BAC8"/>
                </a:solidFill>
              </a:defRPr>
            </a:lvl6pPr>
            <a:lvl7pPr>
              <a:defRPr sz="1125" b="0">
                <a:solidFill>
                  <a:srgbClr val="A8BAC8"/>
                </a:solidFill>
              </a:defRPr>
            </a:lvl7pPr>
            <a:lvl8pPr>
              <a:defRPr sz="1125" b="0">
                <a:solidFill>
                  <a:srgbClr val="A8BAC8"/>
                </a:solidFill>
              </a:defRPr>
            </a:lvl8pPr>
            <a:lvl9pPr>
              <a:defRPr sz="112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A model may learn dataset-specific shortcuts, then lose attack recall or create alert fatigue when moved to another network.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CE56E9-C8C0-4702-851E-C442FEBD7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24550"/>
            <a:ext cx="10810875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9525">
            <a:solidFill>
              <a:srgbClr val="2EC4A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2B6E5B-1115-492F-8A34-DDEFE82D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2455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EC4A6"/>
                </a:solidFill>
              </a:defRPr>
            </a:defPPr>
            <a:lvl1pPr>
              <a:defRPr sz="900" b="1">
                <a:solidFill>
                  <a:srgbClr val="2EC4A6"/>
                </a:solidFill>
              </a:defRPr>
            </a:lvl1pPr>
            <a:lvl2pPr>
              <a:defRPr sz="900" b="1">
                <a:solidFill>
                  <a:srgbClr val="2EC4A6"/>
                </a:solidFill>
              </a:defRPr>
            </a:lvl2pPr>
            <a:lvl3pPr>
              <a:defRPr sz="900" b="1">
                <a:solidFill>
                  <a:srgbClr val="2EC4A6"/>
                </a:solidFill>
              </a:defRPr>
            </a:lvl3pPr>
            <a:lvl4pPr>
              <a:defRPr sz="900" b="1">
                <a:solidFill>
                  <a:srgbClr val="2EC4A6"/>
                </a:solidFill>
              </a:defRPr>
            </a:lvl4pPr>
            <a:lvl5pPr>
              <a:defRPr sz="900" b="1">
                <a:solidFill>
                  <a:srgbClr val="2EC4A6"/>
                </a:solidFill>
              </a:defRPr>
            </a:lvl5pPr>
            <a:lvl6pPr>
              <a:defRPr sz="900" b="1">
                <a:solidFill>
                  <a:srgbClr val="2EC4A6"/>
                </a:solidFill>
              </a:defRPr>
            </a:lvl6pPr>
            <a:lvl7pPr>
              <a:defRPr sz="900" b="1">
                <a:solidFill>
                  <a:srgbClr val="2EC4A6"/>
                </a:solidFill>
              </a:defRPr>
            </a:lvl7pPr>
            <a:lvl8pPr>
              <a:defRPr sz="900" b="1">
                <a:solidFill>
                  <a:srgbClr val="2EC4A6"/>
                </a:solidFill>
              </a:defRPr>
            </a:lvl8pPr>
            <a:lvl9pPr>
              <a:defRPr sz="900" b="1">
                <a:solidFill>
                  <a:srgbClr val="2EC4A6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EC4A6"/>
                </a:solidFill>
              </a:defRPr>
            </a:pPr>
            <a:r>
              <a:rPr sz="900" b="1">
                <a:solidFill>
                  <a:srgbClr val="2EC4A6"/>
                </a:solidFill>
              </a:rPr>
              <a:t>TAKEAWAY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6ECC06-C623-4A0B-B989-56FFF88D3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924550"/>
            <a:ext cx="938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F5F8FA"/>
                </a:solidFill>
              </a:defRPr>
            </a:defPPr>
            <a:lvl1pPr>
              <a:defRPr sz="1125" b="1">
                <a:solidFill>
                  <a:srgbClr val="F5F8FA"/>
                </a:solidFill>
              </a:defRPr>
            </a:lvl1pPr>
            <a:lvl2pPr>
              <a:defRPr sz="1125" b="1">
                <a:solidFill>
                  <a:srgbClr val="F5F8FA"/>
                </a:solidFill>
              </a:defRPr>
            </a:lvl2pPr>
            <a:lvl3pPr>
              <a:defRPr sz="1125" b="1">
                <a:solidFill>
                  <a:srgbClr val="F5F8FA"/>
                </a:solidFill>
              </a:defRPr>
            </a:lvl3pPr>
            <a:lvl4pPr>
              <a:defRPr sz="1125" b="1">
                <a:solidFill>
                  <a:srgbClr val="F5F8FA"/>
                </a:solidFill>
              </a:defRPr>
            </a:lvl4pPr>
            <a:lvl5pPr>
              <a:defRPr sz="1125" b="1">
                <a:solidFill>
                  <a:srgbClr val="F5F8FA"/>
                </a:solidFill>
              </a:defRPr>
            </a:lvl5pPr>
            <a:lvl6pPr>
              <a:defRPr sz="1125" b="1">
                <a:solidFill>
                  <a:srgbClr val="F5F8FA"/>
                </a:solidFill>
              </a:defRPr>
            </a:lvl6pPr>
            <a:lvl7pPr>
              <a:defRPr sz="1125" b="1">
                <a:solidFill>
                  <a:srgbClr val="F5F8FA"/>
                </a:solidFill>
              </a:defRPr>
            </a:lvl7pPr>
            <a:lvl8pPr>
              <a:defRPr sz="1125" b="1">
                <a:solidFill>
                  <a:srgbClr val="F5F8FA"/>
                </a:solidFill>
              </a:defRPr>
            </a:lvl8pPr>
            <a:lvl9pPr>
              <a:defRPr sz="1125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F5F8FA"/>
                </a:solidFill>
              </a:defRPr>
            </a:pPr>
            <a:r>
              <a:rPr sz="1125" b="1">
                <a:solidFill>
                  <a:srgbClr val="F5F8FA"/>
                </a:solidFill>
              </a:rPr>
              <a:t>Success means useful detection plus stable behavior when the operating environment changes.</a:t>
            </a:r>
          </a:p>
        </p:txBody>
      </p:sp>
    </p:spTree>
    <p:extLst>
      <p:ext uri="{BB962C8B-B14F-4D97-AF65-F5344CB8AC3E}">
        <p14:creationId xmlns:p14="http://schemas.microsoft.com/office/powerpoint/2010/main" val="271874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07469D-30BA-4E60-9E4E-8F2E86E86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503270-EA0C-4023-BBE8-B344E9A09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9C7D8"/>
                </a:solidFill>
              </a:defRPr>
            </a:defPPr>
            <a:lvl1pPr>
              <a:defRPr sz="900" b="1">
                <a:solidFill>
                  <a:srgbClr val="29C7D8"/>
                </a:solidFill>
              </a:defRPr>
            </a:lvl1pPr>
            <a:lvl2pPr>
              <a:defRPr sz="900" b="1">
                <a:solidFill>
                  <a:srgbClr val="29C7D8"/>
                </a:solidFill>
              </a:defRPr>
            </a:lvl2pPr>
            <a:lvl3pPr>
              <a:defRPr sz="900" b="1">
                <a:solidFill>
                  <a:srgbClr val="29C7D8"/>
                </a:solidFill>
              </a:defRPr>
            </a:lvl3pPr>
            <a:lvl4pPr>
              <a:defRPr sz="900" b="1">
                <a:solidFill>
                  <a:srgbClr val="29C7D8"/>
                </a:solidFill>
              </a:defRPr>
            </a:lvl4pPr>
            <a:lvl5pPr>
              <a:defRPr sz="900" b="1">
                <a:solidFill>
                  <a:srgbClr val="29C7D8"/>
                </a:solidFill>
              </a:defRPr>
            </a:lvl5pPr>
            <a:lvl6pPr>
              <a:defRPr sz="900" b="1">
                <a:solidFill>
                  <a:srgbClr val="29C7D8"/>
                </a:solidFill>
              </a:defRPr>
            </a:lvl6pPr>
            <a:lvl7pPr>
              <a:defRPr sz="900" b="1">
                <a:solidFill>
                  <a:srgbClr val="29C7D8"/>
                </a:solidFill>
              </a:defRPr>
            </a:lvl7pPr>
            <a:lvl8pPr>
              <a:defRPr sz="900" b="1">
                <a:solidFill>
                  <a:srgbClr val="29C7D8"/>
                </a:solidFill>
              </a:defRPr>
            </a:lvl8pPr>
            <a:lvl9pPr>
              <a:defRPr sz="900" b="1">
                <a:solidFill>
                  <a:srgbClr val="29C7D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9C7D8"/>
                </a:solidFill>
              </a:defRPr>
            </a:pPr>
            <a:r>
              <a:rPr sz="900" b="1">
                <a:solidFill>
                  <a:srgbClr val="29C7D8"/>
                </a:solidFill>
              </a:rPr>
              <a:t>CAPSTONE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EB721F-8778-45DC-B16E-51CD1F469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43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F5F8FA"/>
                </a:solidFill>
              </a:defRPr>
            </a:defPPr>
            <a:lvl1pPr>
              <a:defRPr sz="2550" b="1">
                <a:solidFill>
                  <a:srgbClr val="F5F8FA"/>
                </a:solidFill>
              </a:defRPr>
            </a:lvl1pPr>
            <a:lvl2pPr>
              <a:defRPr sz="2550" b="1">
                <a:solidFill>
                  <a:srgbClr val="F5F8FA"/>
                </a:solidFill>
              </a:defRPr>
            </a:lvl2pPr>
            <a:lvl3pPr>
              <a:defRPr sz="2550" b="1">
                <a:solidFill>
                  <a:srgbClr val="F5F8FA"/>
                </a:solidFill>
              </a:defRPr>
            </a:lvl3pPr>
            <a:lvl4pPr>
              <a:defRPr sz="2550" b="1">
                <a:solidFill>
                  <a:srgbClr val="F5F8FA"/>
                </a:solidFill>
              </a:defRPr>
            </a:lvl4pPr>
            <a:lvl5pPr>
              <a:defRPr sz="2550" b="1">
                <a:solidFill>
                  <a:srgbClr val="F5F8FA"/>
                </a:solidFill>
              </a:defRPr>
            </a:lvl5pPr>
            <a:lvl6pPr>
              <a:defRPr sz="2550" b="1">
                <a:solidFill>
                  <a:srgbClr val="F5F8FA"/>
                </a:solidFill>
              </a:defRPr>
            </a:lvl6pPr>
            <a:lvl7pPr>
              <a:defRPr sz="2550" b="1">
                <a:solidFill>
                  <a:srgbClr val="F5F8FA"/>
                </a:solidFill>
              </a:defRPr>
            </a:lvl7pPr>
            <a:lvl8pPr>
              <a:defRPr sz="2550" b="1">
                <a:solidFill>
                  <a:srgbClr val="F5F8FA"/>
                </a:solidFill>
              </a:defRPr>
            </a:lvl8pPr>
            <a:lvl9pPr>
              <a:defRPr sz="25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5F8FA"/>
                </a:solidFill>
              </a:defRPr>
            </a:pPr>
            <a:r>
              <a:rPr sz="2550" b="1">
                <a:solidFill>
                  <a:srgbClr val="F5F8FA"/>
                </a:solidFill>
              </a:rPr>
              <a:t>Two research questions guide the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473C35-A2E9-4270-8842-92A7DE44A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287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A8BAC8"/>
                </a:solidFill>
              </a:defRPr>
            </a:defPPr>
            <a:lvl1pPr>
              <a:defRPr sz="1275" b="0">
                <a:solidFill>
                  <a:srgbClr val="A8BAC8"/>
                </a:solidFill>
              </a:defRPr>
            </a:lvl1pPr>
            <a:lvl2pPr>
              <a:defRPr sz="1275" b="0">
                <a:solidFill>
                  <a:srgbClr val="A8BAC8"/>
                </a:solidFill>
              </a:defRPr>
            </a:lvl2pPr>
            <a:lvl3pPr>
              <a:defRPr sz="1275" b="0">
                <a:solidFill>
                  <a:srgbClr val="A8BAC8"/>
                </a:solidFill>
              </a:defRPr>
            </a:lvl3pPr>
            <a:lvl4pPr>
              <a:defRPr sz="1275" b="0">
                <a:solidFill>
                  <a:srgbClr val="A8BAC8"/>
                </a:solidFill>
              </a:defRPr>
            </a:lvl4pPr>
            <a:lvl5pPr>
              <a:defRPr sz="1275" b="0">
                <a:solidFill>
                  <a:srgbClr val="A8BAC8"/>
                </a:solidFill>
              </a:defRPr>
            </a:lvl5pPr>
            <a:lvl6pPr>
              <a:defRPr sz="1275" b="0">
                <a:solidFill>
                  <a:srgbClr val="A8BAC8"/>
                </a:solidFill>
              </a:defRPr>
            </a:lvl6pPr>
            <a:lvl7pPr>
              <a:defRPr sz="1275" b="0">
                <a:solidFill>
                  <a:srgbClr val="A8BAC8"/>
                </a:solidFill>
              </a:defRPr>
            </a:lvl7pPr>
            <a:lvl8pPr>
              <a:defRPr sz="1275" b="0">
                <a:solidFill>
                  <a:srgbClr val="A8BAC8"/>
                </a:solidFill>
              </a:defRPr>
            </a:lvl8pPr>
            <a:lvl9pPr>
              <a:defRPr sz="127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A8BAC8"/>
                </a:solidFill>
              </a:defRPr>
            </a:pPr>
            <a:r>
              <a:rPr sz="1275" b="0">
                <a:solidFill>
                  <a:srgbClr val="A8BAC8"/>
                </a:solidFill>
              </a:rPr>
              <a:t>The secondary question makes generalization measurable.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442D50-9838-4F60-AAB2-859044D88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71600"/>
            <a:ext cx="11239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524821-0191-493A-B39F-A91787AA1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A8BAC8"/>
                </a:solidFill>
              </a:defRPr>
            </a:defPPr>
            <a:lvl1pPr>
              <a:defRPr sz="900" b="1">
                <a:solidFill>
                  <a:srgbClr val="A8BAC8"/>
                </a:solidFill>
              </a:defRPr>
            </a:lvl1pPr>
            <a:lvl2pPr>
              <a:defRPr sz="900" b="1">
                <a:solidFill>
                  <a:srgbClr val="A8BAC8"/>
                </a:solidFill>
              </a:defRPr>
            </a:lvl2pPr>
            <a:lvl3pPr>
              <a:defRPr sz="900" b="1">
                <a:solidFill>
                  <a:srgbClr val="A8BAC8"/>
                </a:solidFill>
              </a:defRPr>
            </a:lvl3pPr>
            <a:lvl4pPr>
              <a:defRPr sz="900" b="1">
                <a:solidFill>
                  <a:srgbClr val="A8BAC8"/>
                </a:solidFill>
              </a:defRPr>
            </a:lvl4pPr>
            <a:lvl5pPr>
              <a:defRPr sz="900" b="1">
                <a:solidFill>
                  <a:srgbClr val="A8BAC8"/>
                </a:solidFill>
              </a:defRPr>
            </a:lvl5pPr>
            <a:lvl6pPr>
              <a:defRPr sz="900" b="1">
                <a:solidFill>
                  <a:srgbClr val="A8BAC8"/>
                </a:solidFill>
              </a:defRPr>
            </a:lvl6pPr>
            <a:lvl7pPr>
              <a:defRPr sz="900" b="1">
                <a:solidFill>
                  <a:srgbClr val="A8BAC8"/>
                </a:solidFill>
              </a:defRPr>
            </a:lvl7pPr>
            <a:lvl8pPr>
              <a:defRPr sz="900" b="1">
                <a:solidFill>
                  <a:srgbClr val="A8BAC8"/>
                </a:solidFill>
              </a:defRPr>
            </a:lvl8pPr>
            <a:lvl9pPr>
              <a:defRPr sz="900" b="1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A8BAC8"/>
                </a:solidFill>
              </a:defRPr>
            </a:pPr>
            <a:r>
              <a:rPr sz="900" b="1">
                <a:solidFill>
                  <a:srgbClr val="A8BAC8"/>
                </a:solidFill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704762-753B-4A8A-815B-3A807403B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495300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AA68ED-7964-4406-931F-CDF910F81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666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9A5951-E3C3-4433-A354-9D5F76D9B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81200"/>
            <a:ext cx="4524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Primary question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0F7A0C-55EA-4ED0-85B0-7DE927F2A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62200"/>
            <a:ext cx="4524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325" b="1">
                <a:solidFill>
                  <a:srgbClr val="29C7D8"/>
                </a:solidFill>
              </a:defRPr>
            </a:defPPr>
            <a:lvl1pPr>
              <a:defRPr sz="2325" b="1">
                <a:solidFill>
                  <a:srgbClr val="29C7D8"/>
                </a:solidFill>
              </a:defRPr>
            </a:lvl1pPr>
            <a:lvl2pPr>
              <a:defRPr sz="2325" b="1">
                <a:solidFill>
                  <a:srgbClr val="29C7D8"/>
                </a:solidFill>
              </a:defRPr>
            </a:lvl2pPr>
            <a:lvl3pPr>
              <a:defRPr sz="2325" b="1">
                <a:solidFill>
                  <a:srgbClr val="29C7D8"/>
                </a:solidFill>
              </a:defRPr>
            </a:lvl3pPr>
            <a:lvl4pPr>
              <a:defRPr sz="2325" b="1">
                <a:solidFill>
                  <a:srgbClr val="29C7D8"/>
                </a:solidFill>
              </a:defRPr>
            </a:lvl4pPr>
            <a:lvl5pPr>
              <a:defRPr sz="2325" b="1">
                <a:solidFill>
                  <a:srgbClr val="29C7D8"/>
                </a:solidFill>
              </a:defRPr>
            </a:lvl5pPr>
            <a:lvl6pPr>
              <a:defRPr sz="2325" b="1">
                <a:solidFill>
                  <a:srgbClr val="29C7D8"/>
                </a:solidFill>
              </a:defRPr>
            </a:lvl6pPr>
            <a:lvl7pPr>
              <a:defRPr sz="2325" b="1">
                <a:solidFill>
                  <a:srgbClr val="29C7D8"/>
                </a:solidFill>
              </a:defRPr>
            </a:lvl7pPr>
            <a:lvl8pPr>
              <a:defRPr sz="2325" b="1">
                <a:solidFill>
                  <a:srgbClr val="29C7D8"/>
                </a:solidFill>
              </a:defRPr>
            </a:lvl8pPr>
            <a:lvl9pPr>
              <a:defRPr sz="2325" b="1">
                <a:solidFill>
                  <a:srgbClr val="29C7D8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9C7D8"/>
                </a:solidFill>
              </a:defRPr>
            </a:pPr>
            <a:r>
              <a:rPr sz="2325" b="1">
                <a:solidFill>
                  <a:srgbClr val="29C7D8"/>
                </a:solidFill>
              </a:rPr>
              <a:t>Q1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F72DC3-FF0E-4C9D-BDA6-B647D45FA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876550"/>
            <a:ext cx="4524375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AC8"/>
                </a:solidFill>
              </a:defRPr>
            </a:defPPr>
            <a:lvl1pPr>
              <a:defRPr sz="1125" b="0">
                <a:solidFill>
                  <a:srgbClr val="A8BAC8"/>
                </a:solidFill>
              </a:defRPr>
            </a:lvl1pPr>
            <a:lvl2pPr>
              <a:defRPr sz="1125" b="0">
                <a:solidFill>
                  <a:srgbClr val="A8BAC8"/>
                </a:solidFill>
              </a:defRPr>
            </a:lvl2pPr>
            <a:lvl3pPr>
              <a:defRPr sz="1125" b="0">
                <a:solidFill>
                  <a:srgbClr val="A8BAC8"/>
                </a:solidFill>
              </a:defRPr>
            </a:lvl3pPr>
            <a:lvl4pPr>
              <a:defRPr sz="1125" b="0">
                <a:solidFill>
                  <a:srgbClr val="A8BAC8"/>
                </a:solidFill>
              </a:defRPr>
            </a:lvl4pPr>
            <a:lvl5pPr>
              <a:defRPr sz="1125" b="0">
                <a:solidFill>
                  <a:srgbClr val="A8BAC8"/>
                </a:solidFill>
              </a:defRPr>
            </a:lvl5pPr>
            <a:lvl6pPr>
              <a:defRPr sz="1125" b="0">
                <a:solidFill>
                  <a:srgbClr val="A8BAC8"/>
                </a:solidFill>
              </a:defRPr>
            </a:lvl6pPr>
            <a:lvl7pPr>
              <a:defRPr sz="1125" b="0">
                <a:solidFill>
                  <a:srgbClr val="A8BAC8"/>
                </a:solidFill>
              </a:defRPr>
            </a:lvl7pPr>
            <a:lvl8pPr>
              <a:defRPr sz="1125" b="0">
                <a:solidFill>
                  <a:srgbClr val="A8BAC8"/>
                </a:solidFill>
              </a:defRPr>
            </a:lvl8pPr>
            <a:lvl9pPr>
              <a:defRPr sz="112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Can supervised machine learning classify a network flow as benign or malicious using flow-level telemetry?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DB9A1C-F84F-4A0C-8D69-55C572EDD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809750"/>
            <a:ext cx="495300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802270-1FA7-41EE-AFD4-37F39F425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809750"/>
            <a:ext cx="666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612A5C-A36C-4B36-B3F3-A9EB3ECB1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81200"/>
            <a:ext cx="4524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Secondary question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DDF702-2530-4B1A-99A8-2551A69F6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62200"/>
            <a:ext cx="4524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325" b="1">
                <a:solidFill>
                  <a:srgbClr val="2EC4A6"/>
                </a:solidFill>
              </a:defRPr>
            </a:defPPr>
            <a:lvl1pPr>
              <a:defRPr sz="2325" b="1">
                <a:solidFill>
                  <a:srgbClr val="2EC4A6"/>
                </a:solidFill>
              </a:defRPr>
            </a:lvl1pPr>
            <a:lvl2pPr>
              <a:defRPr sz="2325" b="1">
                <a:solidFill>
                  <a:srgbClr val="2EC4A6"/>
                </a:solidFill>
              </a:defRPr>
            </a:lvl2pPr>
            <a:lvl3pPr>
              <a:defRPr sz="2325" b="1">
                <a:solidFill>
                  <a:srgbClr val="2EC4A6"/>
                </a:solidFill>
              </a:defRPr>
            </a:lvl3pPr>
            <a:lvl4pPr>
              <a:defRPr sz="2325" b="1">
                <a:solidFill>
                  <a:srgbClr val="2EC4A6"/>
                </a:solidFill>
              </a:defRPr>
            </a:lvl4pPr>
            <a:lvl5pPr>
              <a:defRPr sz="2325" b="1">
                <a:solidFill>
                  <a:srgbClr val="2EC4A6"/>
                </a:solidFill>
              </a:defRPr>
            </a:lvl5pPr>
            <a:lvl6pPr>
              <a:defRPr sz="2325" b="1">
                <a:solidFill>
                  <a:srgbClr val="2EC4A6"/>
                </a:solidFill>
              </a:defRPr>
            </a:lvl6pPr>
            <a:lvl7pPr>
              <a:defRPr sz="2325" b="1">
                <a:solidFill>
                  <a:srgbClr val="2EC4A6"/>
                </a:solidFill>
              </a:defRPr>
            </a:lvl7pPr>
            <a:lvl8pPr>
              <a:defRPr sz="2325" b="1">
                <a:solidFill>
                  <a:srgbClr val="2EC4A6"/>
                </a:solidFill>
              </a:defRPr>
            </a:lvl8pPr>
            <a:lvl9pPr>
              <a:defRPr sz="2325" b="1">
                <a:solidFill>
                  <a:srgbClr val="2EC4A6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EC4A6"/>
                </a:solidFill>
              </a:defRPr>
            </a:pPr>
            <a:r>
              <a:rPr sz="2325" b="1">
                <a:solidFill>
                  <a:srgbClr val="2EC4A6"/>
                </a:solidFill>
              </a:rPr>
              <a:t>Q2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9CC548-7FEB-40F1-A768-72AFAD337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76550"/>
            <a:ext cx="4524375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AC8"/>
                </a:solidFill>
              </a:defRPr>
            </a:defPPr>
            <a:lvl1pPr>
              <a:defRPr sz="1125" b="0">
                <a:solidFill>
                  <a:srgbClr val="A8BAC8"/>
                </a:solidFill>
              </a:defRPr>
            </a:lvl1pPr>
            <a:lvl2pPr>
              <a:defRPr sz="1125" b="0">
                <a:solidFill>
                  <a:srgbClr val="A8BAC8"/>
                </a:solidFill>
              </a:defRPr>
            </a:lvl2pPr>
            <a:lvl3pPr>
              <a:defRPr sz="1125" b="0">
                <a:solidFill>
                  <a:srgbClr val="A8BAC8"/>
                </a:solidFill>
              </a:defRPr>
            </a:lvl3pPr>
            <a:lvl4pPr>
              <a:defRPr sz="1125" b="0">
                <a:solidFill>
                  <a:srgbClr val="A8BAC8"/>
                </a:solidFill>
              </a:defRPr>
            </a:lvl4pPr>
            <a:lvl5pPr>
              <a:defRPr sz="1125" b="0">
                <a:solidFill>
                  <a:srgbClr val="A8BAC8"/>
                </a:solidFill>
              </a:defRPr>
            </a:lvl5pPr>
            <a:lvl6pPr>
              <a:defRPr sz="1125" b="0">
                <a:solidFill>
                  <a:srgbClr val="A8BAC8"/>
                </a:solidFill>
              </a:defRPr>
            </a:lvl6pPr>
            <a:lvl7pPr>
              <a:defRPr sz="1125" b="0">
                <a:solidFill>
                  <a:srgbClr val="A8BAC8"/>
                </a:solidFill>
              </a:defRPr>
            </a:lvl7pPr>
            <a:lvl8pPr>
              <a:defRPr sz="1125" b="0">
                <a:solidFill>
                  <a:srgbClr val="A8BAC8"/>
                </a:solidFill>
              </a:defRPr>
            </a:lvl8pPr>
            <a:lvl9pPr>
              <a:defRPr sz="112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How well does a model trained on one intrusion-detection dataset transfer to traffic collected from a different network and year?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92A010-A619-453A-B6B6-6541A8E6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200650"/>
            <a:ext cx="2857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F55526-3A90-4310-BECC-34C87155B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52006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F5F8FA"/>
                </a:solidFill>
              </a:defRPr>
            </a:defPPr>
            <a:lvl1pPr>
              <a:defRPr sz="975" b="1">
                <a:solidFill>
                  <a:srgbClr val="F5F8FA"/>
                </a:solidFill>
              </a:defRPr>
            </a:lvl1pPr>
            <a:lvl2pPr>
              <a:defRPr sz="975" b="1">
                <a:solidFill>
                  <a:srgbClr val="F5F8FA"/>
                </a:solidFill>
              </a:defRPr>
            </a:lvl2pPr>
            <a:lvl3pPr>
              <a:defRPr sz="975" b="1">
                <a:solidFill>
                  <a:srgbClr val="F5F8FA"/>
                </a:solidFill>
              </a:defRPr>
            </a:lvl3pPr>
            <a:lvl4pPr>
              <a:defRPr sz="975" b="1">
                <a:solidFill>
                  <a:srgbClr val="F5F8FA"/>
                </a:solidFill>
              </a:defRPr>
            </a:lvl4pPr>
            <a:lvl5pPr>
              <a:defRPr sz="975" b="1">
                <a:solidFill>
                  <a:srgbClr val="F5F8FA"/>
                </a:solidFill>
              </a:defRPr>
            </a:lvl5pPr>
            <a:lvl6pPr>
              <a:defRPr sz="975" b="1">
                <a:solidFill>
                  <a:srgbClr val="F5F8FA"/>
                </a:solidFill>
              </a:defRPr>
            </a:lvl6pPr>
            <a:lvl7pPr>
              <a:defRPr sz="975" b="1">
                <a:solidFill>
                  <a:srgbClr val="F5F8FA"/>
                </a:solidFill>
              </a:defRPr>
            </a:lvl7pPr>
            <a:lvl8pPr>
              <a:defRPr sz="975" b="1">
                <a:solidFill>
                  <a:srgbClr val="F5F8FA"/>
                </a:solidFill>
              </a:defRPr>
            </a:lvl8pPr>
            <a:lvl9pPr>
              <a:defRPr sz="975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F5F8FA"/>
                </a:solidFill>
              </a:defRPr>
            </a:pPr>
            <a:r>
              <a:rPr sz="975" b="1">
                <a:solidFill>
                  <a:srgbClr val="F5F8FA"/>
                </a:solidFill>
              </a:rPr>
              <a:t>Binary target: benign vs attack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D3DB35-F947-43C4-A1BE-BF2DE5AC7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200650"/>
            <a:ext cx="242887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DD20EB-0795-40AC-9C90-DB33777A7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520065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F5F8FA"/>
                </a:solidFill>
              </a:defRPr>
            </a:defPPr>
            <a:lvl1pPr>
              <a:defRPr sz="975" b="1">
                <a:solidFill>
                  <a:srgbClr val="F5F8FA"/>
                </a:solidFill>
              </a:defRPr>
            </a:lvl1pPr>
            <a:lvl2pPr>
              <a:defRPr sz="975" b="1">
                <a:solidFill>
                  <a:srgbClr val="F5F8FA"/>
                </a:solidFill>
              </a:defRPr>
            </a:lvl2pPr>
            <a:lvl3pPr>
              <a:defRPr sz="975" b="1">
                <a:solidFill>
                  <a:srgbClr val="F5F8FA"/>
                </a:solidFill>
              </a:defRPr>
            </a:lvl3pPr>
            <a:lvl4pPr>
              <a:defRPr sz="975" b="1">
                <a:solidFill>
                  <a:srgbClr val="F5F8FA"/>
                </a:solidFill>
              </a:defRPr>
            </a:lvl4pPr>
            <a:lvl5pPr>
              <a:defRPr sz="975" b="1">
                <a:solidFill>
                  <a:srgbClr val="F5F8FA"/>
                </a:solidFill>
              </a:defRPr>
            </a:lvl5pPr>
            <a:lvl6pPr>
              <a:defRPr sz="975" b="1">
                <a:solidFill>
                  <a:srgbClr val="F5F8FA"/>
                </a:solidFill>
              </a:defRPr>
            </a:lvl6pPr>
            <a:lvl7pPr>
              <a:defRPr sz="975" b="1">
                <a:solidFill>
                  <a:srgbClr val="F5F8FA"/>
                </a:solidFill>
              </a:defRPr>
            </a:lvl7pPr>
            <a:lvl8pPr>
              <a:defRPr sz="975" b="1">
                <a:solidFill>
                  <a:srgbClr val="F5F8FA"/>
                </a:solidFill>
              </a:defRPr>
            </a:lvl8pPr>
            <a:lvl9pPr>
              <a:defRPr sz="975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F5F8FA"/>
                </a:solidFill>
              </a:defRPr>
            </a:pPr>
            <a:r>
              <a:rPr sz="975" b="1">
                <a:solidFill>
                  <a:srgbClr val="F5F8FA"/>
                </a:solidFill>
              </a:rPr>
              <a:t>Primary metric: macro F1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2B90AC-0FA8-491E-987D-147F23161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24550"/>
            <a:ext cx="10810875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9525">
            <a:solidFill>
              <a:srgbClr val="2EC4A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10C224-490E-4D15-82E0-6D372F583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2455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EC4A6"/>
                </a:solidFill>
              </a:defRPr>
            </a:defPPr>
            <a:lvl1pPr>
              <a:defRPr sz="900" b="1">
                <a:solidFill>
                  <a:srgbClr val="2EC4A6"/>
                </a:solidFill>
              </a:defRPr>
            </a:lvl1pPr>
            <a:lvl2pPr>
              <a:defRPr sz="900" b="1">
                <a:solidFill>
                  <a:srgbClr val="2EC4A6"/>
                </a:solidFill>
              </a:defRPr>
            </a:lvl2pPr>
            <a:lvl3pPr>
              <a:defRPr sz="900" b="1">
                <a:solidFill>
                  <a:srgbClr val="2EC4A6"/>
                </a:solidFill>
              </a:defRPr>
            </a:lvl3pPr>
            <a:lvl4pPr>
              <a:defRPr sz="900" b="1">
                <a:solidFill>
                  <a:srgbClr val="2EC4A6"/>
                </a:solidFill>
              </a:defRPr>
            </a:lvl4pPr>
            <a:lvl5pPr>
              <a:defRPr sz="900" b="1">
                <a:solidFill>
                  <a:srgbClr val="2EC4A6"/>
                </a:solidFill>
              </a:defRPr>
            </a:lvl5pPr>
            <a:lvl6pPr>
              <a:defRPr sz="900" b="1">
                <a:solidFill>
                  <a:srgbClr val="2EC4A6"/>
                </a:solidFill>
              </a:defRPr>
            </a:lvl6pPr>
            <a:lvl7pPr>
              <a:defRPr sz="900" b="1">
                <a:solidFill>
                  <a:srgbClr val="2EC4A6"/>
                </a:solidFill>
              </a:defRPr>
            </a:lvl7pPr>
            <a:lvl8pPr>
              <a:defRPr sz="900" b="1">
                <a:solidFill>
                  <a:srgbClr val="2EC4A6"/>
                </a:solidFill>
              </a:defRPr>
            </a:lvl8pPr>
            <a:lvl9pPr>
              <a:defRPr sz="900" b="1">
                <a:solidFill>
                  <a:srgbClr val="2EC4A6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EC4A6"/>
                </a:solidFill>
              </a:defRPr>
            </a:pPr>
            <a:r>
              <a:rPr sz="900" b="1">
                <a:solidFill>
                  <a:srgbClr val="2EC4A6"/>
                </a:solidFill>
              </a:rPr>
              <a:t>TAKEAWAY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48BB4A-DB4A-4A5D-8F27-1E26D7B04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924550"/>
            <a:ext cx="938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F5F8FA"/>
                </a:solidFill>
              </a:defRPr>
            </a:defPPr>
            <a:lvl1pPr>
              <a:defRPr sz="1125" b="1">
                <a:solidFill>
                  <a:srgbClr val="F5F8FA"/>
                </a:solidFill>
              </a:defRPr>
            </a:lvl1pPr>
            <a:lvl2pPr>
              <a:defRPr sz="1125" b="1">
                <a:solidFill>
                  <a:srgbClr val="F5F8FA"/>
                </a:solidFill>
              </a:defRPr>
            </a:lvl2pPr>
            <a:lvl3pPr>
              <a:defRPr sz="1125" b="1">
                <a:solidFill>
                  <a:srgbClr val="F5F8FA"/>
                </a:solidFill>
              </a:defRPr>
            </a:lvl3pPr>
            <a:lvl4pPr>
              <a:defRPr sz="1125" b="1">
                <a:solidFill>
                  <a:srgbClr val="F5F8FA"/>
                </a:solidFill>
              </a:defRPr>
            </a:lvl4pPr>
            <a:lvl5pPr>
              <a:defRPr sz="1125" b="1">
                <a:solidFill>
                  <a:srgbClr val="F5F8FA"/>
                </a:solidFill>
              </a:defRPr>
            </a:lvl5pPr>
            <a:lvl6pPr>
              <a:defRPr sz="1125" b="1">
                <a:solidFill>
                  <a:srgbClr val="F5F8FA"/>
                </a:solidFill>
              </a:defRPr>
            </a:lvl6pPr>
            <a:lvl7pPr>
              <a:defRPr sz="1125" b="1">
                <a:solidFill>
                  <a:srgbClr val="F5F8FA"/>
                </a:solidFill>
              </a:defRPr>
            </a:lvl7pPr>
            <a:lvl8pPr>
              <a:defRPr sz="1125" b="1">
                <a:solidFill>
                  <a:srgbClr val="F5F8FA"/>
                </a:solidFill>
              </a:defRPr>
            </a:lvl8pPr>
            <a:lvl9pPr>
              <a:defRPr sz="1125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F5F8FA"/>
                </a:solidFill>
              </a:defRPr>
            </a:pPr>
            <a:r>
              <a:rPr sz="1125" b="1">
                <a:solidFill>
                  <a:srgbClr val="F5F8FA"/>
                </a:solidFill>
              </a:rPr>
              <a:t>The project tests both detection quality and portability, which are different questions.</a:t>
            </a:r>
          </a:p>
        </p:txBody>
      </p:sp>
    </p:spTree>
    <p:extLst>
      <p:ext uri="{BB962C8B-B14F-4D97-AF65-F5344CB8AC3E}">
        <p14:creationId xmlns:p14="http://schemas.microsoft.com/office/powerpoint/2010/main" val="7824957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578EB8-BB88-412A-96A7-5D316A9FC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90F6FB-6577-44D8-9C99-F8E4D46F1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9C7D8"/>
                </a:solidFill>
              </a:defRPr>
            </a:defPPr>
            <a:lvl1pPr>
              <a:defRPr sz="900" b="1">
                <a:solidFill>
                  <a:srgbClr val="29C7D8"/>
                </a:solidFill>
              </a:defRPr>
            </a:lvl1pPr>
            <a:lvl2pPr>
              <a:defRPr sz="900" b="1">
                <a:solidFill>
                  <a:srgbClr val="29C7D8"/>
                </a:solidFill>
              </a:defRPr>
            </a:lvl2pPr>
            <a:lvl3pPr>
              <a:defRPr sz="900" b="1">
                <a:solidFill>
                  <a:srgbClr val="29C7D8"/>
                </a:solidFill>
              </a:defRPr>
            </a:lvl3pPr>
            <a:lvl4pPr>
              <a:defRPr sz="900" b="1">
                <a:solidFill>
                  <a:srgbClr val="29C7D8"/>
                </a:solidFill>
              </a:defRPr>
            </a:lvl4pPr>
            <a:lvl5pPr>
              <a:defRPr sz="900" b="1">
                <a:solidFill>
                  <a:srgbClr val="29C7D8"/>
                </a:solidFill>
              </a:defRPr>
            </a:lvl5pPr>
            <a:lvl6pPr>
              <a:defRPr sz="900" b="1">
                <a:solidFill>
                  <a:srgbClr val="29C7D8"/>
                </a:solidFill>
              </a:defRPr>
            </a:lvl6pPr>
            <a:lvl7pPr>
              <a:defRPr sz="900" b="1">
                <a:solidFill>
                  <a:srgbClr val="29C7D8"/>
                </a:solidFill>
              </a:defRPr>
            </a:lvl7pPr>
            <a:lvl8pPr>
              <a:defRPr sz="900" b="1">
                <a:solidFill>
                  <a:srgbClr val="29C7D8"/>
                </a:solidFill>
              </a:defRPr>
            </a:lvl8pPr>
            <a:lvl9pPr>
              <a:defRPr sz="900" b="1">
                <a:solidFill>
                  <a:srgbClr val="29C7D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9C7D8"/>
                </a:solidFill>
              </a:defRPr>
            </a:pPr>
            <a:r>
              <a:rPr sz="900" b="1">
                <a:solidFill>
                  <a:srgbClr val="29C7D8"/>
                </a:solidFill>
              </a:rPr>
              <a:t>CAPSTONE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89E947-01AA-4F77-A608-7542F644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43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F5F8FA"/>
                </a:solidFill>
              </a:defRPr>
            </a:defPPr>
            <a:lvl1pPr>
              <a:defRPr sz="2550" b="1">
                <a:solidFill>
                  <a:srgbClr val="F5F8FA"/>
                </a:solidFill>
              </a:defRPr>
            </a:lvl1pPr>
            <a:lvl2pPr>
              <a:defRPr sz="2550" b="1">
                <a:solidFill>
                  <a:srgbClr val="F5F8FA"/>
                </a:solidFill>
              </a:defRPr>
            </a:lvl2pPr>
            <a:lvl3pPr>
              <a:defRPr sz="2550" b="1">
                <a:solidFill>
                  <a:srgbClr val="F5F8FA"/>
                </a:solidFill>
              </a:defRPr>
            </a:lvl3pPr>
            <a:lvl4pPr>
              <a:defRPr sz="2550" b="1">
                <a:solidFill>
                  <a:srgbClr val="F5F8FA"/>
                </a:solidFill>
              </a:defRPr>
            </a:lvl4pPr>
            <a:lvl5pPr>
              <a:defRPr sz="2550" b="1">
                <a:solidFill>
                  <a:srgbClr val="F5F8FA"/>
                </a:solidFill>
              </a:defRPr>
            </a:lvl5pPr>
            <a:lvl6pPr>
              <a:defRPr sz="2550" b="1">
                <a:solidFill>
                  <a:srgbClr val="F5F8FA"/>
                </a:solidFill>
              </a:defRPr>
            </a:lvl6pPr>
            <a:lvl7pPr>
              <a:defRPr sz="2550" b="1">
                <a:solidFill>
                  <a:srgbClr val="F5F8FA"/>
                </a:solidFill>
              </a:defRPr>
            </a:lvl7pPr>
            <a:lvl8pPr>
              <a:defRPr sz="2550" b="1">
                <a:solidFill>
                  <a:srgbClr val="F5F8FA"/>
                </a:solidFill>
              </a:defRPr>
            </a:lvl8pPr>
            <a:lvl9pPr>
              <a:defRPr sz="25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5F8FA"/>
                </a:solidFill>
              </a:defRPr>
            </a:pPr>
            <a:r>
              <a:rPr sz="2550" b="1">
                <a:solidFill>
                  <a:srgbClr val="F5F8FA"/>
                </a:solidFill>
              </a:rPr>
              <a:t>Two related datasets play different roles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226659-A50F-4E61-B9BA-723CA9BDC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287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A8BAC8"/>
                </a:solidFill>
              </a:defRPr>
            </a:defPPr>
            <a:lvl1pPr>
              <a:defRPr sz="1275" b="0">
                <a:solidFill>
                  <a:srgbClr val="A8BAC8"/>
                </a:solidFill>
              </a:defRPr>
            </a:lvl1pPr>
            <a:lvl2pPr>
              <a:defRPr sz="1275" b="0">
                <a:solidFill>
                  <a:srgbClr val="A8BAC8"/>
                </a:solidFill>
              </a:defRPr>
            </a:lvl2pPr>
            <a:lvl3pPr>
              <a:defRPr sz="1275" b="0">
                <a:solidFill>
                  <a:srgbClr val="A8BAC8"/>
                </a:solidFill>
              </a:defRPr>
            </a:lvl3pPr>
            <a:lvl4pPr>
              <a:defRPr sz="1275" b="0">
                <a:solidFill>
                  <a:srgbClr val="A8BAC8"/>
                </a:solidFill>
              </a:defRPr>
            </a:lvl4pPr>
            <a:lvl5pPr>
              <a:defRPr sz="1275" b="0">
                <a:solidFill>
                  <a:srgbClr val="A8BAC8"/>
                </a:solidFill>
              </a:defRPr>
            </a:lvl5pPr>
            <a:lvl6pPr>
              <a:defRPr sz="1275" b="0">
                <a:solidFill>
                  <a:srgbClr val="A8BAC8"/>
                </a:solidFill>
              </a:defRPr>
            </a:lvl6pPr>
            <a:lvl7pPr>
              <a:defRPr sz="1275" b="0">
                <a:solidFill>
                  <a:srgbClr val="A8BAC8"/>
                </a:solidFill>
              </a:defRPr>
            </a:lvl7pPr>
            <a:lvl8pPr>
              <a:defRPr sz="1275" b="0">
                <a:solidFill>
                  <a:srgbClr val="A8BAC8"/>
                </a:solidFill>
              </a:defRPr>
            </a:lvl8pPr>
            <a:lvl9pPr>
              <a:defRPr sz="127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A8BAC8"/>
                </a:solidFill>
              </a:defRPr>
            </a:pPr>
            <a:r>
              <a:rPr sz="1275" b="0">
                <a:solidFill>
                  <a:srgbClr val="A8BAC8"/>
                </a:solidFill>
              </a:rPr>
              <a:t>Shared flow features enable transfer tests, while collection differences create realistic domain shift.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06D89D-472F-4772-8F24-9FDEBF165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71600"/>
            <a:ext cx="11239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91B6A8-8901-449E-B610-761A3CF60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A8BAC8"/>
                </a:solidFill>
              </a:defRPr>
            </a:defPPr>
            <a:lvl1pPr>
              <a:defRPr sz="900" b="1">
                <a:solidFill>
                  <a:srgbClr val="A8BAC8"/>
                </a:solidFill>
              </a:defRPr>
            </a:lvl1pPr>
            <a:lvl2pPr>
              <a:defRPr sz="900" b="1">
                <a:solidFill>
                  <a:srgbClr val="A8BAC8"/>
                </a:solidFill>
              </a:defRPr>
            </a:lvl2pPr>
            <a:lvl3pPr>
              <a:defRPr sz="900" b="1">
                <a:solidFill>
                  <a:srgbClr val="A8BAC8"/>
                </a:solidFill>
              </a:defRPr>
            </a:lvl3pPr>
            <a:lvl4pPr>
              <a:defRPr sz="900" b="1">
                <a:solidFill>
                  <a:srgbClr val="A8BAC8"/>
                </a:solidFill>
              </a:defRPr>
            </a:lvl4pPr>
            <a:lvl5pPr>
              <a:defRPr sz="900" b="1">
                <a:solidFill>
                  <a:srgbClr val="A8BAC8"/>
                </a:solidFill>
              </a:defRPr>
            </a:lvl5pPr>
            <a:lvl6pPr>
              <a:defRPr sz="900" b="1">
                <a:solidFill>
                  <a:srgbClr val="A8BAC8"/>
                </a:solidFill>
              </a:defRPr>
            </a:lvl6pPr>
            <a:lvl7pPr>
              <a:defRPr sz="900" b="1">
                <a:solidFill>
                  <a:srgbClr val="A8BAC8"/>
                </a:solidFill>
              </a:defRPr>
            </a:lvl7pPr>
            <a:lvl8pPr>
              <a:defRPr sz="900" b="1">
                <a:solidFill>
                  <a:srgbClr val="A8BAC8"/>
                </a:solidFill>
              </a:defRPr>
            </a:lvl8pPr>
            <a:lvl9pPr>
              <a:defRPr sz="900" b="1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A8BAC8"/>
                </a:solidFill>
              </a:defRPr>
            </a:pPr>
            <a:r>
              <a:rPr sz="900" b="1">
                <a:solidFill>
                  <a:srgbClr val="A8BAC8"/>
                </a:solidFill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664A14-DAD6-420E-94C7-7EA09FDE4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14500"/>
            <a:ext cx="49530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927B22-7703-4187-8C74-450D4C512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14500"/>
            <a:ext cx="666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EA4464-E776-4798-B09D-265EC545C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4524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CICIDS2017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F4E198-44A3-4081-8150-DBDB39452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4524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325" b="1">
                <a:solidFill>
                  <a:srgbClr val="29C7D8"/>
                </a:solidFill>
              </a:defRPr>
            </a:defPPr>
            <a:lvl1pPr>
              <a:defRPr sz="2325" b="1">
                <a:solidFill>
                  <a:srgbClr val="29C7D8"/>
                </a:solidFill>
              </a:defRPr>
            </a:lvl1pPr>
            <a:lvl2pPr>
              <a:defRPr sz="2325" b="1">
                <a:solidFill>
                  <a:srgbClr val="29C7D8"/>
                </a:solidFill>
              </a:defRPr>
            </a:lvl2pPr>
            <a:lvl3pPr>
              <a:defRPr sz="2325" b="1">
                <a:solidFill>
                  <a:srgbClr val="29C7D8"/>
                </a:solidFill>
              </a:defRPr>
            </a:lvl3pPr>
            <a:lvl4pPr>
              <a:defRPr sz="2325" b="1">
                <a:solidFill>
                  <a:srgbClr val="29C7D8"/>
                </a:solidFill>
              </a:defRPr>
            </a:lvl4pPr>
            <a:lvl5pPr>
              <a:defRPr sz="2325" b="1">
                <a:solidFill>
                  <a:srgbClr val="29C7D8"/>
                </a:solidFill>
              </a:defRPr>
            </a:lvl5pPr>
            <a:lvl6pPr>
              <a:defRPr sz="2325" b="1">
                <a:solidFill>
                  <a:srgbClr val="29C7D8"/>
                </a:solidFill>
              </a:defRPr>
            </a:lvl6pPr>
            <a:lvl7pPr>
              <a:defRPr sz="2325" b="1">
                <a:solidFill>
                  <a:srgbClr val="29C7D8"/>
                </a:solidFill>
              </a:defRPr>
            </a:lvl7pPr>
            <a:lvl8pPr>
              <a:defRPr sz="2325" b="1">
                <a:solidFill>
                  <a:srgbClr val="29C7D8"/>
                </a:solidFill>
              </a:defRPr>
            </a:lvl8pPr>
            <a:lvl9pPr>
              <a:defRPr sz="2325" b="1">
                <a:solidFill>
                  <a:srgbClr val="29C7D8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9C7D8"/>
                </a:solidFill>
              </a:defRPr>
            </a:pPr>
            <a:r>
              <a:rPr sz="2325" b="1">
                <a:solidFill>
                  <a:srgbClr val="29C7D8"/>
                </a:solidFill>
              </a:rPr>
              <a:t>2017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F599A6-3EEE-495C-BB0B-F838791EF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4524375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AC8"/>
                </a:solidFill>
              </a:defRPr>
            </a:defPPr>
            <a:lvl1pPr>
              <a:defRPr sz="1125" b="0">
                <a:solidFill>
                  <a:srgbClr val="A8BAC8"/>
                </a:solidFill>
              </a:defRPr>
            </a:lvl1pPr>
            <a:lvl2pPr>
              <a:defRPr sz="1125" b="0">
                <a:solidFill>
                  <a:srgbClr val="A8BAC8"/>
                </a:solidFill>
              </a:defRPr>
            </a:lvl2pPr>
            <a:lvl3pPr>
              <a:defRPr sz="1125" b="0">
                <a:solidFill>
                  <a:srgbClr val="A8BAC8"/>
                </a:solidFill>
              </a:defRPr>
            </a:lvl3pPr>
            <a:lvl4pPr>
              <a:defRPr sz="1125" b="0">
                <a:solidFill>
                  <a:srgbClr val="A8BAC8"/>
                </a:solidFill>
              </a:defRPr>
            </a:lvl4pPr>
            <a:lvl5pPr>
              <a:defRPr sz="1125" b="0">
                <a:solidFill>
                  <a:srgbClr val="A8BAC8"/>
                </a:solidFill>
              </a:defRPr>
            </a:lvl5pPr>
            <a:lvl6pPr>
              <a:defRPr sz="1125" b="0">
                <a:solidFill>
                  <a:srgbClr val="A8BAC8"/>
                </a:solidFill>
              </a:defRPr>
            </a:lvl6pPr>
            <a:lvl7pPr>
              <a:defRPr sz="1125" b="0">
                <a:solidFill>
                  <a:srgbClr val="A8BAC8"/>
                </a:solidFill>
              </a:defRPr>
            </a:lvl7pPr>
            <a:lvl8pPr>
              <a:defRPr sz="1125" b="0">
                <a:solidFill>
                  <a:srgbClr val="A8BAC8"/>
                </a:solidFill>
              </a:defRPr>
            </a:lvl8pPr>
            <a:lvl9pPr>
              <a:defRPr sz="112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Five daily files • about 2.10M flows • 75.36% benign • development and first-source training.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01A910-D9CC-43E7-B789-0B3E674BB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714500"/>
            <a:ext cx="49530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7780B2-93CE-4851-A5ED-C3A103E8F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714500"/>
            <a:ext cx="666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844D90-BB69-4632-8229-D67127660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885950"/>
            <a:ext cx="4524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CSE-CIC-IDS2018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2BA083-6955-49CA-8A40-9EE8916DF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266950"/>
            <a:ext cx="4524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325" b="1">
                <a:solidFill>
                  <a:srgbClr val="2EC4A6"/>
                </a:solidFill>
              </a:defRPr>
            </a:defPPr>
            <a:lvl1pPr>
              <a:defRPr sz="2325" b="1">
                <a:solidFill>
                  <a:srgbClr val="2EC4A6"/>
                </a:solidFill>
              </a:defRPr>
            </a:lvl1pPr>
            <a:lvl2pPr>
              <a:defRPr sz="2325" b="1">
                <a:solidFill>
                  <a:srgbClr val="2EC4A6"/>
                </a:solidFill>
              </a:defRPr>
            </a:lvl2pPr>
            <a:lvl3pPr>
              <a:defRPr sz="2325" b="1">
                <a:solidFill>
                  <a:srgbClr val="2EC4A6"/>
                </a:solidFill>
              </a:defRPr>
            </a:lvl3pPr>
            <a:lvl4pPr>
              <a:defRPr sz="2325" b="1">
                <a:solidFill>
                  <a:srgbClr val="2EC4A6"/>
                </a:solidFill>
              </a:defRPr>
            </a:lvl4pPr>
            <a:lvl5pPr>
              <a:defRPr sz="2325" b="1">
                <a:solidFill>
                  <a:srgbClr val="2EC4A6"/>
                </a:solidFill>
              </a:defRPr>
            </a:lvl5pPr>
            <a:lvl6pPr>
              <a:defRPr sz="2325" b="1">
                <a:solidFill>
                  <a:srgbClr val="2EC4A6"/>
                </a:solidFill>
              </a:defRPr>
            </a:lvl6pPr>
            <a:lvl7pPr>
              <a:defRPr sz="2325" b="1">
                <a:solidFill>
                  <a:srgbClr val="2EC4A6"/>
                </a:solidFill>
              </a:defRPr>
            </a:lvl7pPr>
            <a:lvl8pPr>
              <a:defRPr sz="2325" b="1">
                <a:solidFill>
                  <a:srgbClr val="2EC4A6"/>
                </a:solidFill>
              </a:defRPr>
            </a:lvl8pPr>
            <a:lvl9pPr>
              <a:defRPr sz="2325" b="1">
                <a:solidFill>
                  <a:srgbClr val="2EC4A6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EC4A6"/>
                </a:solidFill>
              </a:defRPr>
            </a:pPr>
            <a:r>
              <a:rPr sz="2325" b="1">
                <a:solidFill>
                  <a:srgbClr val="2EC4A6"/>
                </a:solidFill>
              </a:rPr>
              <a:t>2018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9D9857-9C59-4A25-BE25-A37971F53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81300"/>
            <a:ext cx="4524375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AC8"/>
                </a:solidFill>
              </a:defRPr>
            </a:defPPr>
            <a:lvl1pPr>
              <a:defRPr sz="1125" b="0">
                <a:solidFill>
                  <a:srgbClr val="A8BAC8"/>
                </a:solidFill>
              </a:defRPr>
            </a:lvl1pPr>
            <a:lvl2pPr>
              <a:defRPr sz="1125" b="0">
                <a:solidFill>
                  <a:srgbClr val="A8BAC8"/>
                </a:solidFill>
              </a:defRPr>
            </a:lvl2pPr>
            <a:lvl3pPr>
              <a:defRPr sz="1125" b="0">
                <a:solidFill>
                  <a:srgbClr val="A8BAC8"/>
                </a:solidFill>
              </a:defRPr>
            </a:lvl3pPr>
            <a:lvl4pPr>
              <a:defRPr sz="1125" b="0">
                <a:solidFill>
                  <a:srgbClr val="A8BAC8"/>
                </a:solidFill>
              </a:defRPr>
            </a:lvl4pPr>
            <a:lvl5pPr>
              <a:defRPr sz="1125" b="0">
                <a:solidFill>
                  <a:srgbClr val="A8BAC8"/>
                </a:solidFill>
              </a:defRPr>
            </a:lvl5pPr>
            <a:lvl6pPr>
              <a:defRPr sz="1125" b="0">
                <a:solidFill>
                  <a:srgbClr val="A8BAC8"/>
                </a:solidFill>
              </a:defRPr>
            </a:lvl6pPr>
            <a:lvl7pPr>
              <a:defRPr sz="1125" b="0">
                <a:solidFill>
                  <a:srgbClr val="A8BAC8"/>
                </a:solidFill>
              </a:defRPr>
            </a:lvl7pPr>
            <a:lvl8pPr>
              <a:defRPr sz="1125" b="0">
                <a:solidFill>
                  <a:srgbClr val="A8BAC8"/>
                </a:solidFill>
              </a:defRPr>
            </a:lvl8pPr>
            <a:lvl9pPr>
              <a:defRPr sz="112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Ten files • about 63.20M flows • 93.92% benign • second environment and transfer target.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BF23CE-3F35-4EA8-95C1-FBBB07364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5095875"/>
            <a:ext cx="1333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5B84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A634D5-E8A2-45DD-9908-F6CE3324D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029200"/>
            <a:ext cx="11430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6A9FB3-B9B0-4C9A-8B15-60DDAFAA9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2578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F5B84B"/>
                </a:solidFill>
              </a:defRPr>
            </a:defPPr>
            <a:lvl1pPr>
              <a:defRPr sz="1050" b="1">
                <a:solidFill>
                  <a:srgbClr val="F5B84B"/>
                </a:solidFill>
              </a:defRPr>
            </a:lvl1pPr>
            <a:lvl2pPr>
              <a:defRPr sz="1050" b="1">
                <a:solidFill>
                  <a:srgbClr val="F5B84B"/>
                </a:solidFill>
              </a:defRPr>
            </a:lvl2pPr>
            <a:lvl3pPr>
              <a:defRPr sz="1050" b="1">
                <a:solidFill>
                  <a:srgbClr val="F5B84B"/>
                </a:solidFill>
              </a:defRPr>
            </a:lvl3pPr>
            <a:lvl4pPr>
              <a:defRPr sz="1050" b="1">
                <a:solidFill>
                  <a:srgbClr val="F5B84B"/>
                </a:solidFill>
              </a:defRPr>
            </a:lvl4pPr>
            <a:lvl5pPr>
              <a:defRPr sz="1050" b="1">
                <a:solidFill>
                  <a:srgbClr val="F5B84B"/>
                </a:solidFill>
              </a:defRPr>
            </a:lvl5pPr>
            <a:lvl6pPr>
              <a:defRPr sz="1050" b="1">
                <a:solidFill>
                  <a:srgbClr val="F5B84B"/>
                </a:solidFill>
              </a:defRPr>
            </a:lvl6pPr>
            <a:lvl7pPr>
              <a:defRPr sz="1050" b="1">
                <a:solidFill>
                  <a:srgbClr val="F5B84B"/>
                </a:solidFill>
              </a:defRPr>
            </a:lvl7pPr>
            <a:lvl8pPr>
              <a:defRPr sz="1050" b="1">
                <a:solidFill>
                  <a:srgbClr val="F5B84B"/>
                </a:solidFill>
              </a:defRPr>
            </a:lvl8pPr>
            <a:lvl9pPr>
              <a:defRPr sz="1050" b="1">
                <a:solidFill>
                  <a:srgbClr val="F5B84B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F5B84B"/>
                </a:solidFill>
              </a:defRPr>
            </a:pPr>
            <a:r>
              <a:rPr sz="1050" b="1">
                <a:solidFill>
                  <a:srgbClr val="F5B84B"/>
                </a:solidFill>
              </a:rPr>
              <a:t>Shared numeric feature intersection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1067BB-7493-48BA-B9CC-0B9A6D95A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24550"/>
            <a:ext cx="10810875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9525">
            <a:solidFill>
              <a:srgbClr val="2EC4A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4A0FE6-7709-45F4-917E-90B60B097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2455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EC4A6"/>
                </a:solidFill>
              </a:defRPr>
            </a:defPPr>
            <a:lvl1pPr>
              <a:defRPr sz="900" b="1">
                <a:solidFill>
                  <a:srgbClr val="2EC4A6"/>
                </a:solidFill>
              </a:defRPr>
            </a:lvl1pPr>
            <a:lvl2pPr>
              <a:defRPr sz="900" b="1">
                <a:solidFill>
                  <a:srgbClr val="2EC4A6"/>
                </a:solidFill>
              </a:defRPr>
            </a:lvl2pPr>
            <a:lvl3pPr>
              <a:defRPr sz="900" b="1">
                <a:solidFill>
                  <a:srgbClr val="2EC4A6"/>
                </a:solidFill>
              </a:defRPr>
            </a:lvl3pPr>
            <a:lvl4pPr>
              <a:defRPr sz="900" b="1">
                <a:solidFill>
                  <a:srgbClr val="2EC4A6"/>
                </a:solidFill>
              </a:defRPr>
            </a:lvl4pPr>
            <a:lvl5pPr>
              <a:defRPr sz="900" b="1">
                <a:solidFill>
                  <a:srgbClr val="2EC4A6"/>
                </a:solidFill>
              </a:defRPr>
            </a:lvl5pPr>
            <a:lvl6pPr>
              <a:defRPr sz="900" b="1">
                <a:solidFill>
                  <a:srgbClr val="2EC4A6"/>
                </a:solidFill>
              </a:defRPr>
            </a:lvl6pPr>
            <a:lvl7pPr>
              <a:defRPr sz="900" b="1">
                <a:solidFill>
                  <a:srgbClr val="2EC4A6"/>
                </a:solidFill>
              </a:defRPr>
            </a:lvl7pPr>
            <a:lvl8pPr>
              <a:defRPr sz="900" b="1">
                <a:solidFill>
                  <a:srgbClr val="2EC4A6"/>
                </a:solidFill>
              </a:defRPr>
            </a:lvl8pPr>
            <a:lvl9pPr>
              <a:defRPr sz="900" b="1">
                <a:solidFill>
                  <a:srgbClr val="2EC4A6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EC4A6"/>
                </a:solidFill>
              </a:defRPr>
            </a:pPr>
            <a:r>
              <a:rPr sz="900" b="1">
                <a:solidFill>
                  <a:srgbClr val="2EC4A6"/>
                </a:solidFill>
              </a:rPr>
              <a:t>TAKEAWAY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35B876-D77D-4751-832A-4E8086009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924550"/>
            <a:ext cx="938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F5F8FA"/>
                </a:solidFill>
              </a:defRPr>
            </a:defPPr>
            <a:lvl1pPr>
              <a:defRPr sz="1125" b="1">
                <a:solidFill>
                  <a:srgbClr val="F5F8FA"/>
                </a:solidFill>
              </a:defRPr>
            </a:lvl1pPr>
            <a:lvl2pPr>
              <a:defRPr sz="1125" b="1">
                <a:solidFill>
                  <a:srgbClr val="F5F8FA"/>
                </a:solidFill>
              </a:defRPr>
            </a:lvl2pPr>
            <a:lvl3pPr>
              <a:defRPr sz="1125" b="1">
                <a:solidFill>
                  <a:srgbClr val="F5F8FA"/>
                </a:solidFill>
              </a:defRPr>
            </a:lvl3pPr>
            <a:lvl4pPr>
              <a:defRPr sz="1125" b="1">
                <a:solidFill>
                  <a:srgbClr val="F5F8FA"/>
                </a:solidFill>
              </a:defRPr>
            </a:lvl4pPr>
            <a:lvl5pPr>
              <a:defRPr sz="1125" b="1">
                <a:solidFill>
                  <a:srgbClr val="F5F8FA"/>
                </a:solidFill>
              </a:defRPr>
            </a:lvl5pPr>
            <a:lvl6pPr>
              <a:defRPr sz="1125" b="1">
                <a:solidFill>
                  <a:srgbClr val="F5F8FA"/>
                </a:solidFill>
              </a:defRPr>
            </a:lvl6pPr>
            <a:lvl7pPr>
              <a:defRPr sz="1125" b="1">
                <a:solidFill>
                  <a:srgbClr val="F5F8FA"/>
                </a:solidFill>
              </a:defRPr>
            </a:lvl7pPr>
            <a:lvl8pPr>
              <a:defRPr sz="1125" b="1">
                <a:solidFill>
                  <a:srgbClr val="F5F8FA"/>
                </a:solidFill>
              </a:defRPr>
            </a:lvl8pPr>
            <a:lvl9pPr>
              <a:defRPr sz="1125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F5F8FA"/>
                </a:solidFill>
              </a:defRPr>
            </a:pPr>
            <a:r>
              <a:rPr sz="1125" b="1">
                <a:solidFill>
                  <a:srgbClr val="F5F8FA"/>
                </a:solidFill>
              </a:rPr>
              <a:t>The data supports a controlled cross-network experiment, not a claim of universal attack coverage.</a:t>
            </a:r>
          </a:p>
        </p:txBody>
      </p:sp>
    </p:spTree>
    <p:extLst>
      <p:ext uri="{BB962C8B-B14F-4D97-AF65-F5344CB8AC3E}">
        <p14:creationId xmlns:p14="http://schemas.microsoft.com/office/powerpoint/2010/main" val="20640882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5CC59F6-DAD3-47D6-AF50-30C0632C1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800F59-933B-466C-9B9B-F2E7B45BD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9C7D8"/>
                </a:solidFill>
              </a:defRPr>
            </a:defPPr>
            <a:lvl1pPr>
              <a:defRPr sz="900" b="1">
                <a:solidFill>
                  <a:srgbClr val="29C7D8"/>
                </a:solidFill>
              </a:defRPr>
            </a:lvl1pPr>
            <a:lvl2pPr>
              <a:defRPr sz="900" b="1">
                <a:solidFill>
                  <a:srgbClr val="29C7D8"/>
                </a:solidFill>
              </a:defRPr>
            </a:lvl2pPr>
            <a:lvl3pPr>
              <a:defRPr sz="900" b="1">
                <a:solidFill>
                  <a:srgbClr val="29C7D8"/>
                </a:solidFill>
              </a:defRPr>
            </a:lvl3pPr>
            <a:lvl4pPr>
              <a:defRPr sz="900" b="1">
                <a:solidFill>
                  <a:srgbClr val="29C7D8"/>
                </a:solidFill>
              </a:defRPr>
            </a:lvl4pPr>
            <a:lvl5pPr>
              <a:defRPr sz="900" b="1">
                <a:solidFill>
                  <a:srgbClr val="29C7D8"/>
                </a:solidFill>
              </a:defRPr>
            </a:lvl5pPr>
            <a:lvl6pPr>
              <a:defRPr sz="900" b="1">
                <a:solidFill>
                  <a:srgbClr val="29C7D8"/>
                </a:solidFill>
              </a:defRPr>
            </a:lvl6pPr>
            <a:lvl7pPr>
              <a:defRPr sz="900" b="1">
                <a:solidFill>
                  <a:srgbClr val="29C7D8"/>
                </a:solidFill>
              </a:defRPr>
            </a:lvl7pPr>
            <a:lvl8pPr>
              <a:defRPr sz="900" b="1">
                <a:solidFill>
                  <a:srgbClr val="29C7D8"/>
                </a:solidFill>
              </a:defRPr>
            </a:lvl8pPr>
            <a:lvl9pPr>
              <a:defRPr sz="900" b="1">
                <a:solidFill>
                  <a:srgbClr val="29C7D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9C7D8"/>
                </a:solidFill>
              </a:defRPr>
            </a:pPr>
            <a:r>
              <a:rPr sz="900" b="1">
                <a:solidFill>
                  <a:srgbClr val="29C7D8"/>
                </a:solidFill>
              </a:rPr>
              <a:t>CAPSTONE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443593-785E-405B-ACBD-F30E605DB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43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F5F8FA"/>
                </a:solidFill>
              </a:defRPr>
            </a:defPPr>
            <a:lvl1pPr>
              <a:defRPr sz="2550" b="1">
                <a:solidFill>
                  <a:srgbClr val="F5F8FA"/>
                </a:solidFill>
              </a:defRPr>
            </a:lvl1pPr>
            <a:lvl2pPr>
              <a:defRPr sz="2550" b="1">
                <a:solidFill>
                  <a:srgbClr val="F5F8FA"/>
                </a:solidFill>
              </a:defRPr>
            </a:lvl2pPr>
            <a:lvl3pPr>
              <a:defRPr sz="2550" b="1">
                <a:solidFill>
                  <a:srgbClr val="F5F8FA"/>
                </a:solidFill>
              </a:defRPr>
            </a:lvl3pPr>
            <a:lvl4pPr>
              <a:defRPr sz="2550" b="1">
                <a:solidFill>
                  <a:srgbClr val="F5F8FA"/>
                </a:solidFill>
              </a:defRPr>
            </a:lvl4pPr>
            <a:lvl5pPr>
              <a:defRPr sz="2550" b="1">
                <a:solidFill>
                  <a:srgbClr val="F5F8FA"/>
                </a:solidFill>
              </a:defRPr>
            </a:lvl5pPr>
            <a:lvl6pPr>
              <a:defRPr sz="2550" b="1">
                <a:solidFill>
                  <a:srgbClr val="F5F8FA"/>
                </a:solidFill>
              </a:defRPr>
            </a:lvl6pPr>
            <a:lvl7pPr>
              <a:defRPr sz="2550" b="1">
                <a:solidFill>
                  <a:srgbClr val="F5F8FA"/>
                </a:solidFill>
              </a:defRPr>
            </a:lvl7pPr>
            <a:lvl8pPr>
              <a:defRPr sz="2550" b="1">
                <a:solidFill>
                  <a:srgbClr val="F5F8FA"/>
                </a:solidFill>
              </a:defRPr>
            </a:lvl8pPr>
            <a:lvl9pPr>
              <a:defRPr sz="25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5F8FA"/>
                </a:solidFill>
              </a:defRPr>
            </a:pPr>
            <a:r>
              <a:rPr sz="2550" b="1">
                <a:solidFill>
                  <a:srgbClr val="F5F8FA"/>
                </a:solidFill>
              </a:rPr>
              <a:t>EDA turns raw flow logs into model-ready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3B4244-CBC7-49AA-8B36-9F3BE260A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287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A8BAC8"/>
                </a:solidFill>
              </a:defRPr>
            </a:defPPr>
            <a:lvl1pPr>
              <a:defRPr sz="1275" b="0">
                <a:solidFill>
                  <a:srgbClr val="A8BAC8"/>
                </a:solidFill>
              </a:defRPr>
            </a:lvl1pPr>
            <a:lvl2pPr>
              <a:defRPr sz="1275" b="0">
                <a:solidFill>
                  <a:srgbClr val="A8BAC8"/>
                </a:solidFill>
              </a:defRPr>
            </a:lvl2pPr>
            <a:lvl3pPr>
              <a:defRPr sz="1275" b="0">
                <a:solidFill>
                  <a:srgbClr val="A8BAC8"/>
                </a:solidFill>
              </a:defRPr>
            </a:lvl3pPr>
            <a:lvl4pPr>
              <a:defRPr sz="1275" b="0">
                <a:solidFill>
                  <a:srgbClr val="A8BAC8"/>
                </a:solidFill>
              </a:defRPr>
            </a:lvl4pPr>
            <a:lvl5pPr>
              <a:defRPr sz="1275" b="0">
                <a:solidFill>
                  <a:srgbClr val="A8BAC8"/>
                </a:solidFill>
              </a:defRPr>
            </a:lvl5pPr>
            <a:lvl6pPr>
              <a:defRPr sz="1275" b="0">
                <a:solidFill>
                  <a:srgbClr val="A8BAC8"/>
                </a:solidFill>
              </a:defRPr>
            </a:lvl6pPr>
            <a:lvl7pPr>
              <a:defRPr sz="1275" b="0">
                <a:solidFill>
                  <a:srgbClr val="A8BAC8"/>
                </a:solidFill>
              </a:defRPr>
            </a:lvl7pPr>
            <a:lvl8pPr>
              <a:defRPr sz="1275" b="0">
                <a:solidFill>
                  <a:srgbClr val="A8BAC8"/>
                </a:solidFill>
              </a:defRPr>
            </a:lvl8pPr>
            <a:lvl9pPr>
              <a:defRPr sz="127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A8BAC8"/>
                </a:solidFill>
              </a:defRPr>
            </a:pPr>
            <a:r>
              <a:rPr sz="1275" b="0">
                <a:solidFill>
                  <a:srgbClr val="A8BAC8"/>
                </a:solidFill>
              </a:rPr>
              <a:t>Every step reduces a specific analytical or deployment risk.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FE7158-7F27-4840-BDE0-CCDE4089F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71600"/>
            <a:ext cx="11239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312512-ED12-4FC3-9915-BE920D98A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A8BAC8"/>
                </a:solidFill>
              </a:defRPr>
            </a:defPPr>
            <a:lvl1pPr>
              <a:defRPr sz="900" b="1">
                <a:solidFill>
                  <a:srgbClr val="A8BAC8"/>
                </a:solidFill>
              </a:defRPr>
            </a:lvl1pPr>
            <a:lvl2pPr>
              <a:defRPr sz="900" b="1">
                <a:solidFill>
                  <a:srgbClr val="A8BAC8"/>
                </a:solidFill>
              </a:defRPr>
            </a:lvl2pPr>
            <a:lvl3pPr>
              <a:defRPr sz="900" b="1">
                <a:solidFill>
                  <a:srgbClr val="A8BAC8"/>
                </a:solidFill>
              </a:defRPr>
            </a:lvl3pPr>
            <a:lvl4pPr>
              <a:defRPr sz="900" b="1">
                <a:solidFill>
                  <a:srgbClr val="A8BAC8"/>
                </a:solidFill>
              </a:defRPr>
            </a:lvl4pPr>
            <a:lvl5pPr>
              <a:defRPr sz="900" b="1">
                <a:solidFill>
                  <a:srgbClr val="A8BAC8"/>
                </a:solidFill>
              </a:defRPr>
            </a:lvl5pPr>
            <a:lvl6pPr>
              <a:defRPr sz="900" b="1">
                <a:solidFill>
                  <a:srgbClr val="A8BAC8"/>
                </a:solidFill>
              </a:defRPr>
            </a:lvl6pPr>
            <a:lvl7pPr>
              <a:defRPr sz="900" b="1">
                <a:solidFill>
                  <a:srgbClr val="A8BAC8"/>
                </a:solidFill>
              </a:defRPr>
            </a:lvl7pPr>
            <a:lvl8pPr>
              <a:defRPr sz="900" b="1">
                <a:solidFill>
                  <a:srgbClr val="A8BAC8"/>
                </a:solidFill>
              </a:defRPr>
            </a:lvl8pPr>
            <a:lvl9pPr>
              <a:defRPr sz="900" b="1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A8BAC8"/>
                </a:solidFill>
              </a:defRPr>
            </a:pPr>
            <a:r>
              <a:rPr sz="900" b="1">
                <a:solidFill>
                  <a:srgbClr val="A8BAC8"/>
                </a:solidFill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40FE75-46A2-44FB-A826-F7CC9F583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09750"/>
            <a:ext cx="33337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EF6234-CF90-405A-9396-3CBCC1E42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09750"/>
            <a:ext cx="666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892F06-F8D5-453D-ADD3-6E549ABAA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2905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1  Inventory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35E513-C531-4AC0-9682-647CA3BB3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29051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AC8"/>
                </a:solidFill>
              </a:defRPr>
            </a:defPPr>
            <a:lvl1pPr>
              <a:defRPr sz="1125" b="0">
                <a:solidFill>
                  <a:srgbClr val="A8BAC8"/>
                </a:solidFill>
              </a:defRPr>
            </a:lvl1pPr>
            <a:lvl2pPr>
              <a:defRPr sz="1125" b="0">
                <a:solidFill>
                  <a:srgbClr val="A8BAC8"/>
                </a:solidFill>
              </a:defRPr>
            </a:lvl2pPr>
            <a:lvl3pPr>
              <a:defRPr sz="1125" b="0">
                <a:solidFill>
                  <a:srgbClr val="A8BAC8"/>
                </a:solidFill>
              </a:defRPr>
            </a:lvl3pPr>
            <a:lvl4pPr>
              <a:defRPr sz="1125" b="0">
                <a:solidFill>
                  <a:srgbClr val="A8BAC8"/>
                </a:solidFill>
              </a:defRPr>
            </a:lvl4pPr>
            <a:lvl5pPr>
              <a:defRPr sz="1125" b="0">
                <a:solidFill>
                  <a:srgbClr val="A8BAC8"/>
                </a:solidFill>
              </a:defRPr>
            </a:lvl5pPr>
            <a:lvl6pPr>
              <a:defRPr sz="1125" b="0">
                <a:solidFill>
                  <a:srgbClr val="A8BAC8"/>
                </a:solidFill>
              </a:defRPr>
            </a:lvl6pPr>
            <a:lvl7pPr>
              <a:defRPr sz="1125" b="0">
                <a:solidFill>
                  <a:srgbClr val="A8BAC8"/>
                </a:solidFill>
              </a:defRPr>
            </a:lvl7pPr>
            <a:lvl8pPr>
              <a:defRPr sz="1125" b="0">
                <a:solidFill>
                  <a:srgbClr val="A8BAC8"/>
                </a:solidFill>
              </a:defRPr>
            </a:lvl8pPr>
            <a:lvl9pPr>
              <a:defRPr sz="112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Files, schema, volume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863B9E-23B0-44C1-913C-DC04C7584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809750"/>
            <a:ext cx="33337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36BF20-3C57-4541-AABB-A94346958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809750"/>
            <a:ext cx="666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DFE63A-5964-4AF6-B0C2-C97BA525B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81200"/>
            <a:ext cx="2905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2  Clean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FCA4C7-53A9-4290-ADC1-62FAF27F7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81250"/>
            <a:ext cx="29051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AC8"/>
                </a:solidFill>
              </a:defRPr>
            </a:defPPr>
            <a:lvl1pPr>
              <a:defRPr sz="1125" b="0">
                <a:solidFill>
                  <a:srgbClr val="A8BAC8"/>
                </a:solidFill>
              </a:defRPr>
            </a:lvl1pPr>
            <a:lvl2pPr>
              <a:defRPr sz="1125" b="0">
                <a:solidFill>
                  <a:srgbClr val="A8BAC8"/>
                </a:solidFill>
              </a:defRPr>
            </a:lvl2pPr>
            <a:lvl3pPr>
              <a:defRPr sz="1125" b="0">
                <a:solidFill>
                  <a:srgbClr val="A8BAC8"/>
                </a:solidFill>
              </a:defRPr>
            </a:lvl3pPr>
            <a:lvl4pPr>
              <a:defRPr sz="1125" b="0">
                <a:solidFill>
                  <a:srgbClr val="A8BAC8"/>
                </a:solidFill>
              </a:defRPr>
            </a:lvl4pPr>
            <a:lvl5pPr>
              <a:defRPr sz="1125" b="0">
                <a:solidFill>
                  <a:srgbClr val="A8BAC8"/>
                </a:solidFill>
              </a:defRPr>
            </a:lvl5pPr>
            <a:lvl6pPr>
              <a:defRPr sz="1125" b="0">
                <a:solidFill>
                  <a:srgbClr val="A8BAC8"/>
                </a:solidFill>
              </a:defRPr>
            </a:lvl6pPr>
            <a:lvl7pPr>
              <a:defRPr sz="1125" b="0">
                <a:solidFill>
                  <a:srgbClr val="A8BAC8"/>
                </a:solidFill>
              </a:defRPr>
            </a:lvl7pPr>
            <a:lvl8pPr>
              <a:defRPr sz="1125" b="0">
                <a:solidFill>
                  <a:srgbClr val="A8BAC8"/>
                </a:solidFill>
              </a:defRPr>
            </a:lvl8pPr>
            <a:lvl9pPr>
              <a:defRPr sz="112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NaN, inf, duplicates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9D2404-9F10-4E86-B0EF-22D41309C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09750"/>
            <a:ext cx="33337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E8A685-622C-47F5-A8D7-8FAE24C34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09750"/>
            <a:ext cx="666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507684-5022-43C5-AAFB-44803FBCD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81200"/>
            <a:ext cx="2905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3  Engineer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E122C4-E752-4C87-ADB7-BDCFBD500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81250"/>
            <a:ext cx="29051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AC8"/>
                </a:solidFill>
              </a:defRPr>
            </a:defPPr>
            <a:lvl1pPr>
              <a:defRPr sz="1125" b="0">
                <a:solidFill>
                  <a:srgbClr val="A8BAC8"/>
                </a:solidFill>
              </a:defRPr>
            </a:lvl1pPr>
            <a:lvl2pPr>
              <a:defRPr sz="1125" b="0">
                <a:solidFill>
                  <a:srgbClr val="A8BAC8"/>
                </a:solidFill>
              </a:defRPr>
            </a:lvl2pPr>
            <a:lvl3pPr>
              <a:defRPr sz="1125" b="0">
                <a:solidFill>
                  <a:srgbClr val="A8BAC8"/>
                </a:solidFill>
              </a:defRPr>
            </a:lvl3pPr>
            <a:lvl4pPr>
              <a:defRPr sz="1125" b="0">
                <a:solidFill>
                  <a:srgbClr val="A8BAC8"/>
                </a:solidFill>
              </a:defRPr>
            </a:lvl4pPr>
            <a:lvl5pPr>
              <a:defRPr sz="1125" b="0">
                <a:solidFill>
                  <a:srgbClr val="A8BAC8"/>
                </a:solidFill>
              </a:defRPr>
            </a:lvl5pPr>
            <a:lvl6pPr>
              <a:defRPr sz="1125" b="0">
                <a:solidFill>
                  <a:srgbClr val="A8BAC8"/>
                </a:solidFill>
              </a:defRPr>
            </a:lvl6pPr>
            <a:lvl7pPr>
              <a:defRPr sz="1125" b="0">
                <a:solidFill>
                  <a:srgbClr val="A8BAC8"/>
                </a:solidFill>
              </a:defRPr>
            </a:lvl7pPr>
            <a:lvl8pPr>
              <a:defRPr sz="1125" b="0">
                <a:solidFill>
                  <a:srgbClr val="A8BAC8"/>
                </a:solidFill>
              </a:defRPr>
            </a:lvl8pPr>
            <a:lvl9pPr>
              <a:defRPr sz="112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Rates, ratios, timing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E4A359-7822-4C1B-A89A-7D7F1479A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571875"/>
            <a:ext cx="33337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E71625-9B50-4FE6-AE85-299D289E4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571875"/>
            <a:ext cx="666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321BE0-BD7E-4883-89F8-852CA083C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43325"/>
            <a:ext cx="2905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4  Profile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DFBC79-CF67-4E09-B097-5A043DBDC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43375"/>
            <a:ext cx="29051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AC8"/>
                </a:solidFill>
              </a:defRPr>
            </a:defPPr>
            <a:lvl1pPr>
              <a:defRPr sz="1125" b="0">
                <a:solidFill>
                  <a:srgbClr val="A8BAC8"/>
                </a:solidFill>
              </a:defRPr>
            </a:lvl1pPr>
            <a:lvl2pPr>
              <a:defRPr sz="1125" b="0">
                <a:solidFill>
                  <a:srgbClr val="A8BAC8"/>
                </a:solidFill>
              </a:defRPr>
            </a:lvl2pPr>
            <a:lvl3pPr>
              <a:defRPr sz="1125" b="0">
                <a:solidFill>
                  <a:srgbClr val="A8BAC8"/>
                </a:solidFill>
              </a:defRPr>
            </a:lvl3pPr>
            <a:lvl4pPr>
              <a:defRPr sz="1125" b="0">
                <a:solidFill>
                  <a:srgbClr val="A8BAC8"/>
                </a:solidFill>
              </a:defRPr>
            </a:lvl4pPr>
            <a:lvl5pPr>
              <a:defRPr sz="1125" b="0">
                <a:solidFill>
                  <a:srgbClr val="A8BAC8"/>
                </a:solidFill>
              </a:defRPr>
            </a:lvl5pPr>
            <a:lvl6pPr>
              <a:defRPr sz="1125" b="0">
                <a:solidFill>
                  <a:srgbClr val="A8BAC8"/>
                </a:solidFill>
              </a:defRPr>
            </a:lvl6pPr>
            <a:lvl7pPr>
              <a:defRPr sz="1125" b="0">
                <a:solidFill>
                  <a:srgbClr val="A8BAC8"/>
                </a:solidFill>
              </a:defRPr>
            </a:lvl7pPr>
            <a:lvl8pPr>
              <a:defRPr sz="1125" b="0">
                <a:solidFill>
                  <a:srgbClr val="A8BAC8"/>
                </a:solidFill>
              </a:defRPr>
            </a:lvl8pPr>
            <a:lvl9pPr>
              <a:defRPr sz="112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Classes, protocols, time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7A2EF0-D11C-4D8C-9E57-62CEAE681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571875"/>
            <a:ext cx="33337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F867BD-E4AB-451D-A398-D155CB7BE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571875"/>
            <a:ext cx="666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BFDF35-9B6A-4989-A727-6E0DC9078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743325"/>
            <a:ext cx="2905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5  Check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B5870A-6C4B-4743-8545-DFC48036C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43375"/>
            <a:ext cx="29051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AC8"/>
                </a:solidFill>
              </a:defRPr>
            </a:defPPr>
            <a:lvl1pPr>
              <a:defRPr sz="1125" b="0">
                <a:solidFill>
                  <a:srgbClr val="A8BAC8"/>
                </a:solidFill>
              </a:defRPr>
            </a:lvl1pPr>
            <a:lvl2pPr>
              <a:defRPr sz="1125" b="0">
                <a:solidFill>
                  <a:srgbClr val="A8BAC8"/>
                </a:solidFill>
              </a:defRPr>
            </a:lvl2pPr>
            <a:lvl3pPr>
              <a:defRPr sz="1125" b="0">
                <a:solidFill>
                  <a:srgbClr val="A8BAC8"/>
                </a:solidFill>
              </a:defRPr>
            </a:lvl3pPr>
            <a:lvl4pPr>
              <a:defRPr sz="1125" b="0">
                <a:solidFill>
                  <a:srgbClr val="A8BAC8"/>
                </a:solidFill>
              </a:defRPr>
            </a:lvl4pPr>
            <a:lvl5pPr>
              <a:defRPr sz="1125" b="0">
                <a:solidFill>
                  <a:srgbClr val="A8BAC8"/>
                </a:solidFill>
              </a:defRPr>
            </a:lvl5pPr>
            <a:lvl6pPr>
              <a:defRPr sz="1125" b="0">
                <a:solidFill>
                  <a:srgbClr val="A8BAC8"/>
                </a:solidFill>
              </a:defRPr>
            </a:lvl6pPr>
            <a:lvl7pPr>
              <a:defRPr sz="1125" b="0">
                <a:solidFill>
                  <a:srgbClr val="A8BAC8"/>
                </a:solidFill>
              </a:defRPr>
            </a:lvl7pPr>
            <a:lvl8pPr>
              <a:defRPr sz="1125" b="0">
                <a:solidFill>
                  <a:srgbClr val="A8BAC8"/>
                </a:solidFill>
              </a:defRPr>
            </a:lvl8pPr>
            <a:lvl9pPr>
              <a:defRPr sz="112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Outliers, correlation, leakage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E5478F-BF42-4A91-ABC1-29D5523C1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571875"/>
            <a:ext cx="33337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380FBE-CEA4-4AB3-8468-59AF8C54D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571875"/>
            <a:ext cx="666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C3FB06-864F-4782-9245-9C3DBB7CD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43325"/>
            <a:ext cx="2905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6  Compare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976C68-09C7-4EF2-A921-24EACFE54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143375"/>
            <a:ext cx="29051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AC8"/>
                </a:solidFill>
              </a:defRPr>
            </a:defPPr>
            <a:lvl1pPr>
              <a:defRPr sz="1125" b="0">
                <a:solidFill>
                  <a:srgbClr val="A8BAC8"/>
                </a:solidFill>
              </a:defRPr>
            </a:lvl1pPr>
            <a:lvl2pPr>
              <a:defRPr sz="1125" b="0">
                <a:solidFill>
                  <a:srgbClr val="A8BAC8"/>
                </a:solidFill>
              </a:defRPr>
            </a:lvl2pPr>
            <a:lvl3pPr>
              <a:defRPr sz="1125" b="0">
                <a:solidFill>
                  <a:srgbClr val="A8BAC8"/>
                </a:solidFill>
              </a:defRPr>
            </a:lvl3pPr>
            <a:lvl4pPr>
              <a:defRPr sz="1125" b="0">
                <a:solidFill>
                  <a:srgbClr val="A8BAC8"/>
                </a:solidFill>
              </a:defRPr>
            </a:lvl4pPr>
            <a:lvl5pPr>
              <a:defRPr sz="1125" b="0">
                <a:solidFill>
                  <a:srgbClr val="A8BAC8"/>
                </a:solidFill>
              </a:defRPr>
            </a:lvl5pPr>
            <a:lvl6pPr>
              <a:defRPr sz="1125" b="0">
                <a:solidFill>
                  <a:srgbClr val="A8BAC8"/>
                </a:solidFill>
              </a:defRPr>
            </a:lvl6pPr>
            <a:lvl7pPr>
              <a:defRPr sz="1125" b="0">
                <a:solidFill>
                  <a:srgbClr val="A8BAC8"/>
                </a:solidFill>
              </a:defRPr>
            </a:lvl7pPr>
            <a:lvl8pPr>
              <a:defRPr sz="1125" b="0">
                <a:solidFill>
                  <a:srgbClr val="A8BAC8"/>
                </a:solidFill>
              </a:defRPr>
            </a:lvl8pPr>
            <a:lvl9pPr>
              <a:defRPr sz="112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2017 vs 2018 drift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5D8865-8ED7-41B8-BAF7-C31D89D80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24550"/>
            <a:ext cx="10810875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9525">
            <a:solidFill>
              <a:srgbClr val="2EC4A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B1F96F8-5B5A-4981-AED7-4597B5D34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2455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EC4A6"/>
                </a:solidFill>
              </a:defRPr>
            </a:defPPr>
            <a:lvl1pPr>
              <a:defRPr sz="900" b="1">
                <a:solidFill>
                  <a:srgbClr val="2EC4A6"/>
                </a:solidFill>
              </a:defRPr>
            </a:lvl1pPr>
            <a:lvl2pPr>
              <a:defRPr sz="900" b="1">
                <a:solidFill>
                  <a:srgbClr val="2EC4A6"/>
                </a:solidFill>
              </a:defRPr>
            </a:lvl2pPr>
            <a:lvl3pPr>
              <a:defRPr sz="900" b="1">
                <a:solidFill>
                  <a:srgbClr val="2EC4A6"/>
                </a:solidFill>
              </a:defRPr>
            </a:lvl3pPr>
            <a:lvl4pPr>
              <a:defRPr sz="900" b="1">
                <a:solidFill>
                  <a:srgbClr val="2EC4A6"/>
                </a:solidFill>
              </a:defRPr>
            </a:lvl4pPr>
            <a:lvl5pPr>
              <a:defRPr sz="900" b="1">
                <a:solidFill>
                  <a:srgbClr val="2EC4A6"/>
                </a:solidFill>
              </a:defRPr>
            </a:lvl5pPr>
            <a:lvl6pPr>
              <a:defRPr sz="900" b="1">
                <a:solidFill>
                  <a:srgbClr val="2EC4A6"/>
                </a:solidFill>
              </a:defRPr>
            </a:lvl6pPr>
            <a:lvl7pPr>
              <a:defRPr sz="900" b="1">
                <a:solidFill>
                  <a:srgbClr val="2EC4A6"/>
                </a:solidFill>
              </a:defRPr>
            </a:lvl7pPr>
            <a:lvl8pPr>
              <a:defRPr sz="900" b="1">
                <a:solidFill>
                  <a:srgbClr val="2EC4A6"/>
                </a:solidFill>
              </a:defRPr>
            </a:lvl8pPr>
            <a:lvl9pPr>
              <a:defRPr sz="900" b="1">
                <a:solidFill>
                  <a:srgbClr val="2EC4A6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EC4A6"/>
                </a:solidFill>
              </a:defRPr>
            </a:pPr>
            <a:r>
              <a:rPr sz="900" b="1">
                <a:solidFill>
                  <a:srgbClr val="2EC4A6"/>
                </a:solidFill>
              </a:rPr>
              <a:t>TAKEAWAY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49E63FB-EBAB-4EA1-B576-04FFC7D07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924550"/>
            <a:ext cx="938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F5F8FA"/>
                </a:solidFill>
              </a:defRPr>
            </a:defPPr>
            <a:lvl1pPr>
              <a:defRPr sz="1125" b="1">
                <a:solidFill>
                  <a:srgbClr val="F5F8FA"/>
                </a:solidFill>
              </a:defRPr>
            </a:lvl1pPr>
            <a:lvl2pPr>
              <a:defRPr sz="1125" b="1">
                <a:solidFill>
                  <a:srgbClr val="F5F8FA"/>
                </a:solidFill>
              </a:defRPr>
            </a:lvl2pPr>
            <a:lvl3pPr>
              <a:defRPr sz="1125" b="1">
                <a:solidFill>
                  <a:srgbClr val="F5F8FA"/>
                </a:solidFill>
              </a:defRPr>
            </a:lvl3pPr>
            <a:lvl4pPr>
              <a:defRPr sz="1125" b="1">
                <a:solidFill>
                  <a:srgbClr val="F5F8FA"/>
                </a:solidFill>
              </a:defRPr>
            </a:lvl4pPr>
            <a:lvl5pPr>
              <a:defRPr sz="1125" b="1">
                <a:solidFill>
                  <a:srgbClr val="F5F8FA"/>
                </a:solidFill>
              </a:defRPr>
            </a:lvl5pPr>
            <a:lvl6pPr>
              <a:defRPr sz="1125" b="1">
                <a:solidFill>
                  <a:srgbClr val="F5F8FA"/>
                </a:solidFill>
              </a:defRPr>
            </a:lvl6pPr>
            <a:lvl7pPr>
              <a:defRPr sz="1125" b="1">
                <a:solidFill>
                  <a:srgbClr val="F5F8FA"/>
                </a:solidFill>
              </a:defRPr>
            </a:lvl7pPr>
            <a:lvl8pPr>
              <a:defRPr sz="1125" b="1">
                <a:solidFill>
                  <a:srgbClr val="F5F8FA"/>
                </a:solidFill>
              </a:defRPr>
            </a:lvl8pPr>
            <a:lvl9pPr>
              <a:defRPr sz="1125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F5F8FA"/>
                </a:solidFill>
              </a:defRPr>
            </a:pPr>
            <a:r>
              <a:rPr sz="1125" b="1">
                <a:solidFill>
                  <a:srgbClr val="F5F8FA"/>
                </a:solidFill>
              </a:rPr>
              <a:t>EDA is used to protect the experiment from invalid values, leakage, imbalance, and domain mismatch.</a:t>
            </a:r>
          </a:p>
        </p:txBody>
      </p:sp>
    </p:spTree>
    <p:extLst>
      <p:ext uri="{BB962C8B-B14F-4D97-AF65-F5344CB8AC3E}">
        <p14:creationId xmlns:p14="http://schemas.microsoft.com/office/powerpoint/2010/main" val="5393656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B2B62D9-140C-4887-A7AA-375D2AF6A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2689F9-B6A6-422C-96BD-34F68629F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9C7D8"/>
                </a:solidFill>
              </a:defRPr>
            </a:defPPr>
            <a:lvl1pPr>
              <a:defRPr sz="900" b="1">
                <a:solidFill>
                  <a:srgbClr val="29C7D8"/>
                </a:solidFill>
              </a:defRPr>
            </a:lvl1pPr>
            <a:lvl2pPr>
              <a:defRPr sz="900" b="1">
                <a:solidFill>
                  <a:srgbClr val="29C7D8"/>
                </a:solidFill>
              </a:defRPr>
            </a:lvl2pPr>
            <a:lvl3pPr>
              <a:defRPr sz="900" b="1">
                <a:solidFill>
                  <a:srgbClr val="29C7D8"/>
                </a:solidFill>
              </a:defRPr>
            </a:lvl3pPr>
            <a:lvl4pPr>
              <a:defRPr sz="900" b="1">
                <a:solidFill>
                  <a:srgbClr val="29C7D8"/>
                </a:solidFill>
              </a:defRPr>
            </a:lvl4pPr>
            <a:lvl5pPr>
              <a:defRPr sz="900" b="1">
                <a:solidFill>
                  <a:srgbClr val="29C7D8"/>
                </a:solidFill>
              </a:defRPr>
            </a:lvl5pPr>
            <a:lvl6pPr>
              <a:defRPr sz="900" b="1">
                <a:solidFill>
                  <a:srgbClr val="29C7D8"/>
                </a:solidFill>
              </a:defRPr>
            </a:lvl6pPr>
            <a:lvl7pPr>
              <a:defRPr sz="900" b="1">
                <a:solidFill>
                  <a:srgbClr val="29C7D8"/>
                </a:solidFill>
              </a:defRPr>
            </a:lvl7pPr>
            <a:lvl8pPr>
              <a:defRPr sz="900" b="1">
                <a:solidFill>
                  <a:srgbClr val="29C7D8"/>
                </a:solidFill>
              </a:defRPr>
            </a:lvl8pPr>
            <a:lvl9pPr>
              <a:defRPr sz="900" b="1">
                <a:solidFill>
                  <a:srgbClr val="29C7D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9C7D8"/>
                </a:solidFill>
              </a:defRPr>
            </a:pPr>
            <a:r>
              <a:rPr sz="900" b="1">
                <a:solidFill>
                  <a:srgbClr val="29C7D8"/>
                </a:solidFill>
              </a:rPr>
              <a:t>CAPSTONE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57E65F-F584-48FD-A2FF-8388A4F84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43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F5F8FA"/>
                </a:solidFill>
              </a:defRPr>
            </a:defPPr>
            <a:lvl1pPr>
              <a:defRPr sz="2550" b="1">
                <a:solidFill>
                  <a:srgbClr val="F5F8FA"/>
                </a:solidFill>
              </a:defRPr>
            </a:lvl1pPr>
            <a:lvl2pPr>
              <a:defRPr sz="2550" b="1">
                <a:solidFill>
                  <a:srgbClr val="F5F8FA"/>
                </a:solidFill>
              </a:defRPr>
            </a:lvl2pPr>
            <a:lvl3pPr>
              <a:defRPr sz="2550" b="1">
                <a:solidFill>
                  <a:srgbClr val="F5F8FA"/>
                </a:solidFill>
              </a:defRPr>
            </a:lvl3pPr>
            <a:lvl4pPr>
              <a:defRPr sz="2550" b="1">
                <a:solidFill>
                  <a:srgbClr val="F5F8FA"/>
                </a:solidFill>
              </a:defRPr>
            </a:lvl4pPr>
            <a:lvl5pPr>
              <a:defRPr sz="2550" b="1">
                <a:solidFill>
                  <a:srgbClr val="F5F8FA"/>
                </a:solidFill>
              </a:defRPr>
            </a:lvl5pPr>
            <a:lvl6pPr>
              <a:defRPr sz="2550" b="1">
                <a:solidFill>
                  <a:srgbClr val="F5F8FA"/>
                </a:solidFill>
              </a:defRPr>
            </a:lvl6pPr>
            <a:lvl7pPr>
              <a:defRPr sz="2550" b="1">
                <a:solidFill>
                  <a:srgbClr val="F5F8FA"/>
                </a:solidFill>
              </a:defRPr>
            </a:lvl7pPr>
            <a:lvl8pPr>
              <a:defRPr sz="2550" b="1">
                <a:solidFill>
                  <a:srgbClr val="F5F8FA"/>
                </a:solidFill>
              </a:defRPr>
            </a:lvl8pPr>
            <a:lvl9pPr>
              <a:defRPr sz="25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5F8FA"/>
                </a:solidFill>
              </a:defRPr>
            </a:pPr>
            <a:r>
              <a:rPr sz="2550" b="1">
                <a:solidFill>
                  <a:srgbClr val="F5F8FA"/>
                </a:solidFill>
              </a:rPr>
              <a:t>EDA exposes five risks the model must survive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7BC805-3155-4F08-879F-488B94EDA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287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A8BAC8"/>
                </a:solidFill>
              </a:defRPr>
            </a:defPPr>
            <a:lvl1pPr>
              <a:defRPr sz="1275" b="0">
                <a:solidFill>
                  <a:srgbClr val="A8BAC8"/>
                </a:solidFill>
              </a:defRPr>
            </a:lvl1pPr>
            <a:lvl2pPr>
              <a:defRPr sz="1275" b="0">
                <a:solidFill>
                  <a:srgbClr val="A8BAC8"/>
                </a:solidFill>
              </a:defRPr>
            </a:lvl2pPr>
            <a:lvl3pPr>
              <a:defRPr sz="1275" b="0">
                <a:solidFill>
                  <a:srgbClr val="A8BAC8"/>
                </a:solidFill>
              </a:defRPr>
            </a:lvl3pPr>
            <a:lvl4pPr>
              <a:defRPr sz="1275" b="0">
                <a:solidFill>
                  <a:srgbClr val="A8BAC8"/>
                </a:solidFill>
              </a:defRPr>
            </a:lvl4pPr>
            <a:lvl5pPr>
              <a:defRPr sz="1275" b="0">
                <a:solidFill>
                  <a:srgbClr val="A8BAC8"/>
                </a:solidFill>
              </a:defRPr>
            </a:lvl5pPr>
            <a:lvl6pPr>
              <a:defRPr sz="1275" b="0">
                <a:solidFill>
                  <a:srgbClr val="A8BAC8"/>
                </a:solidFill>
              </a:defRPr>
            </a:lvl6pPr>
            <a:lvl7pPr>
              <a:defRPr sz="1275" b="0">
                <a:solidFill>
                  <a:srgbClr val="A8BAC8"/>
                </a:solidFill>
              </a:defRPr>
            </a:lvl7pPr>
            <a:lvl8pPr>
              <a:defRPr sz="1275" b="0">
                <a:solidFill>
                  <a:srgbClr val="A8BAC8"/>
                </a:solidFill>
              </a:defRPr>
            </a:lvl8pPr>
            <a:lvl9pPr>
              <a:defRPr sz="127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A8BAC8"/>
                </a:solidFill>
              </a:defRPr>
            </a:pPr>
            <a:r>
              <a:rPr sz="1275" b="0">
                <a:solidFill>
                  <a:srgbClr val="A8BAC8"/>
                </a:solidFill>
              </a:rPr>
              <a:t>The strongest patterns are useful for prediction but can also become shortcuts.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17FEC3-2569-4939-BD93-E609F7D91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71600"/>
            <a:ext cx="11239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713993-D30C-4C45-92DE-EF89F75B2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A8BAC8"/>
                </a:solidFill>
              </a:defRPr>
            </a:defPPr>
            <a:lvl1pPr>
              <a:defRPr sz="900" b="1">
                <a:solidFill>
                  <a:srgbClr val="A8BAC8"/>
                </a:solidFill>
              </a:defRPr>
            </a:lvl1pPr>
            <a:lvl2pPr>
              <a:defRPr sz="900" b="1">
                <a:solidFill>
                  <a:srgbClr val="A8BAC8"/>
                </a:solidFill>
              </a:defRPr>
            </a:lvl2pPr>
            <a:lvl3pPr>
              <a:defRPr sz="900" b="1">
                <a:solidFill>
                  <a:srgbClr val="A8BAC8"/>
                </a:solidFill>
              </a:defRPr>
            </a:lvl3pPr>
            <a:lvl4pPr>
              <a:defRPr sz="900" b="1">
                <a:solidFill>
                  <a:srgbClr val="A8BAC8"/>
                </a:solidFill>
              </a:defRPr>
            </a:lvl4pPr>
            <a:lvl5pPr>
              <a:defRPr sz="900" b="1">
                <a:solidFill>
                  <a:srgbClr val="A8BAC8"/>
                </a:solidFill>
              </a:defRPr>
            </a:lvl5pPr>
            <a:lvl6pPr>
              <a:defRPr sz="900" b="1">
                <a:solidFill>
                  <a:srgbClr val="A8BAC8"/>
                </a:solidFill>
              </a:defRPr>
            </a:lvl6pPr>
            <a:lvl7pPr>
              <a:defRPr sz="900" b="1">
                <a:solidFill>
                  <a:srgbClr val="A8BAC8"/>
                </a:solidFill>
              </a:defRPr>
            </a:lvl7pPr>
            <a:lvl8pPr>
              <a:defRPr sz="900" b="1">
                <a:solidFill>
                  <a:srgbClr val="A8BAC8"/>
                </a:solidFill>
              </a:defRPr>
            </a:lvl8pPr>
            <a:lvl9pPr>
              <a:defRPr sz="900" b="1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A8BAC8"/>
                </a:solidFill>
              </a:defRPr>
            </a:pPr>
            <a:r>
              <a:rPr sz="900" b="1">
                <a:solidFill>
                  <a:srgbClr val="A8BAC8"/>
                </a:solidFill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0495DC-FDA6-4A21-9AF8-D318E660A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89883F-902F-497A-918E-11CB08E5E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071827"/>
                </a:solidFill>
              </a:defRPr>
            </a:defPPr>
            <a:lvl1pPr>
              <a:defRPr sz="975" b="1">
                <a:solidFill>
                  <a:srgbClr val="071827"/>
                </a:solidFill>
              </a:defRPr>
            </a:lvl1pPr>
            <a:lvl2pPr>
              <a:defRPr sz="975" b="1">
                <a:solidFill>
                  <a:srgbClr val="071827"/>
                </a:solidFill>
              </a:defRPr>
            </a:lvl2pPr>
            <a:lvl3pPr>
              <a:defRPr sz="975" b="1">
                <a:solidFill>
                  <a:srgbClr val="071827"/>
                </a:solidFill>
              </a:defRPr>
            </a:lvl3pPr>
            <a:lvl4pPr>
              <a:defRPr sz="975" b="1">
                <a:solidFill>
                  <a:srgbClr val="071827"/>
                </a:solidFill>
              </a:defRPr>
            </a:lvl4pPr>
            <a:lvl5pPr>
              <a:defRPr sz="975" b="1">
                <a:solidFill>
                  <a:srgbClr val="071827"/>
                </a:solidFill>
              </a:defRPr>
            </a:lvl5pPr>
            <a:lvl6pPr>
              <a:defRPr sz="975" b="1">
                <a:solidFill>
                  <a:srgbClr val="071827"/>
                </a:solidFill>
              </a:defRPr>
            </a:lvl6pPr>
            <a:lvl7pPr>
              <a:defRPr sz="975" b="1">
                <a:solidFill>
                  <a:srgbClr val="071827"/>
                </a:solidFill>
              </a:defRPr>
            </a:lvl7pPr>
            <a:lvl8pPr>
              <a:defRPr sz="975" b="1">
                <a:solidFill>
                  <a:srgbClr val="071827"/>
                </a:solidFill>
              </a:defRPr>
            </a:lvl8pPr>
            <a:lvl9pPr>
              <a:defRPr sz="975" b="1">
                <a:solidFill>
                  <a:srgbClr val="071827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071827"/>
                </a:solidFill>
              </a:defRPr>
            </a:pPr>
            <a:r>
              <a:rPr sz="975" b="1">
                <a:solidFill>
                  <a:srgbClr val="071827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B98E26-6F74-4E30-86BB-991B5B993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145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Class imbalance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A21228-96BD-4179-BFC2-FC7FC78FF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714500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A8BAC8"/>
                </a:solidFill>
              </a:defRPr>
            </a:defPPr>
            <a:lvl1pPr>
              <a:defRPr sz="1200" b="0">
                <a:solidFill>
                  <a:srgbClr val="A8BAC8"/>
                </a:solidFill>
              </a:defRPr>
            </a:lvl1pPr>
            <a:lvl2pPr>
              <a:defRPr sz="1200" b="0">
                <a:solidFill>
                  <a:srgbClr val="A8BAC8"/>
                </a:solidFill>
              </a:defRPr>
            </a:lvl2pPr>
            <a:lvl3pPr>
              <a:defRPr sz="1200" b="0">
                <a:solidFill>
                  <a:srgbClr val="A8BAC8"/>
                </a:solidFill>
              </a:defRPr>
            </a:lvl3pPr>
            <a:lvl4pPr>
              <a:defRPr sz="1200" b="0">
                <a:solidFill>
                  <a:srgbClr val="A8BAC8"/>
                </a:solidFill>
              </a:defRPr>
            </a:lvl4pPr>
            <a:lvl5pPr>
              <a:defRPr sz="1200" b="0">
                <a:solidFill>
                  <a:srgbClr val="A8BAC8"/>
                </a:solidFill>
              </a:defRPr>
            </a:lvl5pPr>
            <a:lvl6pPr>
              <a:defRPr sz="1200" b="0">
                <a:solidFill>
                  <a:srgbClr val="A8BAC8"/>
                </a:solidFill>
              </a:defRPr>
            </a:lvl6pPr>
            <a:lvl7pPr>
              <a:defRPr sz="1200" b="0">
                <a:solidFill>
                  <a:srgbClr val="A8BAC8"/>
                </a:solidFill>
              </a:defRPr>
            </a:lvl7pPr>
            <a:lvl8pPr>
              <a:defRPr sz="1200" b="0">
                <a:solidFill>
                  <a:srgbClr val="A8BAC8"/>
                </a:solidFill>
              </a:defRPr>
            </a:lvl8pPr>
            <a:lvl9pPr>
              <a:defRPr sz="1200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8BAC8"/>
                </a:solidFill>
              </a:defRPr>
            </a:pPr>
            <a:r>
              <a:rPr sz="1200" b="0">
                <a:solidFill>
                  <a:srgbClr val="A8BAC8"/>
                </a:solidFill>
              </a:rPr>
              <a:t>Benign traffic dominates both datasets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614651-B31C-4F63-BC41-CCA097CFA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A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C22C38-9076-4D43-B290-5A97F754C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071827"/>
                </a:solidFill>
              </a:defRPr>
            </a:defPPr>
            <a:lvl1pPr>
              <a:defRPr sz="975" b="1">
                <a:solidFill>
                  <a:srgbClr val="071827"/>
                </a:solidFill>
              </a:defRPr>
            </a:lvl1pPr>
            <a:lvl2pPr>
              <a:defRPr sz="975" b="1">
                <a:solidFill>
                  <a:srgbClr val="071827"/>
                </a:solidFill>
              </a:defRPr>
            </a:lvl2pPr>
            <a:lvl3pPr>
              <a:defRPr sz="975" b="1">
                <a:solidFill>
                  <a:srgbClr val="071827"/>
                </a:solidFill>
              </a:defRPr>
            </a:lvl3pPr>
            <a:lvl4pPr>
              <a:defRPr sz="975" b="1">
                <a:solidFill>
                  <a:srgbClr val="071827"/>
                </a:solidFill>
              </a:defRPr>
            </a:lvl4pPr>
            <a:lvl5pPr>
              <a:defRPr sz="975" b="1">
                <a:solidFill>
                  <a:srgbClr val="071827"/>
                </a:solidFill>
              </a:defRPr>
            </a:lvl5pPr>
            <a:lvl6pPr>
              <a:defRPr sz="975" b="1">
                <a:solidFill>
                  <a:srgbClr val="071827"/>
                </a:solidFill>
              </a:defRPr>
            </a:lvl6pPr>
            <a:lvl7pPr>
              <a:defRPr sz="975" b="1">
                <a:solidFill>
                  <a:srgbClr val="071827"/>
                </a:solidFill>
              </a:defRPr>
            </a:lvl7pPr>
            <a:lvl8pPr>
              <a:defRPr sz="975" b="1">
                <a:solidFill>
                  <a:srgbClr val="071827"/>
                </a:solidFill>
              </a:defRPr>
            </a:lvl8pPr>
            <a:lvl9pPr>
              <a:defRPr sz="975" b="1">
                <a:solidFill>
                  <a:srgbClr val="071827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071827"/>
                </a:solidFill>
              </a:defRPr>
            </a:pPr>
            <a:r>
              <a:rPr sz="975" b="1">
                <a:solidFill>
                  <a:srgbClr val="071827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ABD1A7-D427-4F47-95BD-2483D957E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955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Heavy tails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4021CC-2C92-44FD-8096-9C4C91BF1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495550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A8BAC8"/>
                </a:solidFill>
              </a:defRPr>
            </a:defPPr>
            <a:lvl1pPr>
              <a:defRPr sz="1200" b="0">
                <a:solidFill>
                  <a:srgbClr val="A8BAC8"/>
                </a:solidFill>
              </a:defRPr>
            </a:lvl1pPr>
            <a:lvl2pPr>
              <a:defRPr sz="1200" b="0">
                <a:solidFill>
                  <a:srgbClr val="A8BAC8"/>
                </a:solidFill>
              </a:defRPr>
            </a:lvl2pPr>
            <a:lvl3pPr>
              <a:defRPr sz="1200" b="0">
                <a:solidFill>
                  <a:srgbClr val="A8BAC8"/>
                </a:solidFill>
              </a:defRPr>
            </a:lvl3pPr>
            <a:lvl4pPr>
              <a:defRPr sz="1200" b="0">
                <a:solidFill>
                  <a:srgbClr val="A8BAC8"/>
                </a:solidFill>
              </a:defRPr>
            </a:lvl4pPr>
            <a:lvl5pPr>
              <a:defRPr sz="1200" b="0">
                <a:solidFill>
                  <a:srgbClr val="A8BAC8"/>
                </a:solidFill>
              </a:defRPr>
            </a:lvl5pPr>
            <a:lvl6pPr>
              <a:defRPr sz="1200" b="0">
                <a:solidFill>
                  <a:srgbClr val="A8BAC8"/>
                </a:solidFill>
              </a:defRPr>
            </a:lvl6pPr>
            <a:lvl7pPr>
              <a:defRPr sz="1200" b="0">
                <a:solidFill>
                  <a:srgbClr val="A8BAC8"/>
                </a:solidFill>
              </a:defRPr>
            </a:lvl7pPr>
            <a:lvl8pPr>
              <a:defRPr sz="1200" b="0">
                <a:solidFill>
                  <a:srgbClr val="A8BAC8"/>
                </a:solidFill>
              </a:defRPr>
            </a:lvl8pPr>
            <a:lvl9pPr>
              <a:defRPr sz="1200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8BAC8"/>
                </a:solidFill>
              </a:defRPr>
            </a:pPr>
            <a:r>
              <a:rPr sz="1200" b="0">
                <a:solidFill>
                  <a:srgbClr val="A8BAC8"/>
                </a:solidFill>
              </a:rPr>
              <a:t>Many volume and duration features are highly skewed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B3FA61-08DF-43AC-8B9D-EDDF41443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5AB5FE-4388-487D-B044-1C9CCED77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528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071827"/>
                </a:solidFill>
              </a:defRPr>
            </a:defPPr>
            <a:lvl1pPr>
              <a:defRPr sz="975" b="1">
                <a:solidFill>
                  <a:srgbClr val="071827"/>
                </a:solidFill>
              </a:defRPr>
            </a:lvl1pPr>
            <a:lvl2pPr>
              <a:defRPr sz="975" b="1">
                <a:solidFill>
                  <a:srgbClr val="071827"/>
                </a:solidFill>
              </a:defRPr>
            </a:lvl2pPr>
            <a:lvl3pPr>
              <a:defRPr sz="975" b="1">
                <a:solidFill>
                  <a:srgbClr val="071827"/>
                </a:solidFill>
              </a:defRPr>
            </a:lvl3pPr>
            <a:lvl4pPr>
              <a:defRPr sz="975" b="1">
                <a:solidFill>
                  <a:srgbClr val="071827"/>
                </a:solidFill>
              </a:defRPr>
            </a:lvl4pPr>
            <a:lvl5pPr>
              <a:defRPr sz="975" b="1">
                <a:solidFill>
                  <a:srgbClr val="071827"/>
                </a:solidFill>
              </a:defRPr>
            </a:lvl5pPr>
            <a:lvl6pPr>
              <a:defRPr sz="975" b="1">
                <a:solidFill>
                  <a:srgbClr val="071827"/>
                </a:solidFill>
              </a:defRPr>
            </a:lvl6pPr>
            <a:lvl7pPr>
              <a:defRPr sz="975" b="1">
                <a:solidFill>
                  <a:srgbClr val="071827"/>
                </a:solidFill>
              </a:defRPr>
            </a:lvl7pPr>
            <a:lvl8pPr>
              <a:defRPr sz="975" b="1">
                <a:solidFill>
                  <a:srgbClr val="071827"/>
                </a:solidFill>
              </a:defRPr>
            </a:lvl8pPr>
            <a:lvl9pPr>
              <a:defRPr sz="975" b="1">
                <a:solidFill>
                  <a:srgbClr val="071827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071827"/>
                </a:solidFill>
              </a:defRPr>
            </a:pPr>
            <a:r>
              <a:rPr sz="975" b="1">
                <a:solidFill>
                  <a:srgbClr val="071827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B7D314-4963-457B-BCC6-0766E11F7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766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Redundancy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2548C8-B796-4B88-A91A-D788BA6A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76600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A8BAC8"/>
                </a:solidFill>
              </a:defRPr>
            </a:defPPr>
            <a:lvl1pPr>
              <a:defRPr sz="1200" b="0">
                <a:solidFill>
                  <a:srgbClr val="A8BAC8"/>
                </a:solidFill>
              </a:defRPr>
            </a:lvl1pPr>
            <a:lvl2pPr>
              <a:defRPr sz="1200" b="0">
                <a:solidFill>
                  <a:srgbClr val="A8BAC8"/>
                </a:solidFill>
              </a:defRPr>
            </a:lvl2pPr>
            <a:lvl3pPr>
              <a:defRPr sz="1200" b="0">
                <a:solidFill>
                  <a:srgbClr val="A8BAC8"/>
                </a:solidFill>
              </a:defRPr>
            </a:lvl3pPr>
            <a:lvl4pPr>
              <a:defRPr sz="1200" b="0">
                <a:solidFill>
                  <a:srgbClr val="A8BAC8"/>
                </a:solidFill>
              </a:defRPr>
            </a:lvl4pPr>
            <a:lvl5pPr>
              <a:defRPr sz="1200" b="0">
                <a:solidFill>
                  <a:srgbClr val="A8BAC8"/>
                </a:solidFill>
              </a:defRPr>
            </a:lvl5pPr>
            <a:lvl6pPr>
              <a:defRPr sz="1200" b="0">
                <a:solidFill>
                  <a:srgbClr val="A8BAC8"/>
                </a:solidFill>
              </a:defRPr>
            </a:lvl6pPr>
            <a:lvl7pPr>
              <a:defRPr sz="1200" b="0">
                <a:solidFill>
                  <a:srgbClr val="A8BAC8"/>
                </a:solidFill>
              </a:defRPr>
            </a:lvl7pPr>
            <a:lvl8pPr>
              <a:defRPr sz="1200" b="0">
                <a:solidFill>
                  <a:srgbClr val="A8BAC8"/>
                </a:solidFill>
              </a:defRPr>
            </a:lvl8pPr>
            <a:lvl9pPr>
              <a:defRPr sz="1200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8BAC8"/>
                </a:solidFill>
              </a:defRPr>
            </a:pPr>
            <a:r>
              <a:rPr sz="1200" b="0">
                <a:solidFill>
                  <a:srgbClr val="A8BAC8"/>
                </a:solidFill>
              </a:rPr>
              <a:t>Correlated features can inflate complexity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FD2332-8C46-45F2-8436-CA5D7337D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A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5BA7C2-C879-45B0-BC66-85E395AEA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071827"/>
                </a:solidFill>
              </a:defRPr>
            </a:defPPr>
            <a:lvl1pPr>
              <a:defRPr sz="975" b="1">
                <a:solidFill>
                  <a:srgbClr val="071827"/>
                </a:solidFill>
              </a:defRPr>
            </a:lvl1pPr>
            <a:lvl2pPr>
              <a:defRPr sz="975" b="1">
                <a:solidFill>
                  <a:srgbClr val="071827"/>
                </a:solidFill>
              </a:defRPr>
            </a:lvl2pPr>
            <a:lvl3pPr>
              <a:defRPr sz="975" b="1">
                <a:solidFill>
                  <a:srgbClr val="071827"/>
                </a:solidFill>
              </a:defRPr>
            </a:lvl3pPr>
            <a:lvl4pPr>
              <a:defRPr sz="975" b="1">
                <a:solidFill>
                  <a:srgbClr val="071827"/>
                </a:solidFill>
              </a:defRPr>
            </a:lvl4pPr>
            <a:lvl5pPr>
              <a:defRPr sz="975" b="1">
                <a:solidFill>
                  <a:srgbClr val="071827"/>
                </a:solidFill>
              </a:defRPr>
            </a:lvl5pPr>
            <a:lvl6pPr>
              <a:defRPr sz="975" b="1">
                <a:solidFill>
                  <a:srgbClr val="071827"/>
                </a:solidFill>
              </a:defRPr>
            </a:lvl6pPr>
            <a:lvl7pPr>
              <a:defRPr sz="975" b="1">
                <a:solidFill>
                  <a:srgbClr val="071827"/>
                </a:solidFill>
              </a:defRPr>
            </a:lvl7pPr>
            <a:lvl8pPr>
              <a:defRPr sz="975" b="1">
                <a:solidFill>
                  <a:srgbClr val="071827"/>
                </a:solidFill>
              </a:defRPr>
            </a:lvl8pPr>
            <a:lvl9pPr>
              <a:defRPr sz="975" b="1">
                <a:solidFill>
                  <a:srgbClr val="071827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071827"/>
                </a:solidFill>
              </a:defRPr>
            </a:pPr>
            <a:r>
              <a:rPr sz="975" b="1">
                <a:solidFill>
                  <a:srgbClr val="071827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7B9F33-6A46-4249-B9CE-9CF73552C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576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Lab shortcuts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872F22-C8F7-431D-8779-04610B017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057650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A8BAC8"/>
                </a:solidFill>
              </a:defRPr>
            </a:defPPr>
            <a:lvl1pPr>
              <a:defRPr sz="1200" b="0">
                <a:solidFill>
                  <a:srgbClr val="A8BAC8"/>
                </a:solidFill>
              </a:defRPr>
            </a:lvl1pPr>
            <a:lvl2pPr>
              <a:defRPr sz="1200" b="0">
                <a:solidFill>
                  <a:srgbClr val="A8BAC8"/>
                </a:solidFill>
              </a:defRPr>
            </a:lvl2pPr>
            <a:lvl3pPr>
              <a:defRPr sz="1200" b="0">
                <a:solidFill>
                  <a:srgbClr val="A8BAC8"/>
                </a:solidFill>
              </a:defRPr>
            </a:lvl3pPr>
            <a:lvl4pPr>
              <a:defRPr sz="1200" b="0">
                <a:solidFill>
                  <a:srgbClr val="A8BAC8"/>
                </a:solidFill>
              </a:defRPr>
            </a:lvl4pPr>
            <a:lvl5pPr>
              <a:defRPr sz="1200" b="0">
                <a:solidFill>
                  <a:srgbClr val="A8BAC8"/>
                </a:solidFill>
              </a:defRPr>
            </a:lvl5pPr>
            <a:lvl6pPr>
              <a:defRPr sz="1200" b="0">
                <a:solidFill>
                  <a:srgbClr val="A8BAC8"/>
                </a:solidFill>
              </a:defRPr>
            </a:lvl6pPr>
            <a:lvl7pPr>
              <a:defRPr sz="1200" b="0">
                <a:solidFill>
                  <a:srgbClr val="A8BAC8"/>
                </a:solidFill>
              </a:defRPr>
            </a:lvl7pPr>
            <a:lvl8pPr>
              <a:defRPr sz="1200" b="0">
                <a:solidFill>
                  <a:srgbClr val="A8BAC8"/>
                </a:solidFill>
              </a:defRPr>
            </a:lvl8pPr>
            <a:lvl9pPr>
              <a:defRPr sz="1200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8BAC8"/>
                </a:solidFill>
              </a:defRPr>
            </a:pPr>
            <a:r>
              <a:rPr sz="1200" b="0">
                <a:solidFill>
                  <a:srgbClr val="A8BAC8"/>
                </a:solidFill>
              </a:rPr>
              <a:t>Ports, protocol, windows, and schedules may encode the lab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2320C5-204F-4789-93D5-EB13930F3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14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294D7B-D2E3-47FF-B7D7-A6EBB4DA1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149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071827"/>
                </a:solidFill>
              </a:defRPr>
            </a:defPPr>
            <a:lvl1pPr>
              <a:defRPr sz="975" b="1">
                <a:solidFill>
                  <a:srgbClr val="071827"/>
                </a:solidFill>
              </a:defRPr>
            </a:lvl1pPr>
            <a:lvl2pPr>
              <a:defRPr sz="975" b="1">
                <a:solidFill>
                  <a:srgbClr val="071827"/>
                </a:solidFill>
              </a:defRPr>
            </a:lvl2pPr>
            <a:lvl3pPr>
              <a:defRPr sz="975" b="1">
                <a:solidFill>
                  <a:srgbClr val="071827"/>
                </a:solidFill>
              </a:defRPr>
            </a:lvl3pPr>
            <a:lvl4pPr>
              <a:defRPr sz="975" b="1">
                <a:solidFill>
                  <a:srgbClr val="071827"/>
                </a:solidFill>
              </a:defRPr>
            </a:lvl4pPr>
            <a:lvl5pPr>
              <a:defRPr sz="975" b="1">
                <a:solidFill>
                  <a:srgbClr val="071827"/>
                </a:solidFill>
              </a:defRPr>
            </a:lvl5pPr>
            <a:lvl6pPr>
              <a:defRPr sz="975" b="1">
                <a:solidFill>
                  <a:srgbClr val="071827"/>
                </a:solidFill>
              </a:defRPr>
            </a:lvl6pPr>
            <a:lvl7pPr>
              <a:defRPr sz="975" b="1">
                <a:solidFill>
                  <a:srgbClr val="071827"/>
                </a:solidFill>
              </a:defRPr>
            </a:lvl7pPr>
            <a:lvl8pPr>
              <a:defRPr sz="975" b="1">
                <a:solidFill>
                  <a:srgbClr val="071827"/>
                </a:solidFill>
              </a:defRPr>
            </a:lvl8pPr>
            <a:lvl9pPr>
              <a:defRPr sz="975" b="1">
                <a:solidFill>
                  <a:srgbClr val="071827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071827"/>
                </a:solidFill>
              </a:defRPr>
            </a:pPr>
            <a:r>
              <a:rPr sz="975" b="1">
                <a:solidFill>
                  <a:srgbClr val="071827"/>
                </a:solidFill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2168DD-3210-4BED-83BD-91CE07861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387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Dataset drift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3BB14C-66E4-4007-AACC-31BF879E5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838700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A8BAC8"/>
                </a:solidFill>
              </a:defRPr>
            </a:defPPr>
            <a:lvl1pPr>
              <a:defRPr sz="1200" b="0">
                <a:solidFill>
                  <a:srgbClr val="A8BAC8"/>
                </a:solidFill>
              </a:defRPr>
            </a:lvl1pPr>
            <a:lvl2pPr>
              <a:defRPr sz="1200" b="0">
                <a:solidFill>
                  <a:srgbClr val="A8BAC8"/>
                </a:solidFill>
              </a:defRPr>
            </a:lvl2pPr>
            <a:lvl3pPr>
              <a:defRPr sz="1200" b="0">
                <a:solidFill>
                  <a:srgbClr val="A8BAC8"/>
                </a:solidFill>
              </a:defRPr>
            </a:lvl3pPr>
            <a:lvl4pPr>
              <a:defRPr sz="1200" b="0">
                <a:solidFill>
                  <a:srgbClr val="A8BAC8"/>
                </a:solidFill>
              </a:defRPr>
            </a:lvl4pPr>
            <a:lvl5pPr>
              <a:defRPr sz="1200" b="0">
                <a:solidFill>
                  <a:srgbClr val="A8BAC8"/>
                </a:solidFill>
              </a:defRPr>
            </a:lvl5pPr>
            <a:lvl6pPr>
              <a:defRPr sz="1200" b="0">
                <a:solidFill>
                  <a:srgbClr val="A8BAC8"/>
                </a:solidFill>
              </a:defRPr>
            </a:lvl6pPr>
            <a:lvl7pPr>
              <a:defRPr sz="1200" b="0">
                <a:solidFill>
                  <a:srgbClr val="A8BAC8"/>
                </a:solidFill>
              </a:defRPr>
            </a:lvl7pPr>
            <a:lvl8pPr>
              <a:defRPr sz="1200" b="0">
                <a:solidFill>
                  <a:srgbClr val="A8BAC8"/>
                </a:solidFill>
              </a:defRPr>
            </a:lvl8pPr>
            <a:lvl9pPr>
              <a:defRPr sz="1200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8BAC8"/>
                </a:solidFill>
              </a:defRPr>
            </a:pPr>
            <a:r>
              <a:rPr sz="1200" b="0">
                <a:solidFill>
                  <a:srgbClr val="A8BAC8"/>
                </a:solidFill>
              </a:rPr>
              <a:t>Feature and class distributions change across years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BA0DCA-7A31-4756-8BD9-562CC4BDD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24550"/>
            <a:ext cx="10810875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9525">
            <a:solidFill>
              <a:srgbClr val="F5B84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3F38AC-DBC8-4137-9942-4A8A14431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2455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F5B84B"/>
                </a:solidFill>
              </a:defRPr>
            </a:defPPr>
            <a:lvl1pPr>
              <a:defRPr sz="900" b="1">
                <a:solidFill>
                  <a:srgbClr val="F5B84B"/>
                </a:solidFill>
              </a:defRPr>
            </a:lvl1pPr>
            <a:lvl2pPr>
              <a:defRPr sz="900" b="1">
                <a:solidFill>
                  <a:srgbClr val="F5B84B"/>
                </a:solidFill>
              </a:defRPr>
            </a:lvl2pPr>
            <a:lvl3pPr>
              <a:defRPr sz="900" b="1">
                <a:solidFill>
                  <a:srgbClr val="F5B84B"/>
                </a:solidFill>
              </a:defRPr>
            </a:lvl3pPr>
            <a:lvl4pPr>
              <a:defRPr sz="900" b="1">
                <a:solidFill>
                  <a:srgbClr val="F5B84B"/>
                </a:solidFill>
              </a:defRPr>
            </a:lvl4pPr>
            <a:lvl5pPr>
              <a:defRPr sz="900" b="1">
                <a:solidFill>
                  <a:srgbClr val="F5B84B"/>
                </a:solidFill>
              </a:defRPr>
            </a:lvl5pPr>
            <a:lvl6pPr>
              <a:defRPr sz="900" b="1">
                <a:solidFill>
                  <a:srgbClr val="F5B84B"/>
                </a:solidFill>
              </a:defRPr>
            </a:lvl6pPr>
            <a:lvl7pPr>
              <a:defRPr sz="900" b="1">
                <a:solidFill>
                  <a:srgbClr val="F5B84B"/>
                </a:solidFill>
              </a:defRPr>
            </a:lvl7pPr>
            <a:lvl8pPr>
              <a:defRPr sz="900" b="1">
                <a:solidFill>
                  <a:srgbClr val="F5B84B"/>
                </a:solidFill>
              </a:defRPr>
            </a:lvl8pPr>
            <a:lvl9pPr>
              <a:defRPr sz="900" b="1">
                <a:solidFill>
                  <a:srgbClr val="F5B84B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F5B84B"/>
                </a:solidFill>
              </a:defRPr>
            </a:pPr>
            <a:r>
              <a:rPr sz="900" b="1">
                <a:solidFill>
                  <a:srgbClr val="F5B84B"/>
                </a:solidFill>
              </a:rPr>
              <a:t>TAKEAWAY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C61435-1B54-46B1-9060-B936BE104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924550"/>
            <a:ext cx="938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F5F8FA"/>
                </a:solidFill>
              </a:defRPr>
            </a:defPPr>
            <a:lvl1pPr>
              <a:defRPr sz="1125" b="1">
                <a:solidFill>
                  <a:srgbClr val="F5F8FA"/>
                </a:solidFill>
              </a:defRPr>
            </a:lvl1pPr>
            <a:lvl2pPr>
              <a:defRPr sz="1125" b="1">
                <a:solidFill>
                  <a:srgbClr val="F5F8FA"/>
                </a:solidFill>
              </a:defRPr>
            </a:lvl2pPr>
            <a:lvl3pPr>
              <a:defRPr sz="1125" b="1">
                <a:solidFill>
                  <a:srgbClr val="F5F8FA"/>
                </a:solidFill>
              </a:defRPr>
            </a:lvl3pPr>
            <a:lvl4pPr>
              <a:defRPr sz="1125" b="1">
                <a:solidFill>
                  <a:srgbClr val="F5F8FA"/>
                </a:solidFill>
              </a:defRPr>
            </a:lvl4pPr>
            <a:lvl5pPr>
              <a:defRPr sz="1125" b="1">
                <a:solidFill>
                  <a:srgbClr val="F5F8FA"/>
                </a:solidFill>
              </a:defRPr>
            </a:lvl5pPr>
            <a:lvl6pPr>
              <a:defRPr sz="1125" b="1">
                <a:solidFill>
                  <a:srgbClr val="F5F8FA"/>
                </a:solidFill>
              </a:defRPr>
            </a:lvl6pPr>
            <a:lvl7pPr>
              <a:defRPr sz="1125" b="1">
                <a:solidFill>
                  <a:srgbClr val="F5F8FA"/>
                </a:solidFill>
              </a:defRPr>
            </a:lvl7pPr>
            <a:lvl8pPr>
              <a:defRPr sz="1125" b="1">
                <a:solidFill>
                  <a:srgbClr val="F5F8FA"/>
                </a:solidFill>
              </a:defRPr>
            </a:lvl8pPr>
            <a:lvl9pPr>
              <a:defRPr sz="1125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F5F8FA"/>
                </a:solidFill>
              </a:defRPr>
            </a:pPr>
            <a:r>
              <a:rPr sz="1125" b="1">
                <a:solidFill>
                  <a:srgbClr val="F5F8FA"/>
                </a:solidFill>
              </a:rPr>
              <a:t>Random splits can overstate readiness when temporal and environmental shortcuts are present.</a:t>
            </a:r>
          </a:p>
        </p:txBody>
      </p:sp>
    </p:spTree>
    <p:extLst>
      <p:ext uri="{BB962C8B-B14F-4D97-AF65-F5344CB8AC3E}">
        <p14:creationId xmlns:p14="http://schemas.microsoft.com/office/powerpoint/2010/main" val="168805183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7C997EA-0492-42BD-93CC-257A442EB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8804F0-C2FF-4572-A26F-7D4F2AE95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9C7D8"/>
                </a:solidFill>
              </a:defRPr>
            </a:defPPr>
            <a:lvl1pPr>
              <a:defRPr sz="900" b="1">
                <a:solidFill>
                  <a:srgbClr val="29C7D8"/>
                </a:solidFill>
              </a:defRPr>
            </a:lvl1pPr>
            <a:lvl2pPr>
              <a:defRPr sz="900" b="1">
                <a:solidFill>
                  <a:srgbClr val="29C7D8"/>
                </a:solidFill>
              </a:defRPr>
            </a:lvl2pPr>
            <a:lvl3pPr>
              <a:defRPr sz="900" b="1">
                <a:solidFill>
                  <a:srgbClr val="29C7D8"/>
                </a:solidFill>
              </a:defRPr>
            </a:lvl3pPr>
            <a:lvl4pPr>
              <a:defRPr sz="900" b="1">
                <a:solidFill>
                  <a:srgbClr val="29C7D8"/>
                </a:solidFill>
              </a:defRPr>
            </a:lvl4pPr>
            <a:lvl5pPr>
              <a:defRPr sz="900" b="1">
                <a:solidFill>
                  <a:srgbClr val="29C7D8"/>
                </a:solidFill>
              </a:defRPr>
            </a:lvl5pPr>
            <a:lvl6pPr>
              <a:defRPr sz="900" b="1">
                <a:solidFill>
                  <a:srgbClr val="29C7D8"/>
                </a:solidFill>
              </a:defRPr>
            </a:lvl6pPr>
            <a:lvl7pPr>
              <a:defRPr sz="900" b="1">
                <a:solidFill>
                  <a:srgbClr val="29C7D8"/>
                </a:solidFill>
              </a:defRPr>
            </a:lvl7pPr>
            <a:lvl8pPr>
              <a:defRPr sz="900" b="1">
                <a:solidFill>
                  <a:srgbClr val="29C7D8"/>
                </a:solidFill>
              </a:defRPr>
            </a:lvl8pPr>
            <a:lvl9pPr>
              <a:defRPr sz="900" b="1">
                <a:solidFill>
                  <a:srgbClr val="29C7D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9C7D8"/>
                </a:solidFill>
              </a:defRPr>
            </a:pPr>
            <a:r>
              <a:rPr sz="900" b="1">
                <a:solidFill>
                  <a:srgbClr val="29C7D8"/>
                </a:solidFill>
              </a:rPr>
              <a:t>CAPSTONE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F63D6A-3358-4F69-907D-7A599124B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43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F5F8FA"/>
                </a:solidFill>
              </a:defRPr>
            </a:defPPr>
            <a:lvl1pPr>
              <a:defRPr sz="2550" b="1">
                <a:solidFill>
                  <a:srgbClr val="F5F8FA"/>
                </a:solidFill>
              </a:defRPr>
            </a:lvl1pPr>
            <a:lvl2pPr>
              <a:defRPr sz="2550" b="1">
                <a:solidFill>
                  <a:srgbClr val="F5F8FA"/>
                </a:solidFill>
              </a:defRPr>
            </a:lvl2pPr>
            <a:lvl3pPr>
              <a:defRPr sz="2550" b="1">
                <a:solidFill>
                  <a:srgbClr val="F5F8FA"/>
                </a:solidFill>
              </a:defRPr>
            </a:lvl3pPr>
            <a:lvl4pPr>
              <a:defRPr sz="2550" b="1">
                <a:solidFill>
                  <a:srgbClr val="F5F8FA"/>
                </a:solidFill>
              </a:defRPr>
            </a:lvl4pPr>
            <a:lvl5pPr>
              <a:defRPr sz="2550" b="1">
                <a:solidFill>
                  <a:srgbClr val="F5F8FA"/>
                </a:solidFill>
              </a:defRPr>
            </a:lvl5pPr>
            <a:lvl6pPr>
              <a:defRPr sz="2550" b="1">
                <a:solidFill>
                  <a:srgbClr val="F5F8FA"/>
                </a:solidFill>
              </a:defRPr>
            </a:lvl6pPr>
            <a:lvl7pPr>
              <a:defRPr sz="2550" b="1">
                <a:solidFill>
                  <a:srgbClr val="F5F8FA"/>
                </a:solidFill>
              </a:defRPr>
            </a:lvl7pPr>
            <a:lvl8pPr>
              <a:defRPr sz="2550" b="1">
                <a:solidFill>
                  <a:srgbClr val="F5F8FA"/>
                </a:solidFill>
              </a:defRPr>
            </a:lvl8pPr>
            <a:lvl9pPr>
              <a:defRPr sz="25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5F8FA"/>
                </a:solidFill>
              </a:defRPr>
            </a:pPr>
            <a:r>
              <a:rPr sz="2550" b="1">
                <a:solidFill>
                  <a:srgbClr val="F5F8FA"/>
                </a:solidFill>
              </a:rPr>
              <a:t>Evaluation expands from familiar traffic to domain shift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907355-13F0-44D1-97BD-CC1BCEC6E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287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A8BAC8"/>
                </a:solidFill>
              </a:defRPr>
            </a:defPPr>
            <a:lvl1pPr>
              <a:defRPr sz="1275" b="0">
                <a:solidFill>
                  <a:srgbClr val="A8BAC8"/>
                </a:solidFill>
              </a:defRPr>
            </a:lvl1pPr>
            <a:lvl2pPr>
              <a:defRPr sz="1275" b="0">
                <a:solidFill>
                  <a:srgbClr val="A8BAC8"/>
                </a:solidFill>
              </a:defRPr>
            </a:lvl2pPr>
            <a:lvl3pPr>
              <a:defRPr sz="1275" b="0">
                <a:solidFill>
                  <a:srgbClr val="A8BAC8"/>
                </a:solidFill>
              </a:defRPr>
            </a:lvl3pPr>
            <a:lvl4pPr>
              <a:defRPr sz="1275" b="0">
                <a:solidFill>
                  <a:srgbClr val="A8BAC8"/>
                </a:solidFill>
              </a:defRPr>
            </a:lvl4pPr>
            <a:lvl5pPr>
              <a:defRPr sz="1275" b="0">
                <a:solidFill>
                  <a:srgbClr val="A8BAC8"/>
                </a:solidFill>
              </a:defRPr>
            </a:lvl5pPr>
            <a:lvl6pPr>
              <a:defRPr sz="1275" b="0">
                <a:solidFill>
                  <a:srgbClr val="A8BAC8"/>
                </a:solidFill>
              </a:defRPr>
            </a:lvl6pPr>
            <a:lvl7pPr>
              <a:defRPr sz="1275" b="0">
                <a:solidFill>
                  <a:srgbClr val="A8BAC8"/>
                </a:solidFill>
              </a:defRPr>
            </a:lvl7pPr>
            <a:lvl8pPr>
              <a:defRPr sz="1275" b="0">
                <a:solidFill>
                  <a:srgbClr val="A8BAC8"/>
                </a:solidFill>
              </a:defRPr>
            </a:lvl8pPr>
            <a:lvl9pPr>
              <a:defRPr sz="127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A8BAC8"/>
                </a:solidFill>
              </a:defRPr>
            </a:pPr>
            <a:r>
              <a:rPr sz="1275" b="0">
                <a:solidFill>
                  <a:srgbClr val="A8BAC8"/>
                </a:solidFill>
              </a:rPr>
              <a:t>Each split answers a different operational question.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47BEC8-997B-47B3-9A36-949D129D9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71600"/>
            <a:ext cx="11239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7BEA9E-AA93-41B2-A3D6-20302231F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A8BAC8"/>
                </a:solidFill>
              </a:defRPr>
            </a:defPPr>
            <a:lvl1pPr>
              <a:defRPr sz="900" b="1">
                <a:solidFill>
                  <a:srgbClr val="A8BAC8"/>
                </a:solidFill>
              </a:defRPr>
            </a:lvl1pPr>
            <a:lvl2pPr>
              <a:defRPr sz="900" b="1">
                <a:solidFill>
                  <a:srgbClr val="A8BAC8"/>
                </a:solidFill>
              </a:defRPr>
            </a:lvl2pPr>
            <a:lvl3pPr>
              <a:defRPr sz="900" b="1">
                <a:solidFill>
                  <a:srgbClr val="A8BAC8"/>
                </a:solidFill>
              </a:defRPr>
            </a:lvl3pPr>
            <a:lvl4pPr>
              <a:defRPr sz="900" b="1">
                <a:solidFill>
                  <a:srgbClr val="A8BAC8"/>
                </a:solidFill>
              </a:defRPr>
            </a:lvl4pPr>
            <a:lvl5pPr>
              <a:defRPr sz="900" b="1">
                <a:solidFill>
                  <a:srgbClr val="A8BAC8"/>
                </a:solidFill>
              </a:defRPr>
            </a:lvl5pPr>
            <a:lvl6pPr>
              <a:defRPr sz="900" b="1">
                <a:solidFill>
                  <a:srgbClr val="A8BAC8"/>
                </a:solidFill>
              </a:defRPr>
            </a:lvl6pPr>
            <a:lvl7pPr>
              <a:defRPr sz="900" b="1">
                <a:solidFill>
                  <a:srgbClr val="A8BAC8"/>
                </a:solidFill>
              </a:defRPr>
            </a:lvl7pPr>
            <a:lvl8pPr>
              <a:defRPr sz="900" b="1">
                <a:solidFill>
                  <a:srgbClr val="A8BAC8"/>
                </a:solidFill>
              </a:defRPr>
            </a:lvl8pPr>
            <a:lvl9pPr>
              <a:defRPr sz="900" b="1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A8BAC8"/>
                </a:solidFill>
              </a:defRPr>
            </a:pPr>
            <a:r>
              <a:rPr sz="900" b="1">
                <a:solidFill>
                  <a:srgbClr val="A8BAC8"/>
                </a:solidFill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35D937-E71D-42CB-83AB-DFBDBAE66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2286000" cy="257175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570C47-5EAF-4362-A070-824979910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6667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11B962-B1F6-4F0D-BA80-DC7CE72DB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19325"/>
            <a:ext cx="1857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Random split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77CB51-578D-42C8-B05D-C978B0ED9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00325"/>
            <a:ext cx="1857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325" b="1">
                <a:solidFill>
                  <a:srgbClr val="29C7D8"/>
                </a:solidFill>
              </a:defRPr>
            </a:defPPr>
            <a:lvl1pPr>
              <a:defRPr sz="2325" b="1">
                <a:solidFill>
                  <a:srgbClr val="29C7D8"/>
                </a:solidFill>
              </a:defRPr>
            </a:lvl1pPr>
            <a:lvl2pPr>
              <a:defRPr sz="2325" b="1">
                <a:solidFill>
                  <a:srgbClr val="29C7D8"/>
                </a:solidFill>
              </a:defRPr>
            </a:lvl2pPr>
            <a:lvl3pPr>
              <a:defRPr sz="2325" b="1">
                <a:solidFill>
                  <a:srgbClr val="29C7D8"/>
                </a:solidFill>
              </a:defRPr>
            </a:lvl3pPr>
            <a:lvl4pPr>
              <a:defRPr sz="2325" b="1">
                <a:solidFill>
                  <a:srgbClr val="29C7D8"/>
                </a:solidFill>
              </a:defRPr>
            </a:lvl4pPr>
            <a:lvl5pPr>
              <a:defRPr sz="2325" b="1">
                <a:solidFill>
                  <a:srgbClr val="29C7D8"/>
                </a:solidFill>
              </a:defRPr>
            </a:lvl5pPr>
            <a:lvl6pPr>
              <a:defRPr sz="2325" b="1">
                <a:solidFill>
                  <a:srgbClr val="29C7D8"/>
                </a:solidFill>
              </a:defRPr>
            </a:lvl6pPr>
            <a:lvl7pPr>
              <a:defRPr sz="2325" b="1">
                <a:solidFill>
                  <a:srgbClr val="29C7D8"/>
                </a:solidFill>
              </a:defRPr>
            </a:lvl7pPr>
            <a:lvl8pPr>
              <a:defRPr sz="2325" b="1">
                <a:solidFill>
                  <a:srgbClr val="29C7D8"/>
                </a:solidFill>
              </a:defRPr>
            </a:lvl8pPr>
            <a:lvl9pPr>
              <a:defRPr sz="2325" b="1">
                <a:solidFill>
                  <a:srgbClr val="29C7D8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9C7D8"/>
                </a:solidFill>
              </a:defRPr>
            </a:pPr>
            <a:r>
              <a:rPr sz="2325" b="1">
                <a:solidFill>
                  <a:srgbClr val="29C7D8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3A026A-5537-4BF8-8428-F4F9C5507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14675"/>
            <a:ext cx="185737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AC8"/>
                </a:solidFill>
              </a:defRPr>
            </a:defPPr>
            <a:lvl1pPr>
              <a:defRPr sz="1125" b="0">
                <a:solidFill>
                  <a:srgbClr val="A8BAC8"/>
                </a:solidFill>
              </a:defRPr>
            </a:lvl1pPr>
            <a:lvl2pPr>
              <a:defRPr sz="1125" b="0">
                <a:solidFill>
                  <a:srgbClr val="A8BAC8"/>
                </a:solidFill>
              </a:defRPr>
            </a:lvl2pPr>
            <a:lvl3pPr>
              <a:defRPr sz="1125" b="0">
                <a:solidFill>
                  <a:srgbClr val="A8BAC8"/>
                </a:solidFill>
              </a:defRPr>
            </a:lvl3pPr>
            <a:lvl4pPr>
              <a:defRPr sz="1125" b="0">
                <a:solidFill>
                  <a:srgbClr val="A8BAC8"/>
                </a:solidFill>
              </a:defRPr>
            </a:lvl4pPr>
            <a:lvl5pPr>
              <a:defRPr sz="1125" b="0">
                <a:solidFill>
                  <a:srgbClr val="A8BAC8"/>
                </a:solidFill>
              </a:defRPr>
            </a:lvl5pPr>
            <a:lvl6pPr>
              <a:defRPr sz="1125" b="0">
                <a:solidFill>
                  <a:srgbClr val="A8BAC8"/>
                </a:solidFill>
              </a:defRPr>
            </a:lvl6pPr>
            <a:lvl7pPr>
              <a:defRPr sz="1125" b="0">
                <a:solidFill>
                  <a:srgbClr val="A8BAC8"/>
                </a:solidFill>
              </a:defRPr>
            </a:lvl7pPr>
            <a:lvl8pPr>
              <a:defRPr sz="1125" b="0">
                <a:solidFill>
                  <a:srgbClr val="A8BAC8"/>
                </a:solidFill>
              </a:defRPr>
            </a:lvl8pPr>
            <a:lvl9pPr>
              <a:defRPr sz="112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Same distribution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Development signal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95A0F8-6723-4BFC-A7BB-082B791E0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33750"/>
            <a:ext cx="3238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A03D65-386F-402C-9326-CA0784BD7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267075"/>
            <a:ext cx="11430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746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2C0233-CEAB-4012-89A6-49729B943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47875"/>
            <a:ext cx="2286000" cy="257175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E2E1E3-EC26-411A-8784-E7FD9B889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47875"/>
            <a:ext cx="6667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A6E62B-5520-419E-A342-0670C09B2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219325"/>
            <a:ext cx="1857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Chronological split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C85BBB-345E-4DDF-994B-20BF0F721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600325"/>
            <a:ext cx="1857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325" b="1">
                <a:solidFill>
                  <a:srgbClr val="2EC4A6"/>
                </a:solidFill>
              </a:defRPr>
            </a:defPPr>
            <a:lvl1pPr>
              <a:defRPr sz="2325" b="1">
                <a:solidFill>
                  <a:srgbClr val="2EC4A6"/>
                </a:solidFill>
              </a:defRPr>
            </a:lvl1pPr>
            <a:lvl2pPr>
              <a:defRPr sz="2325" b="1">
                <a:solidFill>
                  <a:srgbClr val="2EC4A6"/>
                </a:solidFill>
              </a:defRPr>
            </a:lvl2pPr>
            <a:lvl3pPr>
              <a:defRPr sz="2325" b="1">
                <a:solidFill>
                  <a:srgbClr val="2EC4A6"/>
                </a:solidFill>
              </a:defRPr>
            </a:lvl3pPr>
            <a:lvl4pPr>
              <a:defRPr sz="2325" b="1">
                <a:solidFill>
                  <a:srgbClr val="2EC4A6"/>
                </a:solidFill>
              </a:defRPr>
            </a:lvl4pPr>
            <a:lvl5pPr>
              <a:defRPr sz="2325" b="1">
                <a:solidFill>
                  <a:srgbClr val="2EC4A6"/>
                </a:solidFill>
              </a:defRPr>
            </a:lvl5pPr>
            <a:lvl6pPr>
              <a:defRPr sz="2325" b="1">
                <a:solidFill>
                  <a:srgbClr val="2EC4A6"/>
                </a:solidFill>
              </a:defRPr>
            </a:lvl6pPr>
            <a:lvl7pPr>
              <a:defRPr sz="2325" b="1">
                <a:solidFill>
                  <a:srgbClr val="2EC4A6"/>
                </a:solidFill>
              </a:defRPr>
            </a:lvl7pPr>
            <a:lvl8pPr>
              <a:defRPr sz="2325" b="1">
                <a:solidFill>
                  <a:srgbClr val="2EC4A6"/>
                </a:solidFill>
              </a:defRPr>
            </a:lvl8pPr>
            <a:lvl9pPr>
              <a:defRPr sz="2325" b="1">
                <a:solidFill>
                  <a:srgbClr val="2EC4A6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EC4A6"/>
                </a:solidFill>
              </a:defRPr>
            </a:pPr>
            <a:r>
              <a:rPr sz="2325" b="1">
                <a:solidFill>
                  <a:srgbClr val="2EC4A6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94F482-58DE-4F5A-8F29-66F2A850F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114675"/>
            <a:ext cx="185737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AC8"/>
                </a:solidFill>
              </a:defRPr>
            </a:defPPr>
            <a:lvl1pPr>
              <a:defRPr sz="1125" b="0">
                <a:solidFill>
                  <a:srgbClr val="A8BAC8"/>
                </a:solidFill>
              </a:defRPr>
            </a:lvl1pPr>
            <a:lvl2pPr>
              <a:defRPr sz="1125" b="0">
                <a:solidFill>
                  <a:srgbClr val="A8BAC8"/>
                </a:solidFill>
              </a:defRPr>
            </a:lvl2pPr>
            <a:lvl3pPr>
              <a:defRPr sz="1125" b="0">
                <a:solidFill>
                  <a:srgbClr val="A8BAC8"/>
                </a:solidFill>
              </a:defRPr>
            </a:lvl3pPr>
            <a:lvl4pPr>
              <a:defRPr sz="1125" b="0">
                <a:solidFill>
                  <a:srgbClr val="A8BAC8"/>
                </a:solidFill>
              </a:defRPr>
            </a:lvl4pPr>
            <a:lvl5pPr>
              <a:defRPr sz="1125" b="0">
                <a:solidFill>
                  <a:srgbClr val="A8BAC8"/>
                </a:solidFill>
              </a:defRPr>
            </a:lvl5pPr>
            <a:lvl6pPr>
              <a:defRPr sz="1125" b="0">
                <a:solidFill>
                  <a:srgbClr val="A8BAC8"/>
                </a:solidFill>
              </a:defRPr>
            </a:lvl6pPr>
            <a:lvl7pPr>
              <a:defRPr sz="1125" b="0">
                <a:solidFill>
                  <a:srgbClr val="A8BAC8"/>
                </a:solidFill>
              </a:defRPr>
            </a:lvl7pPr>
            <a:lvl8pPr>
              <a:defRPr sz="1125" b="0">
                <a:solidFill>
                  <a:srgbClr val="A8BAC8"/>
                </a:solidFill>
              </a:defRPr>
            </a:lvl8pPr>
            <a:lvl9pPr>
              <a:defRPr sz="112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Later traffic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Temporal robustness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AD126D-8DC2-4AF1-B6AC-64D7AE3F0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33750"/>
            <a:ext cx="3238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30557F-D142-4B4A-B0BD-49542425E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267075"/>
            <a:ext cx="11430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746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915DA1-DD17-4011-8A1A-C0FD900BB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47875"/>
            <a:ext cx="2286000" cy="257175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915E17-068B-4D9E-8056-2F10C8164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47875"/>
            <a:ext cx="6667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F4D512-95F8-47F8-8B18-233E19F96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219325"/>
            <a:ext cx="1857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Cross-dataset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174A39-C94B-4F19-9AA6-FD3A4CFEC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600325"/>
            <a:ext cx="1857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325" b="1">
                <a:solidFill>
                  <a:srgbClr val="F5B84B"/>
                </a:solidFill>
              </a:defRPr>
            </a:defPPr>
            <a:lvl1pPr>
              <a:defRPr sz="2325" b="1">
                <a:solidFill>
                  <a:srgbClr val="F5B84B"/>
                </a:solidFill>
              </a:defRPr>
            </a:lvl1pPr>
            <a:lvl2pPr>
              <a:defRPr sz="2325" b="1">
                <a:solidFill>
                  <a:srgbClr val="F5B84B"/>
                </a:solidFill>
              </a:defRPr>
            </a:lvl2pPr>
            <a:lvl3pPr>
              <a:defRPr sz="2325" b="1">
                <a:solidFill>
                  <a:srgbClr val="F5B84B"/>
                </a:solidFill>
              </a:defRPr>
            </a:lvl3pPr>
            <a:lvl4pPr>
              <a:defRPr sz="2325" b="1">
                <a:solidFill>
                  <a:srgbClr val="F5B84B"/>
                </a:solidFill>
              </a:defRPr>
            </a:lvl4pPr>
            <a:lvl5pPr>
              <a:defRPr sz="2325" b="1">
                <a:solidFill>
                  <a:srgbClr val="F5B84B"/>
                </a:solidFill>
              </a:defRPr>
            </a:lvl5pPr>
            <a:lvl6pPr>
              <a:defRPr sz="2325" b="1">
                <a:solidFill>
                  <a:srgbClr val="F5B84B"/>
                </a:solidFill>
              </a:defRPr>
            </a:lvl6pPr>
            <a:lvl7pPr>
              <a:defRPr sz="2325" b="1">
                <a:solidFill>
                  <a:srgbClr val="F5B84B"/>
                </a:solidFill>
              </a:defRPr>
            </a:lvl7pPr>
            <a:lvl8pPr>
              <a:defRPr sz="2325" b="1">
                <a:solidFill>
                  <a:srgbClr val="F5B84B"/>
                </a:solidFill>
              </a:defRPr>
            </a:lvl8pPr>
            <a:lvl9pPr>
              <a:defRPr sz="2325" b="1">
                <a:solidFill>
                  <a:srgbClr val="F5B84B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F5B84B"/>
                </a:solidFill>
              </a:defRPr>
            </a:pPr>
            <a:r>
              <a:rPr sz="2325" b="1">
                <a:solidFill>
                  <a:srgbClr val="F5B84B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B94D17-2A23-4493-AEB7-8D7C68369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114675"/>
            <a:ext cx="185737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AC8"/>
                </a:solidFill>
              </a:defRPr>
            </a:defPPr>
            <a:lvl1pPr>
              <a:defRPr sz="1125" b="0">
                <a:solidFill>
                  <a:srgbClr val="A8BAC8"/>
                </a:solidFill>
              </a:defRPr>
            </a:lvl1pPr>
            <a:lvl2pPr>
              <a:defRPr sz="1125" b="0">
                <a:solidFill>
                  <a:srgbClr val="A8BAC8"/>
                </a:solidFill>
              </a:defRPr>
            </a:lvl2pPr>
            <a:lvl3pPr>
              <a:defRPr sz="1125" b="0">
                <a:solidFill>
                  <a:srgbClr val="A8BAC8"/>
                </a:solidFill>
              </a:defRPr>
            </a:lvl3pPr>
            <a:lvl4pPr>
              <a:defRPr sz="1125" b="0">
                <a:solidFill>
                  <a:srgbClr val="A8BAC8"/>
                </a:solidFill>
              </a:defRPr>
            </a:lvl4pPr>
            <a:lvl5pPr>
              <a:defRPr sz="1125" b="0">
                <a:solidFill>
                  <a:srgbClr val="A8BAC8"/>
                </a:solidFill>
              </a:defRPr>
            </a:lvl5pPr>
            <a:lvl6pPr>
              <a:defRPr sz="1125" b="0">
                <a:solidFill>
                  <a:srgbClr val="A8BAC8"/>
                </a:solidFill>
              </a:defRPr>
            </a:lvl6pPr>
            <a:lvl7pPr>
              <a:defRPr sz="1125" b="0">
                <a:solidFill>
                  <a:srgbClr val="A8BAC8"/>
                </a:solidFill>
              </a:defRPr>
            </a:lvl7pPr>
            <a:lvl8pPr>
              <a:defRPr sz="1125" b="0">
                <a:solidFill>
                  <a:srgbClr val="A8BAC8"/>
                </a:solidFill>
              </a:defRPr>
            </a:lvl8pPr>
            <a:lvl9pPr>
              <a:defRPr sz="112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Other network/year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Portability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019DF4-084F-42EB-9A6B-7DADB8CB1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33750"/>
            <a:ext cx="3238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F72157-EE4B-4AEB-8479-08A3F442E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267075"/>
            <a:ext cx="11430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746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6C476F-3731-49C2-A79F-6DFA5E0F5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47875"/>
            <a:ext cx="2286000" cy="257175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770B23-8D11-45D7-BA9B-F4311C563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47875"/>
            <a:ext cx="6667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0E024B-AE0D-4997-96BC-0324F372E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219325"/>
            <a:ext cx="1857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Mixed training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8181AB1-D5B9-49A2-AE6D-D9B519018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00325"/>
            <a:ext cx="1857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325" b="1">
                <a:solidFill>
                  <a:srgbClr val="FF7A6E"/>
                </a:solidFill>
              </a:defRPr>
            </a:defPPr>
            <a:lvl1pPr>
              <a:defRPr sz="2325" b="1">
                <a:solidFill>
                  <a:srgbClr val="FF7A6E"/>
                </a:solidFill>
              </a:defRPr>
            </a:lvl1pPr>
            <a:lvl2pPr>
              <a:defRPr sz="2325" b="1">
                <a:solidFill>
                  <a:srgbClr val="FF7A6E"/>
                </a:solidFill>
              </a:defRPr>
            </a:lvl2pPr>
            <a:lvl3pPr>
              <a:defRPr sz="2325" b="1">
                <a:solidFill>
                  <a:srgbClr val="FF7A6E"/>
                </a:solidFill>
              </a:defRPr>
            </a:lvl3pPr>
            <a:lvl4pPr>
              <a:defRPr sz="2325" b="1">
                <a:solidFill>
                  <a:srgbClr val="FF7A6E"/>
                </a:solidFill>
              </a:defRPr>
            </a:lvl4pPr>
            <a:lvl5pPr>
              <a:defRPr sz="2325" b="1">
                <a:solidFill>
                  <a:srgbClr val="FF7A6E"/>
                </a:solidFill>
              </a:defRPr>
            </a:lvl5pPr>
            <a:lvl6pPr>
              <a:defRPr sz="2325" b="1">
                <a:solidFill>
                  <a:srgbClr val="FF7A6E"/>
                </a:solidFill>
              </a:defRPr>
            </a:lvl6pPr>
            <a:lvl7pPr>
              <a:defRPr sz="2325" b="1">
                <a:solidFill>
                  <a:srgbClr val="FF7A6E"/>
                </a:solidFill>
              </a:defRPr>
            </a:lvl7pPr>
            <a:lvl8pPr>
              <a:defRPr sz="2325" b="1">
                <a:solidFill>
                  <a:srgbClr val="FF7A6E"/>
                </a:solidFill>
              </a:defRPr>
            </a:lvl8pPr>
            <a:lvl9pPr>
              <a:defRPr sz="2325" b="1">
                <a:solidFill>
                  <a:srgbClr val="FF7A6E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FF7A6E"/>
                </a:solidFill>
              </a:defRPr>
            </a:pPr>
            <a:r>
              <a:rPr sz="2325" b="1">
                <a:solidFill>
                  <a:srgbClr val="FF7A6E"/>
                </a:solidFill>
              </a:rPr>
              <a:t>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998C51B-1454-41BE-9846-E522BD0BD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114675"/>
            <a:ext cx="185737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AC8"/>
                </a:solidFill>
              </a:defRPr>
            </a:defPPr>
            <a:lvl1pPr>
              <a:defRPr sz="1125" b="0">
                <a:solidFill>
                  <a:srgbClr val="A8BAC8"/>
                </a:solidFill>
              </a:defRPr>
            </a:lvl1pPr>
            <a:lvl2pPr>
              <a:defRPr sz="1125" b="0">
                <a:solidFill>
                  <a:srgbClr val="A8BAC8"/>
                </a:solidFill>
              </a:defRPr>
            </a:lvl2pPr>
            <a:lvl3pPr>
              <a:defRPr sz="1125" b="0">
                <a:solidFill>
                  <a:srgbClr val="A8BAC8"/>
                </a:solidFill>
              </a:defRPr>
            </a:lvl3pPr>
            <a:lvl4pPr>
              <a:defRPr sz="1125" b="0">
                <a:solidFill>
                  <a:srgbClr val="A8BAC8"/>
                </a:solidFill>
              </a:defRPr>
            </a:lvl4pPr>
            <a:lvl5pPr>
              <a:defRPr sz="1125" b="0">
                <a:solidFill>
                  <a:srgbClr val="A8BAC8"/>
                </a:solidFill>
              </a:defRPr>
            </a:lvl5pPr>
            <a:lvl6pPr>
              <a:defRPr sz="1125" b="0">
                <a:solidFill>
                  <a:srgbClr val="A8BAC8"/>
                </a:solidFill>
              </a:defRPr>
            </a:lvl6pPr>
            <a:lvl7pPr>
              <a:defRPr sz="1125" b="0">
                <a:solidFill>
                  <a:srgbClr val="A8BAC8"/>
                </a:solidFill>
              </a:defRPr>
            </a:lvl7pPr>
            <a:lvl8pPr>
              <a:defRPr sz="1125" b="0">
                <a:solidFill>
                  <a:srgbClr val="A8BAC8"/>
                </a:solidFill>
              </a:defRPr>
            </a:lvl8pPr>
            <a:lvl9pPr>
              <a:defRPr sz="112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Both networks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Known-environment robustness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87B15D9-F7A8-452B-98C9-F19BDE909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048250"/>
            <a:ext cx="4762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AC25701-17DA-4E06-AF33-B247BA641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0482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F5F8FA"/>
                </a:solidFill>
              </a:defRPr>
            </a:defPPr>
            <a:lvl1pPr>
              <a:defRPr sz="975" b="1">
                <a:solidFill>
                  <a:srgbClr val="F5F8FA"/>
                </a:solidFill>
              </a:defRPr>
            </a:lvl1pPr>
            <a:lvl2pPr>
              <a:defRPr sz="975" b="1">
                <a:solidFill>
                  <a:srgbClr val="F5F8FA"/>
                </a:solidFill>
              </a:defRPr>
            </a:lvl2pPr>
            <a:lvl3pPr>
              <a:defRPr sz="975" b="1">
                <a:solidFill>
                  <a:srgbClr val="F5F8FA"/>
                </a:solidFill>
              </a:defRPr>
            </a:lvl3pPr>
            <a:lvl4pPr>
              <a:defRPr sz="975" b="1">
                <a:solidFill>
                  <a:srgbClr val="F5F8FA"/>
                </a:solidFill>
              </a:defRPr>
            </a:lvl4pPr>
            <a:lvl5pPr>
              <a:defRPr sz="975" b="1">
                <a:solidFill>
                  <a:srgbClr val="F5F8FA"/>
                </a:solidFill>
              </a:defRPr>
            </a:lvl5pPr>
            <a:lvl6pPr>
              <a:defRPr sz="975" b="1">
                <a:solidFill>
                  <a:srgbClr val="F5F8FA"/>
                </a:solidFill>
              </a:defRPr>
            </a:lvl6pPr>
            <a:lvl7pPr>
              <a:defRPr sz="975" b="1">
                <a:solidFill>
                  <a:srgbClr val="F5F8FA"/>
                </a:solidFill>
              </a:defRPr>
            </a:lvl7pPr>
            <a:lvl8pPr>
              <a:defRPr sz="975" b="1">
                <a:solidFill>
                  <a:srgbClr val="F5F8FA"/>
                </a:solidFill>
              </a:defRPr>
            </a:lvl8pPr>
            <a:lvl9pPr>
              <a:defRPr sz="975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F5F8FA"/>
                </a:solidFill>
              </a:defRPr>
            </a:pPr>
            <a:r>
              <a:rPr sz="975" b="1">
                <a:solidFill>
                  <a:srgbClr val="F5F8FA"/>
                </a:solidFill>
              </a:rPr>
              <a:t>Report macro F1 + attack recall + false-positive rate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15D3D88-57D1-4313-8AF5-59407D2B2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24550"/>
            <a:ext cx="10810875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9525">
            <a:solidFill>
              <a:srgbClr val="2EC4A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4297A96-3682-486F-8745-C6B91533F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2455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EC4A6"/>
                </a:solidFill>
              </a:defRPr>
            </a:defPPr>
            <a:lvl1pPr>
              <a:defRPr sz="900" b="1">
                <a:solidFill>
                  <a:srgbClr val="2EC4A6"/>
                </a:solidFill>
              </a:defRPr>
            </a:lvl1pPr>
            <a:lvl2pPr>
              <a:defRPr sz="900" b="1">
                <a:solidFill>
                  <a:srgbClr val="2EC4A6"/>
                </a:solidFill>
              </a:defRPr>
            </a:lvl2pPr>
            <a:lvl3pPr>
              <a:defRPr sz="900" b="1">
                <a:solidFill>
                  <a:srgbClr val="2EC4A6"/>
                </a:solidFill>
              </a:defRPr>
            </a:lvl3pPr>
            <a:lvl4pPr>
              <a:defRPr sz="900" b="1">
                <a:solidFill>
                  <a:srgbClr val="2EC4A6"/>
                </a:solidFill>
              </a:defRPr>
            </a:lvl4pPr>
            <a:lvl5pPr>
              <a:defRPr sz="900" b="1">
                <a:solidFill>
                  <a:srgbClr val="2EC4A6"/>
                </a:solidFill>
              </a:defRPr>
            </a:lvl5pPr>
            <a:lvl6pPr>
              <a:defRPr sz="900" b="1">
                <a:solidFill>
                  <a:srgbClr val="2EC4A6"/>
                </a:solidFill>
              </a:defRPr>
            </a:lvl6pPr>
            <a:lvl7pPr>
              <a:defRPr sz="900" b="1">
                <a:solidFill>
                  <a:srgbClr val="2EC4A6"/>
                </a:solidFill>
              </a:defRPr>
            </a:lvl7pPr>
            <a:lvl8pPr>
              <a:defRPr sz="900" b="1">
                <a:solidFill>
                  <a:srgbClr val="2EC4A6"/>
                </a:solidFill>
              </a:defRPr>
            </a:lvl8pPr>
            <a:lvl9pPr>
              <a:defRPr sz="900" b="1">
                <a:solidFill>
                  <a:srgbClr val="2EC4A6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EC4A6"/>
                </a:solidFill>
              </a:defRPr>
            </a:pPr>
            <a:r>
              <a:rPr sz="900" b="1">
                <a:solidFill>
                  <a:srgbClr val="2EC4A6"/>
                </a:solidFill>
              </a:rPr>
              <a:t>TAKEAWAY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8763DDB-24E8-4036-8359-93CDEC2D1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924550"/>
            <a:ext cx="938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F5F8FA"/>
                </a:solidFill>
              </a:defRPr>
            </a:defPPr>
            <a:lvl1pPr>
              <a:defRPr sz="1125" b="1">
                <a:solidFill>
                  <a:srgbClr val="F5F8FA"/>
                </a:solidFill>
              </a:defRPr>
            </a:lvl1pPr>
            <a:lvl2pPr>
              <a:defRPr sz="1125" b="1">
                <a:solidFill>
                  <a:srgbClr val="F5F8FA"/>
                </a:solidFill>
              </a:defRPr>
            </a:lvl2pPr>
            <a:lvl3pPr>
              <a:defRPr sz="1125" b="1">
                <a:solidFill>
                  <a:srgbClr val="F5F8FA"/>
                </a:solidFill>
              </a:defRPr>
            </a:lvl3pPr>
            <a:lvl4pPr>
              <a:defRPr sz="1125" b="1">
                <a:solidFill>
                  <a:srgbClr val="F5F8FA"/>
                </a:solidFill>
              </a:defRPr>
            </a:lvl4pPr>
            <a:lvl5pPr>
              <a:defRPr sz="1125" b="1">
                <a:solidFill>
                  <a:srgbClr val="F5F8FA"/>
                </a:solidFill>
              </a:defRPr>
            </a:lvl5pPr>
            <a:lvl6pPr>
              <a:defRPr sz="1125" b="1">
                <a:solidFill>
                  <a:srgbClr val="F5F8FA"/>
                </a:solidFill>
              </a:defRPr>
            </a:lvl6pPr>
            <a:lvl7pPr>
              <a:defRPr sz="1125" b="1">
                <a:solidFill>
                  <a:srgbClr val="F5F8FA"/>
                </a:solidFill>
              </a:defRPr>
            </a:lvl7pPr>
            <a:lvl8pPr>
              <a:defRPr sz="1125" b="1">
                <a:solidFill>
                  <a:srgbClr val="F5F8FA"/>
                </a:solidFill>
              </a:defRPr>
            </a:lvl8pPr>
            <a:lvl9pPr>
              <a:defRPr sz="1125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F5F8FA"/>
                </a:solidFill>
              </a:defRPr>
            </a:pPr>
            <a:r>
              <a:rPr sz="1125" b="1">
                <a:solidFill>
                  <a:srgbClr val="F5F8FA"/>
                </a:solidFill>
              </a:rPr>
              <a:t>Chronological and transfer tests provide the strongest evidence for deployment decisions.</a:t>
            </a:r>
          </a:p>
        </p:txBody>
      </p:sp>
    </p:spTree>
    <p:extLst>
      <p:ext uri="{BB962C8B-B14F-4D97-AF65-F5344CB8AC3E}">
        <p14:creationId xmlns:p14="http://schemas.microsoft.com/office/powerpoint/2010/main" val="7070448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5A281E-73E4-42A7-BD06-D0F752798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1C123E-C12E-4F85-85A2-D5C2EE04D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9C7D8"/>
                </a:solidFill>
              </a:defRPr>
            </a:defPPr>
            <a:lvl1pPr>
              <a:defRPr sz="900" b="1">
                <a:solidFill>
                  <a:srgbClr val="29C7D8"/>
                </a:solidFill>
              </a:defRPr>
            </a:lvl1pPr>
            <a:lvl2pPr>
              <a:defRPr sz="900" b="1">
                <a:solidFill>
                  <a:srgbClr val="29C7D8"/>
                </a:solidFill>
              </a:defRPr>
            </a:lvl2pPr>
            <a:lvl3pPr>
              <a:defRPr sz="900" b="1">
                <a:solidFill>
                  <a:srgbClr val="29C7D8"/>
                </a:solidFill>
              </a:defRPr>
            </a:lvl3pPr>
            <a:lvl4pPr>
              <a:defRPr sz="900" b="1">
                <a:solidFill>
                  <a:srgbClr val="29C7D8"/>
                </a:solidFill>
              </a:defRPr>
            </a:lvl4pPr>
            <a:lvl5pPr>
              <a:defRPr sz="900" b="1">
                <a:solidFill>
                  <a:srgbClr val="29C7D8"/>
                </a:solidFill>
              </a:defRPr>
            </a:lvl5pPr>
            <a:lvl6pPr>
              <a:defRPr sz="900" b="1">
                <a:solidFill>
                  <a:srgbClr val="29C7D8"/>
                </a:solidFill>
              </a:defRPr>
            </a:lvl6pPr>
            <a:lvl7pPr>
              <a:defRPr sz="900" b="1">
                <a:solidFill>
                  <a:srgbClr val="29C7D8"/>
                </a:solidFill>
              </a:defRPr>
            </a:lvl7pPr>
            <a:lvl8pPr>
              <a:defRPr sz="900" b="1">
                <a:solidFill>
                  <a:srgbClr val="29C7D8"/>
                </a:solidFill>
              </a:defRPr>
            </a:lvl8pPr>
            <a:lvl9pPr>
              <a:defRPr sz="900" b="1">
                <a:solidFill>
                  <a:srgbClr val="29C7D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9C7D8"/>
                </a:solidFill>
              </a:defRPr>
            </a:pPr>
            <a:r>
              <a:rPr sz="900" b="1">
                <a:solidFill>
                  <a:srgbClr val="29C7D8"/>
                </a:solidFill>
              </a:rPr>
              <a:t>CAPSTONE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1550A3-649D-4C17-B116-80C137749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43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F5F8FA"/>
                </a:solidFill>
              </a:defRPr>
            </a:defPPr>
            <a:lvl1pPr>
              <a:defRPr sz="2550" b="1">
                <a:solidFill>
                  <a:srgbClr val="F5F8FA"/>
                </a:solidFill>
              </a:defRPr>
            </a:lvl1pPr>
            <a:lvl2pPr>
              <a:defRPr sz="2550" b="1">
                <a:solidFill>
                  <a:srgbClr val="F5F8FA"/>
                </a:solidFill>
              </a:defRPr>
            </a:lvl2pPr>
            <a:lvl3pPr>
              <a:defRPr sz="2550" b="1">
                <a:solidFill>
                  <a:srgbClr val="F5F8FA"/>
                </a:solidFill>
              </a:defRPr>
            </a:lvl3pPr>
            <a:lvl4pPr>
              <a:defRPr sz="2550" b="1">
                <a:solidFill>
                  <a:srgbClr val="F5F8FA"/>
                </a:solidFill>
              </a:defRPr>
            </a:lvl4pPr>
            <a:lvl5pPr>
              <a:defRPr sz="2550" b="1">
                <a:solidFill>
                  <a:srgbClr val="F5F8FA"/>
                </a:solidFill>
              </a:defRPr>
            </a:lvl5pPr>
            <a:lvl6pPr>
              <a:defRPr sz="2550" b="1">
                <a:solidFill>
                  <a:srgbClr val="F5F8FA"/>
                </a:solidFill>
              </a:defRPr>
            </a:lvl6pPr>
            <a:lvl7pPr>
              <a:defRPr sz="2550" b="1">
                <a:solidFill>
                  <a:srgbClr val="F5F8FA"/>
                </a:solidFill>
              </a:defRPr>
            </a:lvl7pPr>
            <a:lvl8pPr>
              <a:defRPr sz="2550" b="1">
                <a:solidFill>
                  <a:srgbClr val="F5F8FA"/>
                </a:solidFill>
              </a:defRPr>
            </a:lvl8pPr>
            <a:lvl9pPr>
              <a:defRPr sz="25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5F8FA"/>
                </a:solidFill>
              </a:defRPr>
            </a:pPr>
            <a:r>
              <a:rPr sz="2550" b="1">
                <a:solidFill>
                  <a:srgbClr val="F5F8FA"/>
                </a:solidFill>
              </a:rPr>
              <a:t>Logistic Regression establishes an interpretable baseline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A0B065-CCA7-4834-A07C-FBFFFE04B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287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A8BAC8"/>
                </a:solidFill>
              </a:defRPr>
            </a:defPPr>
            <a:lvl1pPr>
              <a:defRPr sz="1275" b="0">
                <a:solidFill>
                  <a:srgbClr val="A8BAC8"/>
                </a:solidFill>
              </a:defRPr>
            </a:lvl1pPr>
            <a:lvl2pPr>
              <a:defRPr sz="1275" b="0">
                <a:solidFill>
                  <a:srgbClr val="A8BAC8"/>
                </a:solidFill>
              </a:defRPr>
            </a:lvl2pPr>
            <a:lvl3pPr>
              <a:defRPr sz="1275" b="0">
                <a:solidFill>
                  <a:srgbClr val="A8BAC8"/>
                </a:solidFill>
              </a:defRPr>
            </a:lvl3pPr>
            <a:lvl4pPr>
              <a:defRPr sz="1275" b="0">
                <a:solidFill>
                  <a:srgbClr val="A8BAC8"/>
                </a:solidFill>
              </a:defRPr>
            </a:lvl4pPr>
            <a:lvl5pPr>
              <a:defRPr sz="1275" b="0">
                <a:solidFill>
                  <a:srgbClr val="A8BAC8"/>
                </a:solidFill>
              </a:defRPr>
            </a:lvl5pPr>
            <a:lvl6pPr>
              <a:defRPr sz="1275" b="0">
                <a:solidFill>
                  <a:srgbClr val="A8BAC8"/>
                </a:solidFill>
              </a:defRPr>
            </a:lvl6pPr>
            <a:lvl7pPr>
              <a:defRPr sz="1275" b="0">
                <a:solidFill>
                  <a:srgbClr val="A8BAC8"/>
                </a:solidFill>
              </a:defRPr>
            </a:lvl7pPr>
            <a:lvl8pPr>
              <a:defRPr sz="1275" b="0">
                <a:solidFill>
                  <a:srgbClr val="A8BAC8"/>
                </a:solidFill>
              </a:defRPr>
            </a:lvl8pPr>
            <a:lvl9pPr>
              <a:defRPr sz="127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A8BAC8"/>
                </a:solidFill>
              </a:defRPr>
            </a:pPr>
            <a:r>
              <a:rPr sz="1275" b="0">
                <a:solidFill>
                  <a:srgbClr val="A8BAC8"/>
                </a:solidFill>
              </a:rPr>
              <a:t>Tuning improves multiclass results, but does not remove the cross-network challenge.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3D0D41-38AB-475A-9232-D7E90455C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71600"/>
            <a:ext cx="11239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D516D8-1E76-409C-8855-AD4163DCA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A8BAC8"/>
                </a:solidFill>
              </a:defRPr>
            </a:defPPr>
            <a:lvl1pPr>
              <a:defRPr sz="900" b="1">
                <a:solidFill>
                  <a:srgbClr val="A8BAC8"/>
                </a:solidFill>
              </a:defRPr>
            </a:lvl1pPr>
            <a:lvl2pPr>
              <a:defRPr sz="900" b="1">
                <a:solidFill>
                  <a:srgbClr val="A8BAC8"/>
                </a:solidFill>
              </a:defRPr>
            </a:lvl2pPr>
            <a:lvl3pPr>
              <a:defRPr sz="900" b="1">
                <a:solidFill>
                  <a:srgbClr val="A8BAC8"/>
                </a:solidFill>
              </a:defRPr>
            </a:lvl3pPr>
            <a:lvl4pPr>
              <a:defRPr sz="900" b="1">
                <a:solidFill>
                  <a:srgbClr val="A8BAC8"/>
                </a:solidFill>
              </a:defRPr>
            </a:lvl4pPr>
            <a:lvl5pPr>
              <a:defRPr sz="900" b="1">
                <a:solidFill>
                  <a:srgbClr val="A8BAC8"/>
                </a:solidFill>
              </a:defRPr>
            </a:lvl5pPr>
            <a:lvl6pPr>
              <a:defRPr sz="900" b="1">
                <a:solidFill>
                  <a:srgbClr val="A8BAC8"/>
                </a:solidFill>
              </a:defRPr>
            </a:lvl6pPr>
            <a:lvl7pPr>
              <a:defRPr sz="900" b="1">
                <a:solidFill>
                  <a:srgbClr val="A8BAC8"/>
                </a:solidFill>
              </a:defRPr>
            </a:lvl7pPr>
            <a:lvl8pPr>
              <a:defRPr sz="900" b="1">
                <a:solidFill>
                  <a:srgbClr val="A8BAC8"/>
                </a:solidFill>
              </a:defRPr>
            </a:lvl8pPr>
            <a:lvl9pPr>
              <a:defRPr sz="900" b="1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A8BAC8"/>
                </a:solidFill>
              </a:defRPr>
            </a:pPr>
            <a:r>
              <a:rPr sz="900" b="1">
                <a:solidFill>
                  <a:srgbClr val="A8BAC8"/>
                </a:solidFill>
              </a:rPr>
              <a:t>08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701C545C-C69E-45AF-9E74-32AB37BBD6D2}"/>
              </a:ext>
            </a:extLst>
          </p:cNvPr>
          <p:cNvGraphicFramePr/>
          <p:nvPr/>
        </p:nvGraphicFramePr>
        <p:xfrm>
          <a:off xmlns:a="http://schemas.openxmlformats.org/drawingml/2006/main" x="523875" y="1762125"/>
          <a:ext xmlns:a="http://schemas.openxmlformats.org/drawingml/2006/main" cx="68580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fa989f681e44b2e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D7CE43-DEE7-49DC-9B92-5750CBB5B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952625"/>
            <a:ext cx="32861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AF3286-CC0A-4D0D-B02D-C5B2E03B6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952625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DB63CD-6CE5-422A-9D6F-F4A87F3ED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12407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Why this baseline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D44213-B653-4ED3-B931-0021752FE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524125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AC8"/>
                </a:solidFill>
              </a:defRPr>
            </a:defPPr>
            <a:lvl1pPr>
              <a:defRPr sz="1125" b="0">
                <a:solidFill>
                  <a:srgbClr val="A8BAC8"/>
                </a:solidFill>
              </a:defRPr>
            </a:lvl1pPr>
            <a:lvl2pPr>
              <a:defRPr sz="1125" b="0">
                <a:solidFill>
                  <a:srgbClr val="A8BAC8"/>
                </a:solidFill>
              </a:defRPr>
            </a:lvl2pPr>
            <a:lvl3pPr>
              <a:defRPr sz="1125" b="0">
                <a:solidFill>
                  <a:srgbClr val="A8BAC8"/>
                </a:solidFill>
              </a:defRPr>
            </a:lvl3pPr>
            <a:lvl4pPr>
              <a:defRPr sz="1125" b="0">
                <a:solidFill>
                  <a:srgbClr val="A8BAC8"/>
                </a:solidFill>
              </a:defRPr>
            </a:lvl4pPr>
            <a:lvl5pPr>
              <a:defRPr sz="1125" b="0">
                <a:solidFill>
                  <a:srgbClr val="A8BAC8"/>
                </a:solidFill>
              </a:defRPr>
            </a:lvl5pPr>
            <a:lvl6pPr>
              <a:defRPr sz="1125" b="0">
                <a:solidFill>
                  <a:srgbClr val="A8BAC8"/>
                </a:solidFill>
              </a:defRPr>
            </a:lvl6pPr>
            <a:lvl7pPr>
              <a:defRPr sz="1125" b="0">
                <a:solidFill>
                  <a:srgbClr val="A8BAC8"/>
                </a:solidFill>
              </a:defRPr>
            </a:lvl7pPr>
            <a:lvl8pPr>
              <a:defRPr sz="1125" b="0">
                <a:solidFill>
                  <a:srgbClr val="A8BAC8"/>
                </a:solidFill>
              </a:defRPr>
            </a:lvl8pPr>
            <a:lvl9pPr>
              <a:defRPr sz="112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Fast, explainable, and easy to reproduce. It shows what added model complexity must beat.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2F2C7F-EF8F-4A67-99B9-866FFF49D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19500"/>
            <a:ext cx="32861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DFEFB7-7E43-421B-9C78-0A578F9EE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1950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FAC09D-E911-416E-8934-9CE117B41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790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Tuning result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193A57-DC72-4828-8C8B-ED08F0D0D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19100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AC8"/>
                </a:solidFill>
              </a:defRPr>
            </a:defPPr>
            <a:lvl1pPr>
              <a:defRPr sz="1125" b="0">
                <a:solidFill>
                  <a:srgbClr val="A8BAC8"/>
                </a:solidFill>
              </a:defRPr>
            </a:lvl1pPr>
            <a:lvl2pPr>
              <a:defRPr sz="1125" b="0">
                <a:solidFill>
                  <a:srgbClr val="A8BAC8"/>
                </a:solidFill>
              </a:defRPr>
            </a:lvl2pPr>
            <a:lvl3pPr>
              <a:defRPr sz="1125" b="0">
                <a:solidFill>
                  <a:srgbClr val="A8BAC8"/>
                </a:solidFill>
              </a:defRPr>
            </a:lvl3pPr>
            <a:lvl4pPr>
              <a:defRPr sz="1125" b="0">
                <a:solidFill>
                  <a:srgbClr val="A8BAC8"/>
                </a:solidFill>
              </a:defRPr>
            </a:lvl4pPr>
            <a:lvl5pPr>
              <a:defRPr sz="1125" b="0">
                <a:solidFill>
                  <a:srgbClr val="A8BAC8"/>
                </a:solidFill>
              </a:defRPr>
            </a:lvl5pPr>
            <a:lvl6pPr>
              <a:defRPr sz="1125" b="0">
                <a:solidFill>
                  <a:srgbClr val="A8BAC8"/>
                </a:solidFill>
              </a:defRPr>
            </a:lvl6pPr>
            <a:lvl7pPr>
              <a:defRPr sz="1125" b="0">
                <a:solidFill>
                  <a:srgbClr val="A8BAC8"/>
                </a:solidFill>
              </a:defRPr>
            </a:lvl7pPr>
            <a:lvl8pPr>
              <a:defRPr sz="1125" b="0">
                <a:solidFill>
                  <a:srgbClr val="A8BAC8"/>
                </a:solidFill>
              </a:defRPr>
            </a:lvl8pPr>
            <a:lvl9pPr>
              <a:defRPr sz="112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Selected unweighted L2 with C=1.0 for multiclass. Binary tuning did not improve the primary detector.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B22291-455B-49EB-ABA0-C3E0D805A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24550"/>
            <a:ext cx="10810875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9525">
            <a:solidFill>
              <a:srgbClr val="2EC4A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A52C69-811D-4812-81CF-DA346B5FB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2455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EC4A6"/>
                </a:solidFill>
              </a:defRPr>
            </a:defPPr>
            <a:lvl1pPr>
              <a:defRPr sz="900" b="1">
                <a:solidFill>
                  <a:srgbClr val="2EC4A6"/>
                </a:solidFill>
              </a:defRPr>
            </a:lvl1pPr>
            <a:lvl2pPr>
              <a:defRPr sz="900" b="1">
                <a:solidFill>
                  <a:srgbClr val="2EC4A6"/>
                </a:solidFill>
              </a:defRPr>
            </a:lvl2pPr>
            <a:lvl3pPr>
              <a:defRPr sz="900" b="1">
                <a:solidFill>
                  <a:srgbClr val="2EC4A6"/>
                </a:solidFill>
              </a:defRPr>
            </a:lvl3pPr>
            <a:lvl4pPr>
              <a:defRPr sz="900" b="1">
                <a:solidFill>
                  <a:srgbClr val="2EC4A6"/>
                </a:solidFill>
              </a:defRPr>
            </a:lvl4pPr>
            <a:lvl5pPr>
              <a:defRPr sz="900" b="1">
                <a:solidFill>
                  <a:srgbClr val="2EC4A6"/>
                </a:solidFill>
              </a:defRPr>
            </a:lvl5pPr>
            <a:lvl6pPr>
              <a:defRPr sz="900" b="1">
                <a:solidFill>
                  <a:srgbClr val="2EC4A6"/>
                </a:solidFill>
              </a:defRPr>
            </a:lvl6pPr>
            <a:lvl7pPr>
              <a:defRPr sz="900" b="1">
                <a:solidFill>
                  <a:srgbClr val="2EC4A6"/>
                </a:solidFill>
              </a:defRPr>
            </a:lvl7pPr>
            <a:lvl8pPr>
              <a:defRPr sz="900" b="1">
                <a:solidFill>
                  <a:srgbClr val="2EC4A6"/>
                </a:solidFill>
              </a:defRPr>
            </a:lvl8pPr>
            <a:lvl9pPr>
              <a:defRPr sz="900" b="1">
                <a:solidFill>
                  <a:srgbClr val="2EC4A6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EC4A6"/>
                </a:solidFill>
              </a:defRPr>
            </a:pPr>
            <a:r>
              <a:rPr sz="900" b="1">
                <a:solidFill>
                  <a:srgbClr val="2EC4A6"/>
                </a:solidFill>
              </a:rPr>
              <a:t>TAKEAWAY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F414D7-DD81-40C6-A839-B2EB9C522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924550"/>
            <a:ext cx="938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F5F8FA"/>
                </a:solidFill>
              </a:defRPr>
            </a:defPPr>
            <a:lvl1pPr>
              <a:defRPr sz="1125" b="1">
                <a:solidFill>
                  <a:srgbClr val="F5F8FA"/>
                </a:solidFill>
              </a:defRPr>
            </a:lvl1pPr>
            <a:lvl2pPr>
              <a:defRPr sz="1125" b="1">
                <a:solidFill>
                  <a:srgbClr val="F5F8FA"/>
                </a:solidFill>
              </a:defRPr>
            </a:lvl2pPr>
            <a:lvl3pPr>
              <a:defRPr sz="1125" b="1">
                <a:solidFill>
                  <a:srgbClr val="F5F8FA"/>
                </a:solidFill>
              </a:defRPr>
            </a:lvl3pPr>
            <a:lvl4pPr>
              <a:defRPr sz="1125" b="1">
                <a:solidFill>
                  <a:srgbClr val="F5F8FA"/>
                </a:solidFill>
              </a:defRPr>
            </a:lvl4pPr>
            <a:lvl5pPr>
              <a:defRPr sz="1125" b="1">
                <a:solidFill>
                  <a:srgbClr val="F5F8FA"/>
                </a:solidFill>
              </a:defRPr>
            </a:lvl5pPr>
            <a:lvl6pPr>
              <a:defRPr sz="1125" b="1">
                <a:solidFill>
                  <a:srgbClr val="F5F8FA"/>
                </a:solidFill>
              </a:defRPr>
            </a:lvl6pPr>
            <a:lvl7pPr>
              <a:defRPr sz="1125" b="1">
                <a:solidFill>
                  <a:srgbClr val="F5F8FA"/>
                </a:solidFill>
              </a:defRPr>
            </a:lvl7pPr>
            <a:lvl8pPr>
              <a:defRPr sz="1125" b="1">
                <a:solidFill>
                  <a:srgbClr val="F5F8FA"/>
                </a:solidFill>
              </a:defRPr>
            </a:lvl8pPr>
            <a:lvl9pPr>
              <a:defRPr sz="1125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F5F8FA"/>
                </a:solidFill>
              </a:defRPr>
            </a:pPr>
            <a:r>
              <a:rPr sz="1125" b="1">
                <a:solidFill>
                  <a:srgbClr val="F5F8FA"/>
                </a:solidFill>
              </a:rPr>
              <a:t>Use the tuned multiclass result for consistency, but retain the original binary baseline for transfer tests.</a:t>
            </a:r>
          </a:p>
        </p:txBody>
      </p:sp>
    </p:spTree>
    <p:extLst>
      <p:ext uri="{BB962C8B-B14F-4D97-AF65-F5344CB8AC3E}">
        <p14:creationId xmlns:p14="http://schemas.microsoft.com/office/powerpoint/2010/main" val="90991768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E2A501-40B2-4573-813C-65731A0C9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F02174-E481-4782-A162-69F960CB4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9C7D8"/>
                </a:solidFill>
              </a:defRPr>
            </a:defPPr>
            <a:lvl1pPr>
              <a:defRPr sz="900" b="1">
                <a:solidFill>
                  <a:srgbClr val="29C7D8"/>
                </a:solidFill>
              </a:defRPr>
            </a:lvl1pPr>
            <a:lvl2pPr>
              <a:defRPr sz="900" b="1">
                <a:solidFill>
                  <a:srgbClr val="29C7D8"/>
                </a:solidFill>
              </a:defRPr>
            </a:lvl2pPr>
            <a:lvl3pPr>
              <a:defRPr sz="900" b="1">
                <a:solidFill>
                  <a:srgbClr val="29C7D8"/>
                </a:solidFill>
              </a:defRPr>
            </a:lvl3pPr>
            <a:lvl4pPr>
              <a:defRPr sz="900" b="1">
                <a:solidFill>
                  <a:srgbClr val="29C7D8"/>
                </a:solidFill>
              </a:defRPr>
            </a:lvl4pPr>
            <a:lvl5pPr>
              <a:defRPr sz="900" b="1">
                <a:solidFill>
                  <a:srgbClr val="29C7D8"/>
                </a:solidFill>
              </a:defRPr>
            </a:lvl5pPr>
            <a:lvl6pPr>
              <a:defRPr sz="900" b="1">
                <a:solidFill>
                  <a:srgbClr val="29C7D8"/>
                </a:solidFill>
              </a:defRPr>
            </a:lvl6pPr>
            <a:lvl7pPr>
              <a:defRPr sz="900" b="1">
                <a:solidFill>
                  <a:srgbClr val="29C7D8"/>
                </a:solidFill>
              </a:defRPr>
            </a:lvl7pPr>
            <a:lvl8pPr>
              <a:defRPr sz="900" b="1">
                <a:solidFill>
                  <a:srgbClr val="29C7D8"/>
                </a:solidFill>
              </a:defRPr>
            </a:lvl8pPr>
            <a:lvl9pPr>
              <a:defRPr sz="900" b="1">
                <a:solidFill>
                  <a:srgbClr val="29C7D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9C7D8"/>
                </a:solidFill>
              </a:defRPr>
            </a:pPr>
            <a:r>
              <a:rPr sz="900" b="1">
                <a:solidFill>
                  <a:srgbClr val="29C7D8"/>
                </a:solidFill>
              </a:rPr>
              <a:t>CAPSTONE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6CFB72-F47C-4029-A48F-A6ABBBBED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43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F5F8FA"/>
                </a:solidFill>
              </a:defRPr>
            </a:defPPr>
            <a:lvl1pPr>
              <a:defRPr sz="2550" b="1">
                <a:solidFill>
                  <a:srgbClr val="F5F8FA"/>
                </a:solidFill>
              </a:defRPr>
            </a:lvl1pPr>
            <a:lvl2pPr>
              <a:defRPr sz="2550" b="1">
                <a:solidFill>
                  <a:srgbClr val="F5F8FA"/>
                </a:solidFill>
              </a:defRPr>
            </a:lvl2pPr>
            <a:lvl3pPr>
              <a:defRPr sz="2550" b="1">
                <a:solidFill>
                  <a:srgbClr val="F5F8FA"/>
                </a:solidFill>
              </a:defRPr>
            </a:lvl3pPr>
            <a:lvl4pPr>
              <a:defRPr sz="2550" b="1">
                <a:solidFill>
                  <a:srgbClr val="F5F8FA"/>
                </a:solidFill>
              </a:defRPr>
            </a:lvl4pPr>
            <a:lvl5pPr>
              <a:defRPr sz="2550" b="1">
                <a:solidFill>
                  <a:srgbClr val="F5F8FA"/>
                </a:solidFill>
              </a:defRPr>
            </a:lvl5pPr>
            <a:lvl6pPr>
              <a:defRPr sz="2550" b="1">
                <a:solidFill>
                  <a:srgbClr val="F5F8FA"/>
                </a:solidFill>
              </a:defRPr>
            </a:lvl6pPr>
            <a:lvl7pPr>
              <a:defRPr sz="2550" b="1">
                <a:solidFill>
                  <a:srgbClr val="F5F8FA"/>
                </a:solidFill>
              </a:defRPr>
            </a:lvl7pPr>
            <a:lvl8pPr>
              <a:defRPr sz="2550" b="1">
                <a:solidFill>
                  <a:srgbClr val="F5F8FA"/>
                </a:solidFill>
              </a:defRPr>
            </a:lvl8pPr>
            <a:lvl9pPr>
              <a:defRPr sz="25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5F8FA"/>
                </a:solidFill>
              </a:defRPr>
            </a:pPr>
            <a:r>
              <a:rPr sz="2550" b="1">
                <a:solidFill>
                  <a:srgbClr val="F5F8FA"/>
                </a:solidFill>
              </a:rPr>
              <a:t>Tree ensembles lead the chronological benchmark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DDF932-3953-4AF1-B945-C4C1C19C3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287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A8BAC8"/>
                </a:solidFill>
              </a:defRPr>
            </a:defPPr>
            <a:lvl1pPr>
              <a:defRPr sz="1275" b="0">
                <a:solidFill>
                  <a:srgbClr val="A8BAC8"/>
                </a:solidFill>
              </a:defRPr>
            </a:lvl1pPr>
            <a:lvl2pPr>
              <a:defRPr sz="1275" b="0">
                <a:solidFill>
                  <a:srgbClr val="A8BAC8"/>
                </a:solidFill>
              </a:defRPr>
            </a:lvl2pPr>
            <a:lvl3pPr>
              <a:defRPr sz="1275" b="0">
                <a:solidFill>
                  <a:srgbClr val="A8BAC8"/>
                </a:solidFill>
              </a:defRPr>
            </a:lvl3pPr>
            <a:lvl4pPr>
              <a:defRPr sz="1275" b="0">
                <a:solidFill>
                  <a:srgbClr val="A8BAC8"/>
                </a:solidFill>
              </a:defRPr>
            </a:lvl4pPr>
            <a:lvl5pPr>
              <a:defRPr sz="1275" b="0">
                <a:solidFill>
                  <a:srgbClr val="A8BAC8"/>
                </a:solidFill>
              </a:defRPr>
            </a:lvl5pPr>
            <a:lvl6pPr>
              <a:defRPr sz="1275" b="0">
                <a:solidFill>
                  <a:srgbClr val="A8BAC8"/>
                </a:solidFill>
              </a:defRPr>
            </a:lvl6pPr>
            <a:lvl7pPr>
              <a:defRPr sz="1275" b="0">
                <a:solidFill>
                  <a:srgbClr val="A8BAC8"/>
                </a:solidFill>
              </a:defRPr>
            </a:lvl7pPr>
            <a:lvl8pPr>
              <a:defRPr sz="1275" b="0">
                <a:solidFill>
                  <a:srgbClr val="A8BAC8"/>
                </a:solidFill>
              </a:defRPr>
            </a:lvl8pPr>
            <a:lvl9pPr>
              <a:defRPr sz="127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A8BAC8"/>
                </a:solidFill>
              </a:defRPr>
            </a:pPr>
            <a:r>
              <a:rPr sz="1275" b="0">
                <a:solidFill>
                  <a:srgbClr val="A8BAC8"/>
                </a:solidFill>
              </a:rPr>
              <a:t>Model diversity tests linear, nonlinear, bagging, boosting, and neural approaches.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148298-52E2-44C7-97DD-67894621A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71600"/>
            <a:ext cx="11239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B8944A-7C5F-4CDC-881B-C4BC07492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A8BAC8"/>
                </a:solidFill>
              </a:defRPr>
            </a:defPPr>
            <a:lvl1pPr>
              <a:defRPr sz="900" b="1">
                <a:solidFill>
                  <a:srgbClr val="A8BAC8"/>
                </a:solidFill>
              </a:defRPr>
            </a:lvl1pPr>
            <a:lvl2pPr>
              <a:defRPr sz="900" b="1">
                <a:solidFill>
                  <a:srgbClr val="A8BAC8"/>
                </a:solidFill>
              </a:defRPr>
            </a:lvl2pPr>
            <a:lvl3pPr>
              <a:defRPr sz="900" b="1">
                <a:solidFill>
                  <a:srgbClr val="A8BAC8"/>
                </a:solidFill>
              </a:defRPr>
            </a:lvl3pPr>
            <a:lvl4pPr>
              <a:defRPr sz="900" b="1">
                <a:solidFill>
                  <a:srgbClr val="A8BAC8"/>
                </a:solidFill>
              </a:defRPr>
            </a:lvl4pPr>
            <a:lvl5pPr>
              <a:defRPr sz="900" b="1">
                <a:solidFill>
                  <a:srgbClr val="A8BAC8"/>
                </a:solidFill>
              </a:defRPr>
            </a:lvl5pPr>
            <a:lvl6pPr>
              <a:defRPr sz="900" b="1">
                <a:solidFill>
                  <a:srgbClr val="A8BAC8"/>
                </a:solidFill>
              </a:defRPr>
            </a:lvl6pPr>
            <a:lvl7pPr>
              <a:defRPr sz="900" b="1">
                <a:solidFill>
                  <a:srgbClr val="A8BAC8"/>
                </a:solidFill>
              </a:defRPr>
            </a:lvl7pPr>
            <a:lvl8pPr>
              <a:defRPr sz="900" b="1">
                <a:solidFill>
                  <a:srgbClr val="A8BAC8"/>
                </a:solidFill>
              </a:defRPr>
            </a:lvl8pPr>
            <a:lvl9pPr>
              <a:defRPr sz="900" b="1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A8BAC8"/>
                </a:solidFill>
              </a:defRPr>
            </a:pPr>
            <a:r>
              <a:rPr sz="900" b="1">
                <a:solidFill>
                  <a:srgbClr val="A8BAC8"/>
                </a:solidFill>
              </a:rPr>
              <a:t>09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20CBB010-463B-49E3-AEAA-BBC76DE9971A}"/>
              </a:ext>
            </a:extLst>
          </p:cNvPr>
          <p:cNvGraphicFramePr/>
          <p:nvPr/>
        </p:nvGraphicFramePr>
        <p:xfrm>
          <a:off xmlns:a="http://schemas.openxmlformats.org/drawingml/2006/main" x="666750" y="1666875"/>
          <a:ext xmlns:a="http://schemas.openxmlformats.org/drawingml/2006/main" cx="99060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f11554b272d4fd9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93281A-2079-4FE4-93BC-34D2B31D2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24550"/>
            <a:ext cx="10810875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9525">
            <a:solidFill>
              <a:srgbClr val="2EC4A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3E0879-DF57-4059-B8BF-978974F39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2455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EC4A6"/>
                </a:solidFill>
              </a:defRPr>
            </a:defPPr>
            <a:lvl1pPr>
              <a:defRPr sz="900" b="1">
                <a:solidFill>
                  <a:srgbClr val="2EC4A6"/>
                </a:solidFill>
              </a:defRPr>
            </a:lvl1pPr>
            <a:lvl2pPr>
              <a:defRPr sz="900" b="1">
                <a:solidFill>
                  <a:srgbClr val="2EC4A6"/>
                </a:solidFill>
              </a:defRPr>
            </a:lvl2pPr>
            <a:lvl3pPr>
              <a:defRPr sz="900" b="1">
                <a:solidFill>
                  <a:srgbClr val="2EC4A6"/>
                </a:solidFill>
              </a:defRPr>
            </a:lvl3pPr>
            <a:lvl4pPr>
              <a:defRPr sz="900" b="1">
                <a:solidFill>
                  <a:srgbClr val="2EC4A6"/>
                </a:solidFill>
              </a:defRPr>
            </a:lvl4pPr>
            <a:lvl5pPr>
              <a:defRPr sz="900" b="1">
                <a:solidFill>
                  <a:srgbClr val="2EC4A6"/>
                </a:solidFill>
              </a:defRPr>
            </a:lvl5pPr>
            <a:lvl6pPr>
              <a:defRPr sz="900" b="1">
                <a:solidFill>
                  <a:srgbClr val="2EC4A6"/>
                </a:solidFill>
              </a:defRPr>
            </a:lvl6pPr>
            <a:lvl7pPr>
              <a:defRPr sz="900" b="1">
                <a:solidFill>
                  <a:srgbClr val="2EC4A6"/>
                </a:solidFill>
              </a:defRPr>
            </a:lvl7pPr>
            <a:lvl8pPr>
              <a:defRPr sz="900" b="1">
                <a:solidFill>
                  <a:srgbClr val="2EC4A6"/>
                </a:solidFill>
              </a:defRPr>
            </a:lvl8pPr>
            <a:lvl9pPr>
              <a:defRPr sz="900" b="1">
                <a:solidFill>
                  <a:srgbClr val="2EC4A6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EC4A6"/>
                </a:solidFill>
              </a:defRPr>
            </a:pPr>
            <a:r>
              <a:rPr sz="900" b="1">
                <a:solidFill>
                  <a:srgbClr val="2EC4A6"/>
                </a:solidFill>
              </a:rPr>
              <a:t>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DDD960-93C5-4345-8C57-923F83C52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924550"/>
            <a:ext cx="938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F5F8FA"/>
                </a:solidFill>
              </a:defRPr>
            </a:defPPr>
            <a:lvl1pPr>
              <a:defRPr sz="1125" b="1">
                <a:solidFill>
                  <a:srgbClr val="F5F8FA"/>
                </a:solidFill>
              </a:defRPr>
            </a:lvl1pPr>
            <a:lvl2pPr>
              <a:defRPr sz="1125" b="1">
                <a:solidFill>
                  <a:srgbClr val="F5F8FA"/>
                </a:solidFill>
              </a:defRPr>
            </a:lvl2pPr>
            <a:lvl3pPr>
              <a:defRPr sz="1125" b="1">
                <a:solidFill>
                  <a:srgbClr val="F5F8FA"/>
                </a:solidFill>
              </a:defRPr>
            </a:lvl3pPr>
            <a:lvl4pPr>
              <a:defRPr sz="1125" b="1">
                <a:solidFill>
                  <a:srgbClr val="F5F8FA"/>
                </a:solidFill>
              </a:defRPr>
            </a:lvl4pPr>
            <a:lvl5pPr>
              <a:defRPr sz="1125" b="1">
                <a:solidFill>
                  <a:srgbClr val="F5F8FA"/>
                </a:solidFill>
              </a:defRPr>
            </a:lvl5pPr>
            <a:lvl6pPr>
              <a:defRPr sz="1125" b="1">
                <a:solidFill>
                  <a:srgbClr val="F5F8FA"/>
                </a:solidFill>
              </a:defRPr>
            </a:lvl6pPr>
            <a:lvl7pPr>
              <a:defRPr sz="1125" b="1">
                <a:solidFill>
                  <a:srgbClr val="F5F8FA"/>
                </a:solidFill>
              </a:defRPr>
            </a:lvl7pPr>
            <a:lvl8pPr>
              <a:defRPr sz="1125" b="1">
                <a:solidFill>
                  <a:srgbClr val="F5F8FA"/>
                </a:solidFill>
              </a:defRPr>
            </a:lvl8pPr>
            <a:lvl9pPr>
              <a:defRPr sz="1125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F5F8FA"/>
                </a:solidFill>
              </a:defRPr>
            </a:pPr>
            <a:r>
              <a:rPr sz="1125" b="1">
                <a:solidFill>
                  <a:srgbClr val="F5F8FA"/>
                </a:solidFill>
              </a:rPr>
              <a:t>HistGradientBoosting is strongest on this split; cross-network testing is still required before deployment.</a:t>
            </a:r>
          </a:p>
        </p:txBody>
      </p:sp>
    </p:spTree>
    <p:extLst>
      <p:ext uri="{BB962C8B-B14F-4D97-AF65-F5344CB8AC3E}">
        <p14:creationId xmlns:p14="http://schemas.microsoft.com/office/powerpoint/2010/main" val="187103306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C49212-9C99-48F3-B09D-CAD5AE4F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A25460-05AF-4300-B0E3-61A9AE474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9C7D8"/>
                </a:solidFill>
              </a:defRPr>
            </a:defPPr>
            <a:lvl1pPr>
              <a:defRPr sz="900" b="1">
                <a:solidFill>
                  <a:srgbClr val="29C7D8"/>
                </a:solidFill>
              </a:defRPr>
            </a:lvl1pPr>
            <a:lvl2pPr>
              <a:defRPr sz="900" b="1">
                <a:solidFill>
                  <a:srgbClr val="29C7D8"/>
                </a:solidFill>
              </a:defRPr>
            </a:lvl2pPr>
            <a:lvl3pPr>
              <a:defRPr sz="900" b="1">
                <a:solidFill>
                  <a:srgbClr val="29C7D8"/>
                </a:solidFill>
              </a:defRPr>
            </a:lvl3pPr>
            <a:lvl4pPr>
              <a:defRPr sz="900" b="1">
                <a:solidFill>
                  <a:srgbClr val="29C7D8"/>
                </a:solidFill>
              </a:defRPr>
            </a:lvl4pPr>
            <a:lvl5pPr>
              <a:defRPr sz="900" b="1">
                <a:solidFill>
                  <a:srgbClr val="29C7D8"/>
                </a:solidFill>
              </a:defRPr>
            </a:lvl5pPr>
            <a:lvl6pPr>
              <a:defRPr sz="900" b="1">
                <a:solidFill>
                  <a:srgbClr val="29C7D8"/>
                </a:solidFill>
              </a:defRPr>
            </a:lvl6pPr>
            <a:lvl7pPr>
              <a:defRPr sz="900" b="1">
                <a:solidFill>
                  <a:srgbClr val="29C7D8"/>
                </a:solidFill>
              </a:defRPr>
            </a:lvl7pPr>
            <a:lvl8pPr>
              <a:defRPr sz="900" b="1">
                <a:solidFill>
                  <a:srgbClr val="29C7D8"/>
                </a:solidFill>
              </a:defRPr>
            </a:lvl8pPr>
            <a:lvl9pPr>
              <a:defRPr sz="900" b="1">
                <a:solidFill>
                  <a:srgbClr val="29C7D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9C7D8"/>
                </a:solidFill>
              </a:defRPr>
            </a:pPr>
            <a:r>
              <a:rPr sz="900" b="1">
                <a:solidFill>
                  <a:srgbClr val="29C7D8"/>
                </a:solidFill>
              </a:rPr>
              <a:t>CAPSTONE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D65B69-6A4B-4AA2-A20D-D6F26FC3F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43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F5F8FA"/>
                </a:solidFill>
              </a:defRPr>
            </a:defPPr>
            <a:lvl1pPr>
              <a:defRPr sz="2550" b="1">
                <a:solidFill>
                  <a:srgbClr val="F5F8FA"/>
                </a:solidFill>
              </a:defRPr>
            </a:lvl1pPr>
            <a:lvl2pPr>
              <a:defRPr sz="2550" b="1">
                <a:solidFill>
                  <a:srgbClr val="F5F8FA"/>
                </a:solidFill>
              </a:defRPr>
            </a:lvl2pPr>
            <a:lvl3pPr>
              <a:defRPr sz="2550" b="1">
                <a:solidFill>
                  <a:srgbClr val="F5F8FA"/>
                </a:solidFill>
              </a:defRPr>
            </a:lvl3pPr>
            <a:lvl4pPr>
              <a:defRPr sz="2550" b="1">
                <a:solidFill>
                  <a:srgbClr val="F5F8FA"/>
                </a:solidFill>
              </a:defRPr>
            </a:lvl4pPr>
            <a:lvl5pPr>
              <a:defRPr sz="2550" b="1">
                <a:solidFill>
                  <a:srgbClr val="F5F8FA"/>
                </a:solidFill>
              </a:defRPr>
            </a:lvl5pPr>
            <a:lvl6pPr>
              <a:defRPr sz="2550" b="1">
                <a:solidFill>
                  <a:srgbClr val="F5F8FA"/>
                </a:solidFill>
              </a:defRPr>
            </a:lvl6pPr>
            <a:lvl7pPr>
              <a:defRPr sz="2550" b="1">
                <a:solidFill>
                  <a:srgbClr val="F5F8FA"/>
                </a:solidFill>
              </a:defRPr>
            </a:lvl7pPr>
            <a:lvl8pPr>
              <a:defRPr sz="2550" b="1">
                <a:solidFill>
                  <a:srgbClr val="F5F8FA"/>
                </a:solidFill>
              </a:defRPr>
            </a:lvl8pPr>
            <a:lvl9pPr>
              <a:defRPr sz="25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5F8FA"/>
                </a:solidFill>
              </a:defRPr>
            </a:pPr>
            <a:r>
              <a:rPr sz="2550" b="1">
                <a:solidFill>
                  <a:srgbClr val="F5F8FA"/>
                </a:solidFill>
              </a:rPr>
              <a:t>Tuning helps the MLP, but not the leading ensembles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3DAA72-F0DF-497B-8579-688E34544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287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A8BAC8"/>
                </a:solidFill>
              </a:defRPr>
            </a:defPPr>
            <a:lvl1pPr>
              <a:defRPr sz="1275" b="0">
                <a:solidFill>
                  <a:srgbClr val="A8BAC8"/>
                </a:solidFill>
              </a:defRPr>
            </a:lvl1pPr>
            <a:lvl2pPr>
              <a:defRPr sz="1275" b="0">
                <a:solidFill>
                  <a:srgbClr val="A8BAC8"/>
                </a:solidFill>
              </a:defRPr>
            </a:lvl2pPr>
            <a:lvl3pPr>
              <a:defRPr sz="1275" b="0">
                <a:solidFill>
                  <a:srgbClr val="A8BAC8"/>
                </a:solidFill>
              </a:defRPr>
            </a:lvl3pPr>
            <a:lvl4pPr>
              <a:defRPr sz="1275" b="0">
                <a:solidFill>
                  <a:srgbClr val="A8BAC8"/>
                </a:solidFill>
              </a:defRPr>
            </a:lvl4pPr>
            <a:lvl5pPr>
              <a:defRPr sz="1275" b="0">
                <a:solidFill>
                  <a:srgbClr val="A8BAC8"/>
                </a:solidFill>
              </a:defRPr>
            </a:lvl5pPr>
            <a:lvl6pPr>
              <a:defRPr sz="1275" b="0">
                <a:solidFill>
                  <a:srgbClr val="A8BAC8"/>
                </a:solidFill>
              </a:defRPr>
            </a:lvl6pPr>
            <a:lvl7pPr>
              <a:defRPr sz="1275" b="0">
                <a:solidFill>
                  <a:srgbClr val="A8BAC8"/>
                </a:solidFill>
              </a:defRPr>
            </a:lvl7pPr>
            <a:lvl8pPr>
              <a:defRPr sz="1275" b="0">
                <a:solidFill>
                  <a:srgbClr val="A8BAC8"/>
                </a:solidFill>
              </a:defRPr>
            </a:lvl8pPr>
            <a:lvl9pPr>
              <a:defRPr sz="127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A8BAC8"/>
                </a:solidFill>
              </a:defRPr>
            </a:pPr>
            <a:r>
              <a:rPr sz="1275" b="0">
                <a:solidFill>
                  <a:srgbClr val="A8BAC8"/>
                </a:solidFill>
              </a:rPr>
              <a:t>The base configurations were already near the useful region of the search space.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981EED-E6A4-4980-8D4B-678AF9EF3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71600"/>
            <a:ext cx="11239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2FCF0E-22AE-4B7B-9E92-1687E90A5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A8BAC8"/>
                </a:solidFill>
              </a:defRPr>
            </a:defPPr>
            <a:lvl1pPr>
              <a:defRPr sz="900" b="1">
                <a:solidFill>
                  <a:srgbClr val="A8BAC8"/>
                </a:solidFill>
              </a:defRPr>
            </a:lvl1pPr>
            <a:lvl2pPr>
              <a:defRPr sz="900" b="1">
                <a:solidFill>
                  <a:srgbClr val="A8BAC8"/>
                </a:solidFill>
              </a:defRPr>
            </a:lvl2pPr>
            <a:lvl3pPr>
              <a:defRPr sz="900" b="1">
                <a:solidFill>
                  <a:srgbClr val="A8BAC8"/>
                </a:solidFill>
              </a:defRPr>
            </a:lvl3pPr>
            <a:lvl4pPr>
              <a:defRPr sz="900" b="1">
                <a:solidFill>
                  <a:srgbClr val="A8BAC8"/>
                </a:solidFill>
              </a:defRPr>
            </a:lvl4pPr>
            <a:lvl5pPr>
              <a:defRPr sz="900" b="1">
                <a:solidFill>
                  <a:srgbClr val="A8BAC8"/>
                </a:solidFill>
              </a:defRPr>
            </a:lvl5pPr>
            <a:lvl6pPr>
              <a:defRPr sz="900" b="1">
                <a:solidFill>
                  <a:srgbClr val="A8BAC8"/>
                </a:solidFill>
              </a:defRPr>
            </a:lvl6pPr>
            <a:lvl7pPr>
              <a:defRPr sz="900" b="1">
                <a:solidFill>
                  <a:srgbClr val="A8BAC8"/>
                </a:solidFill>
              </a:defRPr>
            </a:lvl7pPr>
            <a:lvl8pPr>
              <a:defRPr sz="900" b="1">
                <a:solidFill>
                  <a:srgbClr val="A8BAC8"/>
                </a:solidFill>
              </a:defRPr>
            </a:lvl8pPr>
            <a:lvl9pPr>
              <a:defRPr sz="900" b="1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A8BAC8"/>
                </a:solidFill>
              </a:defRPr>
            </a:pPr>
            <a:r>
              <a:rPr sz="900" b="1">
                <a:solidFill>
                  <a:srgbClr val="A8BAC8"/>
                </a:solidFill>
              </a:rPr>
              <a:t>10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08CED8A2-9042-48DB-84D7-397A495389B2}"/>
              </a:ext>
            </a:extLst>
          </p:cNvPr>
          <p:cNvGraphicFramePr/>
          <p:nvPr/>
        </p:nvGraphicFramePr>
        <p:xfrm>
          <a:off xmlns:a="http://schemas.openxmlformats.org/drawingml/2006/main" x="571500" y="1762125"/>
          <a:ext xmlns:a="http://schemas.openxmlformats.org/drawingml/2006/main" cx="76200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3b0b95af6d146bf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B81203-2857-4B0F-985C-6970FEFB0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9550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625" b="1">
                <a:solidFill>
                  <a:srgbClr val="29C7D8"/>
                </a:solidFill>
              </a:defRPr>
            </a:defPPr>
            <a:lvl1pPr>
              <a:defRPr sz="2625" b="1">
                <a:solidFill>
                  <a:srgbClr val="29C7D8"/>
                </a:solidFill>
              </a:defRPr>
            </a:lvl1pPr>
            <a:lvl2pPr>
              <a:defRPr sz="2625" b="1">
                <a:solidFill>
                  <a:srgbClr val="29C7D8"/>
                </a:solidFill>
              </a:defRPr>
            </a:lvl2pPr>
            <a:lvl3pPr>
              <a:defRPr sz="2625" b="1">
                <a:solidFill>
                  <a:srgbClr val="29C7D8"/>
                </a:solidFill>
              </a:defRPr>
            </a:lvl3pPr>
            <a:lvl4pPr>
              <a:defRPr sz="2625" b="1">
                <a:solidFill>
                  <a:srgbClr val="29C7D8"/>
                </a:solidFill>
              </a:defRPr>
            </a:lvl4pPr>
            <a:lvl5pPr>
              <a:defRPr sz="2625" b="1">
                <a:solidFill>
                  <a:srgbClr val="29C7D8"/>
                </a:solidFill>
              </a:defRPr>
            </a:lvl5pPr>
            <a:lvl6pPr>
              <a:defRPr sz="2625" b="1">
                <a:solidFill>
                  <a:srgbClr val="29C7D8"/>
                </a:solidFill>
              </a:defRPr>
            </a:lvl6pPr>
            <a:lvl7pPr>
              <a:defRPr sz="2625" b="1">
                <a:solidFill>
                  <a:srgbClr val="29C7D8"/>
                </a:solidFill>
              </a:defRPr>
            </a:lvl7pPr>
            <a:lvl8pPr>
              <a:defRPr sz="2625" b="1">
                <a:solidFill>
                  <a:srgbClr val="29C7D8"/>
                </a:solidFill>
              </a:defRPr>
            </a:lvl8pPr>
            <a:lvl9pPr>
              <a:defRPr sz="2625" b="1">
                <a:solidFill>
                  <a:srgbClr val="29C7D8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29C7D8"/>
                </a:solidFill>
              </a:defRPr>
            </a:pPr>
            <a:r>
              <a:rPr sz="2625" b="1">
                <a:solidFill>
                  <a:srgbClr val="29C7D8"/>
                </a:solidFill>
              </a:rPr>
              <a:t>+0.076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2F6629-186E-4DC4-A324-8C867FFC7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098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F5F8FA"/>
                </a:solidFill>
              </a:defRPr>
            </a:defPPr>
            <a:lvl1pPr>
              <a:defRPr sz="1125" b="1">
                <a:solidFill>
                  <a:srgbClr val="F5F8FA"/>
                </a:solidFill>
              </a:defRPr>
            </a:lvl1pPr>
            <a:lvl2pPr>
              <a:defRPr sz="1125" b="1">
                <a:solidFill>
                  <a:srgbClr val="F5F8FA"/>
                </a:solidFill>
              </a:defRPr>
            </a:lvl2pPr>
            <a:lvl3pPr>
              <a:defRPr sz="1125" b="1">
                <a:solidFill>
                  <a:srgbClr val="F5F8FA"/>
                </a:solidFill>
              </a:defRPr>
            </a:lvl3pPr>
            <a:lvl4pPr>
              <a:defRPr sz="1125" b="1">
                <a:solidFill>
                  <a:srgbClr val="F5F8FA"/>
                </a:solidFill>
              </a:defRPr>
            </a:lvl4pPr>
            <a:lvl5pPr>
              <a:defRPr sz="1125" b="1">
                <a:solidFill>
                  <a:srgbClr val="F5F8FA"/>
                </a:solidFill>
              </a:defRPr>
            </a:lvl5pPr>
            <a:lvl6pPr>
              <a:defRPr sz="1125" b="1">
                <a:solidFill>
                  <a:srgbClr val="F5F8FA"/>
                </a:solidFill>
              </a:defRPr>
            </a:lvl6pPr>
            <a:lvl7pPr>
              <a:defRPr sz="1125" b="1">
                <a:solidFill>
                  <a:srgbClr val="F5F8FA"/>
                </a:solidFill>
              </a:defRPr>
            </a:lvl7pPr>
            <a:lvl8pPr>
              <a:defRPr sz="1125" b="1">
                <a:solidFill>
                  <a:srgbClr val="F5F8FA"/>
                </a:solidFill>
              </a:defRPr>
            </a:lvl8pPr>
            <a:lvl9pPr>
              <a:defRPr sz="1125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F5F8FA"/>
                </a:solidFill>
              </a:defRPr>
            </a:pPr>
            <a:r>
              <a:rPr sz="1125" b="1">
                <a:solidFill>
                  <a:srgbClr val="F5F8FA"/>
                </a:solidFill>
              </a:rPr>
              <a:t>MLP improvement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6A4CFE-9C09-4F17-BC7A-309977799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5750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75" b="0">
                <a:solidFill>
                  <a:srgbClr val="A8BAC8"/>
                </a:solidFill>
              </a:defRPr>
            </a:defPPr>
            <a:lvl1pPr>
              <a:defRPr sz="975" b="0">
                <a:solidFill>
                  <a:srgbClr val="A8BAC8"/>
                </a:solidFill>
              </a:defRPr>
            </a:lvl1pPr>
            <a:lvl2pPr>
              <a:defRPr sz="975" b="0">
                <a:solidFill>
                  <a:srgbClr val="A8BAC8"/>
                </a:solidFill>
              </a:defRPr>
            </a:lvl2pPr>
            <a:lvl3pPr>
              <a:defRPr sz="975" b="0">
                <a:solidFill>
                  <a:srgbClr val="A8BAC8"/>
                </a:solidFill>
              </a:defRPr>
            </a:lvl3pPr>
            <a:lvl4pPr>
              <a:defRPr sz="975" b="0">
                <a:solidFill>
                  <a:srgbClr val="A8BAC8"/>
                </a:solidFill>
              </a:defRPr>
            </a:lvl4pPr>
            <a:lvl5pPr>
              <a:defRPr sz="975" b="0">
                <a:solidFill>
                  <a:srgbClr val="A8BAC8"/>
                </a:solidFill>
              </a:defRPr>
            </a:lvl5pPr>
            <a:lvl6pPr>
              <a:defRPr sz="975" b="0">
                <a:solidFill>
                  <a:srgbClr val="A8BAC8"/>
                </a:solidFill>
              </a:defRPr>
            </a:lvl6pPr>
            <a:lvl7pPr>
              <a:defRPr sz="975" b="0">
                <a:solidFill>
                  <a:srgbClr val="A8BAC8"/>
                </a:solidFill>
              </a:defRPr>
            </a:lvl7pPr>
            <a:lvl8pPr>
              <a:defRPr sz="975" b="0">
                <a:solidFill>
                  <a:srgbClr val="A8BAC8"/>
                </a:solidFill>
              </a:defRPr>
            </a:lvl8pPr>
            <a:lvl9pPr>
              <a:defRPr sz="97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A8BAC8"/>
                </a:solidFill>
              </a:defRPr>
            </a:pPr>
            <a:r>
              <a:rPr sz="975" b="0">
                <a:solidFill>
                  <a:srgbClr val="A8BAC8"/>
                </a:solidFill>
              </a:rPr>
              <a:t>0.731 → 0.807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6DDD61-E8FB-4848-8942-12E4B8AF1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71875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625" b="1">
                <a:solidFill>
                  <a:srgbClr val="2EC4A6"/>
                </a:solidFill>
              </a:defRPr>
            </a:defPPr>
            <a:lvl1pPr>
              <a:defRPr sz="2625" b="1">
                <a:solidFill>
                  <a:srgbClr val="2EC4A6"/>
                </a:solidFill>
              </a:defRPr>
            </a:lvl1pPr>
            <a:lvl2pPr>
              <a:defRPr sz="2625" b="1">
                <a:solidFill>
                  <a:srgbClr val="2EC4A6"/>
                </a:solidFill>
              </a:defRPr>
            </a:lvl2pPr>
            <a:lvl3pPr>
              <a:defRPr sz="2625" b="1">
                <a:solidFill>
                  <a:srgbClr val="2EC4A6"/>
                </a:solidFill>
              </a:defRPr>
            </a:lvl3pPr>
            <a:lvl4pPr>
              <a:defRPr sz="2625" b="1">
                <a:solidFill>
                  <a:srgbClr val="2EC4A6"/>
                </a:solidFill>
              </a:defRPr>
            </a:lvl4pPr>
            <a:lvl5pPr>
              <a:defRPr sz="2625" b="1">
                <a:solidFill>
                  <a:srgbClr val="2EC4A6"/>
                </a:solidFill>
              </a:defRPr>
            </a:lvl5pPr>
            <a:lvl6pPr>
              <a:defRPr sz="2625" b="1">
                <a:solidFill>
                  <a:srgbClr val="2EC4A6"/>
                </a:solidFill>
              </a:defRPr>
            </a:lvl6pPr>
            <a:lvl7pPr>
              <a:defRPr sz="2625" b="1">
                <a:solidFill>
                  <a:srgbClr val="2EC4A6"/>
                </a:solidFill>
              </a:defRPr>
            </a:lvl7pPr>
            <a:lvl8pPr>
              <a:defRPr sz="2625" b="1">
                <a:solidFill>
                  <a:srgbClr val="2EC4A6"/>
                </a:solidFill>
              </a:defRPr>
            </a:lvl8pPr>
            <a:lvl9pPr>
              <a:defRPr sz="2625" b="1">
                <a:solidFill>
                  <a:srgbClr val="2EC4A6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2EC4A6"/>
                </a:solidFill>
              </a:defRPr>
            </a:pPr>
            <a:r>
              <a:rPr sz="2625" b="1">
                <a:solidFill>
                  <a:srgbClr val="2EC4A6"/>
                </a:solidFill>
              </a:rPr>
              <a:t>0.920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53DFBA-B44E-4AAB-9405-5A3641215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8622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F5F8FA"/>
                </a:solidFill>
              </a:defRPr>
            </a:defPPr>
            <a:lvl1pPr>
              <a:defRPr sz="1125" b="1">
                <a:solidFill>
                  <a:srgbClr val="F5F8FA"/>
                </a:solidFill>
              </a:defRPr>
            </a:lvl1pPr>
            <a:lvl2pPr>
              <a:defRPr sz="1125" b="1">
                <a:solidFill>
                  <a:srgbClr val="F5F8FA"/>
                </a:solidFill>
              </a:defRPr>
            </a:lvl2pPr>
            <a:lvl3pPr>
              <a:defRPr sz="1125" b="1">
                <a:solidFill>
                  <a:srgbClr val="F5F8FA"/>
                </a:solidFill>
              </a:defRPr>
            </a:lvl3pPr>
            <a:lvl4pPr>
              <a:defRPr sz="1125" b="1">
                <a:solidFill>
                  <a:srgbClr val="F5F8FA"/>
                </a:solidFill>
              </a:defRPr>
            </a:lvl4pPr>
            <a:lvl5pPr>
              <a:defRPr sz="1125" b="1">
                <a:solidFill>
                  <a:srgbClr val="F5F8FA"/>
                </a:solidFill>
              </a:defRPr>
            </a:lvl5pPr>
            <a:lvl6pPr>
              <a:defRPr sz="1125" b="1">
                <a:solidFill>
                  <a:srgbClr val="F5F8FA"/>
                </a:solidFill>
              </a:defRPr>
            </a:lvl6pPr>
            <a:lvl7pPr>
              <a:defRPr sz="1125" b="1">
                <a:solidFill>
                  <a:srgbClr val="F5F8FA"/>
                </a:solidFill>
              </a:defRPr>
            </a:lvl7pPr>
            <a:lvl8pPr>
              <a:defRPr sz="1125" b="1">
                <a:solidFill>
                  <a:srgbClr val="F5F8FA"/>
                </a:solidFill>
              </a:defRPr>
            </a:lvl8pPr>
            <a:lvl9pPr>
              <a:defRPr sz="1125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F5F8FA"/>
                </a:solidFill>
              </a:defRPr>
            </a:pPr>
            <a:r>
              <a:rPr sz="1125" b="1">
                <a:solidFill>
                  <a:srgbClr val="F5F8FA"/>
                </a:solidFill>
              </a:rPr>
              <a:t>Best tuned score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EA48A6-35AF-4A08-820E-371F6B501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33875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75" b="0">
                <a:solidFill>
                  <a:srgbClr val="A8BAC8"/>
                </a:solidFill>
              </a:defRPr>
            </a:defPPr>
            <a:lvl1pPr>
              <a:defRPr sz="975" b="0">
                <a:solidFill>
                  <a:srgbClr val="A8BAC8"/>
                </a:solidFill>
              </a:defRPr>
            </a:lvl1pPr>
            <a:lvl2pPr>
              <a:defRPr sz="975" b="0">
                <a:solidFill>
                  <a:srgbClr val="A8BAC8"/>
                </a:solidFill>
              </a:defRPr>
            </a:lvl2pPr>
            <a:lvl3pPr>
              <a:defRPr sz="975" b="0">
                <a:solidFill>
                  <a:srgbClr val="A8BAC8"/>
                </a:solidFill>
              </a:defRPr>
            </a:lvl3pPr>
            <a:lvl4pPr>
              <a:defRPr sz="975" b="0">
                <a:solidFill>
                  <a:srgbClr val="A8BAC8"/>
                </a:solidFill>
              </a:defRPr>
            </a:lvl4pPr>
            <a:lvl5pPr>
              <a:defRPr sz="975" b="0">
                <a:solidFill>
                  <a:srgbClr val="A8BAC8"/>
                </a:solidFill>
              </a:defRPr>
            </a:lvl5pPr>
            <a:lvl6pPr>
              <a:defRPr sz="975" b="0">
                <a:solidFill>
                  <a:srgbClr val="A8BAC8"/>
                </a:solidFill>
              </a:defRPr>
            </a:lvl6pPr>
            <a:lvl7pPr>
              <a:defRPr sz="975" b="0">
                <a:solidFill>
                  <a:srgbClr val="A8BAC8"/>
                </a:solidFill>
              </a:defRPr>
            </a:lvl7pPr>
            <a:lvl8pPr>
              <a:defRPr sz="975" b="0">
                <a:solidFill>
                  <a:srgbClr val="A8BAC8"/>
                </a:solidFill>
              </a:defRPr>
            </a:lvl8pPr>
            <a:lvl9pPr>
              <a:defRPr sz="97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A8BAC8"/>
                </a:solidFill>
              </a:defRPr>
            </a:pPr>
            <a:r>
              <a:rPr sz="975" b="0">
                <a:solidFill>
                  <a:srgbClr val="A8BAC8"/>
                </a:solidFill>
              </a:rPr>
              <a:t>HistGradientBoosting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BBB7CB-5119-45CA-A869-1CDD70794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24550"/>
            <a:ext cx="10810875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9525">
            <a:solidFill>
              <a:srgbClr val="2EC4A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2082E5-4BD7-4B9D-B9EB-727C6197D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2455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EC4A6"/>
                </a:solidFill>
              </a:defRPr>
            </a:defPPr>
            <a:lvl1pPr>
              <a:defRPr sz="900" b="1">
                <a:solidFill>
                  <a:srgbClr val="2EC4A6"/>
                </a:solidFill>
              </a:defRPr>
            </a:lvl1pPr>
            <a:lvl2pPr>
              <a:defRPr sz="900" b="1">
                <a:solidFill>
                  <a:srgbClr val="2EC4A6"/>
                </a:solidFill>
              </a:defRPr>
            </a:lvl2pPr>
            <a:lvl3pPr>
              <a:defRPr sz="900" b="1">
                <a:solidFill>
                  <a:srgbClr val="2EC4A6"/>
                </a:solidFill>
              </a:defRPr>
            </a:lvl3pPr>
            <a:lvl4pPr>
              <a:defRPr sz="900" b="1">
                <a:solidFill>
                  <a:srgbClr val="2EC4A6"/>
                </a:solidFill>
              </a:defRPr>
            </a:lvl4pPr>
            <a:lvl5pPr>
              <a:defRPr sz="900" b="1">
                <a:solidFill>
                  <a:srgbClr val="2EC4A6"/>
                </a:solidFill>
              </a:defRPr>
            </a:lvl5pPr>
            <a:lvl6pPr>
              <a:defRPr sz="900" b="1">
                <a:solidFill>
                  <a:srgbClr val="2EC4A6"/>
                </a:solidFill>
              </a:defRPr>
            </a:lvl6pPr>
            <a:lvl7pPr>
              <a:defRPr sz="900" b="1">
                <a:solidFill>
                  <a:srgbClr val="2EC4A6"/>
                </a:solidFill>
              </a:defRPr>
            </a:lvl7pPr>
            <a:lvl8pPr>
              <a:defRPr sz="900" b="1">
                <a:solidFill>
                  <a:srgbClr val="2EC4A6"/>
                </a:solidFill>
              </a:defRPr>
            </a:lvl8pPr>
            <a:lvl9pPr>
              <a:defRPr sz="900" b="1">
                <a:solidFill>
                  <a:srgbClr val="2EC4A6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EC4A6"/>
                </a:solidFill>
              </a:defRPr>
            </a:pPr>
            <a:r>
              <a:rPr sz="900" b="1">
                <a:solidFill>
                  <a:srgbClr val="2EC4A6"/>
                </a:solidFill>
              </a:rPr>
              <a:t>TAKEAWAY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B03901-A5BC-4B90-9405-FF02E5F09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924550"/>
            <a:ext cx="938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F5F8FA"/>
                </a:solidFill>
              </a:defRPr>
            </a:defPPr>
            <a:lvl1pPr>
              <a:defRPr sz="1125" b="1">
                <a:solidFill>
                  <a:srgbClr val="F5F8FA"/>
                </a:solidFill>
              </a:defRPr>
            </a:lvl1pPr>
            <a:lvl2pPr>
              <a:defRPr sz="1125" b="1">
                <a:solidFill>
                  <a:srgbClr val="F5F8FA"/>
                </a:solidFill>
              </a:defRPr>
            </a:lvl2pPr>
            <a:lvl3pPr>
              <a:defRPr sz="1125" b="1">
                <a:solidFill>
                  <a:srgbClr val="F5F8FA"/>
                </a:solidFill>
              </a:defRPr>
            </a:lvl3pPr>
            <a:lvl4pPr>
              <a:defRPr sz="1125" b="1">
                <a:solidFill>
                  <a:srgbClr val="F5F8FA"/>
                </a:solidFill>
              </a:defRPr>
            </a:lvl4pPr>
            <a:lvl5pPr>
              <a:defRPr sz="1125" b="1">
                <a:solidFill>
                  <a:srgbClr val="F5F8FA"/>
                </a:solidFill>
              </a:defRPr>
            </a:lvl5pPr>
            <a:lvl6pPr>
              <a:defRPr sz="1125" b="1">
                <a:solidFill>
                  <a:srgbClr val="F5F8FA"/>
                </a:solidFill>
              </a:defRPr>
            </a:lvl6pPr>
            <a:lvl7pPr>
              <a:defRPr sz="1125" b="1">
                <a:solidFill>
                  <a:srgbClr val="F5F8FA"/>
                </a:solidFill>
              </a:defRPr>
            </a:lvl7pPr>
            <a:lvl8pPr>
              <a:defRPr sz="1125" b="1">
                <a:solidFill>
                  <a:srgbClr val="F5F8FA"/>
                </a:solidFill>
              </a:defRPr>
            </a:lvl8pPr>
            <a:lvl9pPr>
              <a:defRPr sz="1125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F5F8FA"/>
                </a:solidFill>
              </a:defRPr>
            </a:pPr>
            <a:r>
              <a:rPr sz="1125" b="1">
                <a:solidFill>
                  <a:srgbClr val="F5F8FA"/>
                </a:solidFill>
              </a:rPr>
              <a:t>Tuning is most valuable where underfitting or optimization choices are the bottleneck.</a:t>
            </a:r>
          </a:p>
        </p:txBody>
      </p:sp>
    </p:spTree>
    <p:extLst>
      <p:ext uri="{BB962C8B-B14F-4D97-AF65-F5344CB8AC3E}">
        <p14:creationId xmlns:p14="http://schemas.microsoft.com/office/powerpoint/2010/main" val="148661708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660B46-44D4-414C-A74C-B09ACE045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8EDB76-788E-4601-A422-ABE53FD43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9C7D8"/>
                </a:solidFill>
              </a:defRPr>
            </a:defPPr>
            <a:lvl1pPr>
              <a:defRPr sz="900" b="1">
                <a:solidFill>
                  <a:srgbClr val="29C7D8"/>
                </a:solidFill>
              </a:defRPr>
            </a:lvl1pPr>
            <a:lvl2pPr>
              <a:defRPr sz="900" b="1">
                <a:solidFill>
                  <a:srgbClr val="29C7D8"/>
                </a:solidFill>
              </a:defRPr>
            </a:lvl2pPr>
            <a:lvl3pPr>
              <a:defRPr sz="900" b="1">
                <a:solidFill>
                  <a:srgbClr val="29C7D8"/>
                </a:solidFill>
              </a:defRPr>
            </a:lvl3pPr>
            <a:lvl4pPr>
              <a:defRPr sz="900" b="1">
                <a:solidFill>
                  <a:srgbClr val="29C7D8"/>
                </a:solidFill>
              </a:defRPr>
            </a:lvl4pPr>
            <a:lvl5pPr>
              <a:defRPr sz="900" b="1">
                <a:solidFill>
                  <a:srgbClr val="29C7D8"/>
                </a:solidFill>
              </a:defRPr>
            </a:lvl5pPr>
            <a:lvl6pPr>
              <a:defRPr sz="900" b="1">
                <a:solidFill>
                  <a:srgbClr val="29C7D8"/>
                </a:solidFill>
              </a:defRPr>
            </a:lvl6pPr>
            <a:lvl7pPr>
              <a:defRPr sz="900" b="1">
                <a:solidFill>
                  <a:srgbClr val="29C7D8"/>
                </a:solidFill>
              </a:defRPr>
            </a:lvl7pPr>
            <a:lvl8pPr>
              <a:defRPr sz="900" b="1">
                <a:solidFill>
                  <a:srgbClr val="29C7D8"/>
                </a:solidFill>
              </a:defRPr>
            </a:lvl8pPr>
            <a:lvl9pPr>
              <a:defRPr sz="900" b="1">
                <a:solidFill>
                  <a:srgbClr val="29C7D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9C7D8"/>
                </a:solidFill>
              </a:defRPr>
            </a:pPr>
            <a:r>
              <a:rPr sz="900" b="1">
                <a:solidFill>
                  <a:srgbClr val="29C7D8"/>
                </a:solidFill>
              </a:rPr>
              <a:t>CAPSTONE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B556D1-70EE-458F-B3AE-D6BFFFFA9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43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F5F8FA"/>
                </a:solidFill>
              </a:defRPr>
            </a:defPPr>
            <a:lvl1pPr>
              <a:defRPr sz="2550" b="1">
                <a:solidFill>
                  <a:srgbClr val="F5F8FA"/>
                </a:solidFill>
              </a:defRPr>
            </a:lvl1pPr>
            <a:lvl2pPr>
              <a:defRPr sz="2550" b="1">
                <a:solidFill>
                  <a:srgbClr val="F5F8FA"/>
                </a:solidFill>
              </a:defRPr>
            </a:lvl2pPr>
            <a:lvl3pPr>
              <a:defRPr sz="2550" b="1">
                <a:solidFill>
                  <a:srgbClr val="F5F8FA"/>
                </a:solidFill>
              </a:defRPr>
            </a:lvl3pPr>
            <a:lvl4pPr>
              <a:defRPr sz="2550" b="1">
                <a:solidFill>
                  <a:srgbClr val="F5F8FA"/>
                </a:solidFill>
              </a:defRPr>
            </a:lvl4pPr>
            <a:lvl5pPr>
              <a:defRPr sz="2550" b="1">
                <a:solidFill>
                  <a:srgbClr val="F5F8FA"/>
                </a:solidFill>
              </a:defRPr>
            </a:lvl5pPr>
            <a:lvl6pPr>
              <a:defRPr sz="2550" b="1">
                <a:solidFill>
                  <a:srgbClr val="F5F8FA"/>
                </a:solidFill>
              </a:defRPr>
            </a:lvl6pPr>
            <a:lvl7pPr>
              <a:defRPr sz="2550" b="1">
                <a:solidFill>
                  <a:srgbClr val="F5F8FA"/>
                </a:solidFill>
              </a:defRPr>
            </a:lvl7pPr>
            <a:lvl8pPr>
              <a:defRPr sz="2550" b="1">
                <a:solidFill>
                  <a:srgbClr val="F5F8FA"/>
                </a:solidFill>
              </a:defRPr>
            </a:lvl8pPr>
            <a:lvl9pPr>
              <a:defRPr sz="25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5F8FA"/>
                </a:solidFill>
              </a:defRPr>
            </a:pPr>
            <a:r>
              <a:rPr sz="2550" b="1">
                <a:solidFill>
                  <a:srgbClr val="F5F8FA"/>
                </a:solidFill>
              </a:rPr>
              <a:t>Single-dataset models degrade when the network changes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BE4C52-ED41-4EDB-8070-3DA3FDAED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287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A8BAC8"/>
                </a:solidFill>
              </a:defRPr>
            </a:defPPr>
            <a:lvl1pPr>
              <a:defRPr sz="1275" b="0">
                <a:solidFill>
                  <a:srgbClr val="A8BAC8"/>
                </a:solidFill>
              </a:defRPr>
            </a:lvl1pPr>
            <a:lvl2pPr>
              <a:defRPr sz="1275" b="0">
                <a:solidFill>
                  <a:srgbClr val="A8BAC8"/>
                </a:solidFill>
              </a:defRPr>
            </a:lvl2pPr>
            <a:lvl3pPr>
              <a:defRPr sz="1275" b="0">
                <a:solidFill>
                  <a:srgbClr val="A8BAC8"/>
                </a:solidFill>
              </a:defRPr>
            </a:lvl3pPr>
            <a:lvl4pPr>
              <a:defRPr sz="1275" b="0">
                <a:solidFill>
                  <a:srgbClr val="A8BAC8"/>
                </a:solidFill>
              </a:defRPr>
            </a:lvl4pPr>
            <a:lvl5pPr>
              <a:defRPr sz="1275" b="0">
                <a:solidFill>
                  <a:srgbClr val="A8BAC8"/>
                </a:solidFill>
              </a:defRPr>
            </a:lvl5pPr>
            <a:lvl6pPr>
              <a:defRPr sz="1275" b="0">
                <a:solidFill>
                  <a:srgbClr val="A8BAC8"/>
                </a:solidFill>
              </a:defRPr>
            </a:lvl6pPr>
            <a:lvl7pPr>
              <a:defRPr sz="1275" b="0">
                <a:solidFill>
                  <a:srgbClr val="A8BAC8"/>
                </a:solidFill>
              </a:defRPr>
            </a:lvl7pPr>
            <a:lvl8pPr>
              <a:defRPr sz="1275" b="0">
                <a:solidFill>
                  <a:srgbClr val="A8BAC8"/>
                </a:solidFill>
              </a:defRPr>
            </a:lvl8pPr>
            <a:lvl9pPr>
              <a:defRPr sz="127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A8BAC8"/>
                </a:solidFill>
              </a:defRPr>
            </a:pPr>
            <a:r>
              <a:rPr sz="1275" b="0">
                <a:solidFill>
                  <a:srgbClr val="A8BAC8"/>
                </a:solidFill>
              </a:rPr>
              <a:t>The diagonal is strong; the off-diagonal exposes the deployment risk.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B50B69-F18D-4A19-869B-84B87229A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71600"/>
            <a:ext cx="11239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EE6C95-5680-474D-963F-B9943D236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A8BAC8"/>
                </a:solidFill>
              </a:defRPr>
            </a:defPPr>
            <a:lvl1pPr>
              <a:defRPr sz="900" b="1">
                <a:solidFill>
                  <a:srgbClr val="A8BAC8"/>
                </a:solidFill>
              </a:defRPr>
            </a:lvl1pPr>
            <a:lvl2pPr>
              <a:defRPr sz="900" b="1">
                <a:solidFill>
                  <a:srgbClr val="A8BAC8"/>
                </a:solidFill>
              </a:defRPr>
            </a:lvl2pPr>
            <a:lvl3pPr>
              <a:defRPr sz="900" b="1">
                <a:solidFill>
                  <a:srgbClr val="A8BAC8"/>
                </a:solidFill>
              </a:defRPr>
            </a:lvl3pPr>
            <a:lvl4pPr>
              <a:defRPr sz="900" b="1">
                <a:solidFill>
                  <a:srgbClr val="A8BAC8"/>
                </a:solidFill>
              </a:defRPr>
            </a:lvl4pPr>
            <a:lvl5pPr>
              <a:defRPr sz="900" b="1">
                <a:solidFill>
                  <a:srgbClr val="A8BAC8"/>
                </a:solidFill>
              </a:defRPr>
            </a:lvl5pPr>
            <a:lvl6pPr>
              <a:defRPr sz="900" b="1">
                <a:solidFill>
                  <a:srgbClr val="A8BAC8"/>
                </a:solidFill>
              </a:defRPr>
            </a:lvl6pPr>
            <a:lvl7pPr>
              <a:defRPr sz="900" b="1">
                <a:solidFill>
                  <a:srgbClr val="A8BAC8"/>
                </a:solidFill>
              </a:defRPr>
            </a:lvl7pPr>
            <a:lvl8pPr>
              <a:defRPr sz="900" b="1">
                <a:solidFill>
                  <a:srgbClr val="A8BAC8"/>
                </a:solidFill>
              </a:defRPr>
            </a:lvl8pPr>
            <a:lvl9pPr>
              <a:defRPr sz="900" b="1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A8BAC8"/>
                </a:solidFill>
              </a:defRPr>
            </a:pPr>
            <a:r>
              <a:rPr sz="900" b="1">
                <a:solidFill>
                  <a:srgbClr val="A8BAC8"/>
                </a:solidFill>
              </a:rPr>
              <a:t>11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D05A10C0-1CCE-432A-A37C-1DB86A136940}"/>
              </a:ext>
            </a:extLst>
          </p:cNvPr>
          <p:cNvGraphicFramePr/>
          <p:nvPr/>
        </p:nvGraphicFramePr>
        <p:xfrm>
          <a:off xmlns:a="http://schemas.openxmlformats.org/drawingml/2006/main" x="476250" y="1714500"/>
          <a:ext xmlns:a="http://schemas.openxmlformats.org/drawingml/2006/main" cx="762000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ab7eb79ab0047f5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2E3615-188B-4813-96F5-6A901027D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952625"/>
            <a:ext cx="2857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61CD73-BE81-4C8D-970A-23D700C4E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952625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E4A3B1-0D21-4A96-BD65-B462AA72F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24075"/>
            <a:ext cx="2428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2017 → 2018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B6505E-DDAA-4ADE-84E9-ACA7A27C6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24125"/>
            <a:ext cx="2428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AC8"/>
                </a:solidFill>
              </a:defRPr>
            </a:defPPr>
            <a:lvl1pPr>
              <a:defRPr sz="1125" b="0">
                <a:solidFill>
                  <a:srgbClr val="A8BAC8"/>
                </a:solidFill>
              </a:defRPr>
            </a:lvl1pPr>
            <a:lvl2pPr>
              <a:defRPr sz="1125" b="0">
                <a:solidFill>
                  <a:srgbClr val="A8BAC8"/>
                </a:solidFill>
              </a:defRPr>
            </a:lvl2pPr>
            <a:lvl3pPr>
              <a:defRPr sz="1125" b="0">
                <a:solidFill>
                  <a:srgbClr val="A8BAC8"/>
                </a:solidFill>
              </a:defRPr>
            </a:lvl3pPr>
            <a:lvl4pPr>
              <a:defRPr sz="1125" b="0">
                <a:solidFill>
                  <a:srgbClr val="A8BAC8"/>
                </a:solidFill>
              </a:defRPr>
            </a:lvl4pPr>
            <a:lvl5pPr>
              <a:defRPr sz="1125" b="0">
                <a:solidFill>
                  <a:srgbClr val="A8BAC8"/>
                </a:solidFill>
              </a:defRPr>
            </a:lvl5pPr>
            <a:lvl6pPr>
              <a:defRPr sz="1125" b="0">
                <a:solidFill>
                  <a:srgbClr val="A8BAC8"/>
                </a:solidFill>
              </a:defRPr>
            </a:lvl6pPr>
            <a:lvl7pPr>
              <a:defRPr sz="1125" b="0">
                <a:solidFill>
                  <a:srgbClr val="A8BAC8"/>
                </a:solidFill>
              </a:defRPr>
            </a:lvl7pPr>
            <a:lvl8pPr>
              <a:defRPr sz="1125" b="0">
                <a:solidFill>
                  <a:srgbClr val="A8BAC8"/>
                </a:solidFill>
              </a:defRPr>
            </a:lvl8pPr>
            <a:lvl9pPr>
              <a:defRPr sz="112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Attack recall falls to 0.442. The detector misses more than half of attacks in the target environment.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642AB7-D6E8-47EB-8D0F-9598E5FEE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667125"/>
            <a:ext cx="2857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3947D1-2C47-4C2F-A31D-535C03FC7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667125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18E300-8126-4A1A-9238-09CE303D2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838575"/>
            <a:ext cx="2428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2018 → 2017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06884A-C25F-4E6F-84D9-86E4F10DD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38625"/>
            <a:ext cx="2428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AC8"/>
                </a:solidFill>
              </a:defRPr>
            </a:defPPr>
            <a:lvl1pPr>
              <a:defRPr sz="1125" b="0">
                <a:solidFill>
                  <a:srgbClr val="A8BAC8"/>
                </a:solidFill>
              </a:defRPr>
            </a:lvl1pPr>
            <a:lvl2pPr>
              <a:defRPr sz="1125" b="0">
                <a:solidFill>
                  <a:srgbClr val="A8BAC8"/>
                </a:solidFill>
              </a:defRPr>
            </a:lvl2pPr>
            <a:lvl3pPr>
              <a:defRPr sz="1125" b="0">
                <a:solidFill>
                  <a:srgbClr val="A8BAC8"/>
                </a:solidFill>
              </a:defRPr>
            </a:lvl3pPr>
            <a:lvl4pPr>
              <a:defRPr sz="1125" b="0">
                <a:solidFill>
                  <a:srgbClr val="A8BAC8"/>
                </a:solidFill>
              </a:defRPr>
            </a:lvl4pPr>
            <a:lvl5pPr>
              <a:defRPr sz="1125" b="0">
                <a:solidFill>
                  <a:srgbClr val="A8BAC8"/>
                </a:solidFill>
              </a:defRPr>
            </a:lvl5pPr>
            <a:lvl6pPr>
              <a:defRPr sz="1125" b="0">
                <a:solidFill>
                  <a:srgbClr val="A8BAC8"/>
                </a:solidFill>
              </a:defRPr>
            </a:lvl6pPr>
            <a:lvl7pPr>
              <a:defRPr sz="1125" b="0">
                <a:solidFill>
                  <a:srgbClr val="A8BAC8"/>
                </a:solidFill>
              </a:defRPr>
            </a:lvl7pPr>
            <a:lvl8pPr>
              <a:defRPr sz="1125" b="0">
                <a:solidFill>
                  <a:srgbClr val="A8BAC8"/>
                </a:solidFill>
              </a:defRPr>
            </a:lvl8pPr>
            <a:lvl9pPr>
              <a:defRPr sz="112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Attack recall is 0.683 and false-positive rate rises to 0.092.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ECAF8E-CCBE-45C1-BCDB-1630B4B80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24550"/>
            <a:ext cx="10810875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9525">
            <a:solidFill>
              <a:srgbClr val="FF7A6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910677-277B-4FD4-A11E-C11788565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2455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FF7A6E"/>
                </a:solidFill>
              </a:defRPr>
            </a:defPPr>
            <a:lvl1pPr>
              <a:defRPr sz="900" b="1">
                <a:solidFill>
                  <a:srgbClr val="FF7A6E"/>
                </a:solidFill>
              </a:defRPr>
            </a:lvl1pPr>
            <a:lvl2pPr>
              <a:defRPr sz="900" b="1">
                <a:solidFill>
                  <a:srgbClr val="FF7A6E"/>
                </a:solidFill>
              </a:defRPr>
            </a:lvl2pPr>
            <a:lvl3pPr>
              <a:defRPr sz="900" b="1">
                <a:solidFill>
                  <a:srgbClr val="FF7A6E"/>
                </a:solidFill>
              </a:defRPr>
            </a:lvl3pPr>
            <a:lvl4pPr>
              <a:defRPr sz="900" b="1">
                <a:solidFill>
                  <a:srgbClr val="FF7A6E"/>
                </a:solidFill>
              </a:defRPr>
            </a:lvl4pPr>
            <a:lvl5pPr>
              <a:defRPr sz="900" b="1">
                <a:solidFill>
                  <a:srgbClr val="FF7A6E"/>
                </a:solidFill>
              </a:defRPr>
            </a:lvl5pPr>
            <a:lvl6pPr>
              <a:defRPr sz="900" b="1">
                <a:solidFill>
                  <a:srgbClr val="FF7A6E"/>
                </a:solidFill>
              </a:defRPr>
            </a:lvl6pPr>
            <a:lvl7pPr>
              <a:defRPr sz="900" b="1">
                <a:solidFill>
                  <a:srgbClr val="FF7A6E"/>
                </a:solidFill>
              </a:defRPr>
            </a:lvl7pPr>
            <a:lvl8pPr>
              <a:defRPr sz="900" b="1">
                <a:solidFill>
                  <a:srgbClr val="FF7A6E"/>
                </a:solidFill>
              </a:defRPr>
            </a:lvl8pPr>
            <a:lvl9pPr>
              <a:defRPr sz="900" b="1">
                <a:solidFill>
                  <a:srgbClr val="FF7A6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FF7A6E"/>
                </a:solidFill>
              </a:defRPr>
            </a:pPr>
            <a:r>
              <a:rPr sz="900" b="1">
                <a:solidFill>
                  <a:srgbClr val="FF7A6E"/>
                </a:solidFill>
              </a:rPr>
              <a:t>TAKEAWAY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42EEDD-79E0-474A-B57A-6CF3B6B65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924550"/>
            <a:ext cx="938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F5F8FA"/>
                </a:solidFill>
              </a:defRPr>
            </a:defPPr>
            <a:lvl1pPr>
              <a:defRPr sz="1125" b="1">
                <a:solidFill>
                  <a:srgbClr val="F5F8FA"/>
                </a:solidFill>
              </a:defRPr>
            </a:lvl1pPr>
            <a:lvl2pPr>
              <a:defRPr sz="1125" b="1">
                <a:solidFill>
                  <a:srgbClr val="F5F8FA"/>
                </a:solidFill>
              </a:defRPr>
            </a:lvl2pPr>
            <a:lvl3pPr>
              <a:defRPr sz="1125" b="1">
                <a:solidFill>
                  <a:srgbClr val="F5F8FA"/>
                </a:solidFill>
              </a:defRPr>
            </a:lvl3pPr>
            <a:lvl4pPr>
              <a:defRPr sz="1125" b="1">
                <a:solidFill>
                  <a:srgbClr val="F5F8FA"/>
                </a:solidFill>
              </a:defRPr>
            </a:lvl4pPr>
            <a:lvl5pPr>
              <a:defRPr sz="1125" b="1">
                <a:solidFill>
                  <a:srgbClr val="F5F8FA"/>
                </a:solidFill>
              </a:defRPr>
            </a:lvl5pPr>
            <a:lvl6pPr>
              <a:defRPr sz="1125" b="1">
                <a:solidFill>
                  <a:srgbClr val="F5F8FA"/>
                </a:solidFill>
              </a:defRPr>
            </a:lvl6pPr>
            <a:lvl7pPr>
              <a:defRPr sz="1125" b="1">
                <a:solidFill>
                  <a:srgbClr val="F5F8FA"/>
                </a:solidFill>
              </a:defRPr>
            </a:lvl7pPr>
            <a:lvl8pPr>
              <a:defRPr sz="1125" b="1">
                <a:solidFill>
                  <a:srgbClr val="F5F8FA"/>
                </a:solidFill>
              </a:defRPr>
            </a:lvl8pPr>
            <a:lvl9pPr>
              <a:defRPr sz="1125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F5F8FA"/>
                </a:solidFill>
              </a:defRPr>
            </a:pPr>
            <a:r>
              <a:rPr sz="1125" b="1">
                <a:solidFill>
                  <a:srgbClr val="F5F8FA"/>
                </a:solidFill>
              </a:rPr>
              <a:t>In-domain accuracy is not evidence of portability; environmental shift must be measured directly.</a:t>
            </a:r>
          </a:p>
        </p:txBody>
      </p:sp>
    </p:spTree>
    <p:extLst>
      <p:ext uri="{BB962C8B-B14F-4D97-AF65-F5344CB8AC3E}">
        <p14:creationId xmlns:p14="http://schemas.microsoft.com/office/powerpoint/2010/main" val="73732460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9A854A-276E-431F-B743-14CBE1E8C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1DDF8D-4926-470B-A168-A35ED4EE5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9C7D8"/>
                </a:solidFill>
              </a:defRPr>
            </a:defPPr>
            <a:lvl1pPr>
              <a:defRPr sz="900" b="1">
                <a:solidFill>
                  <a:srgbClr val="29C7D8"/>
                </a:solidFill>
              </a:defRPr>
            </a:lvl1pPr>
            <a:lvl2pPr>
              <a:defRPr sz="900" b="1">
                <a:solidFill>
                  <a:srgbClr val="29C7D8"/>
                </a:solidFill>
              </a:defRPr>
            </a:lvl2pPr>
            <a:lvl3pPr>
              <a:defRPr sz="900" b="1">
                <a:solidFill>
                  <a:srgbClr val="29C7D8"/>
                </a:solidFill>
              </a:defRPr>
            </a:lvl3pPr>
            <a:lvl4pPr>
              <a:defRPr sz="900" b="1">
                <a:solidFill>
                  <a:srgbClr val="29C7D8"/>
                </a:solidFill>
              </a:defRPr>
            </a:lvl4pPr>
            <a:lvl5pPr>
              <a:defRPr sz="900" b="1">
                <a:solidFill>
                  <a:srgbClr val="29C7D8"/>
                </a:solidFill>
              </a:defRPr>
            </a:lvl5pPr>
            <a:lvl6pPr>
              <a:defRPr sz="900" b="1">
                <a:solidFill>
                  <a:srgbClr val="29C7D8"/>
                </a:solidFill>
              </a:defRPr>
            </a:lvl6pPr>
            <a:lvl7pPr>
              <a:defRPr sz="900" b="1">
                <a:solidFill>
                  <a:srgbClr val="29C7D8"/>
                </a:solidFill>
              </a:defRPr>
            </a:lvl7pPr>
            <a:lvl8pPr>
              <a:defRPr sz="900" b="1">
                <a:solidFill>
                  <a:srgbClr val="29C7D8"/>
                </a:solidFill>
              </a:defRPr>
            </a:lvl8pPr>
            <a:lvl9pPr>
              <a:defRPr sz="900" b="1">
                <a:solidFill>
                  <a:srgbClr val="29C7D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9C7D8"/>
                </a:solidFill>
              </a:defRPr>
            </a:pPr>
            <a:r>
              <a:rPr sz="900" b="1">
                <a:solidFill>
                  <a:srgbClr val="29C7D8"/>
                </a:solidFill>
              </a:rPr>
              <a:t>CAPSTONE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411629-E570-4608-81A7-E548A7839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43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F5F8FA"/>
                </a:solidFill>
              </a:defRPr>
            </a:defPPr>
            <a:lvl1pPr>
              <a:defRPr sz="2550" b="1">
                <a:solidFill>
                  <a:srgbClr val="F5F8FA"/>
                </a:solidFill>
              </a:defRPr>
            </a:lvl1pPr>
            <a:lvl2pPr>
              <a:defRPr sz="2550" b="1">
                <a:solidFill>
                  <a:srgbClr val="F5F8FA"/>
                </a:solidFill>
              </a:defRPr>
            </a:lvl2pPr>
            <a:lvl3pPr>
              <a:defRPr sz="2550" b="1">
                <a:solidFill>
                  <a:srgbClr val="F5F8FA"/>
                </a:solidFill>
              </a:defRPr>
            </a:lvl3pPr>
            <a:lvl4pPr>
              <a:defRPr sz="2550" b="1">
                <a:solidFill>
                  <a:srgbClr val="F5F8FA"/>
                </a:solidFill>
              </a:defRPr>
            </a:lvl4pPr>
            <a:lvl5pPr>
              <a:defRPr sz="2550" b="1">
                <a:solidFill>
                  <a:srgbClr val="F5F8FA"/>
                </a:solidFill>
              </a:defRPr>
            </a:lvl5pPr>
            <a:lvl6pPr>
              <a:defRPr sz="2550" b="1">
                <a:solidFill>
                  <a:srgbClr val="F5F8FA"/>
                </a:solidFill>
              </a:defRPr>
            </a:lvl6pPr>
            <a:lvl7pPr>
              <a:defRPr sz="2550" b="1">
                <a:solidFill>
                  <a:srgbClr val="F5F8FA"/>
                </a:solidFill>
              </a:defRPr>
            </a:lvl7pPr>
            <a:lvl8pPr>
              <a:defRPr sz="2550" b="1">
                <a:solidFill>
                  <a:srgbClr val="F5F8FA"/>
                </a:solidFill>
              </a:defRPr>
            </a:lvl8pPr>
            <a:lvl9pPr>
              <a:defRPr sz="25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5F8FA"/>
                </a:solidFill>
              </a:defRPr>
            </a:pPr>
            <a:r>
              <a:rPr sz="2550" b="1">
                <a:solidFill>
                  <a:srgbClr val="F5F8FA"/>
                </a:solidFill>
              </a:rPr>
              <a:t>Mixed-network training produces balanced performance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765AB2-F1A8-47BD-BC68-0B088ACB1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287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A8BAC8"/>
                </a:solidFill>
              </a:defRPr>
            </a:defPPr>
            <a:lvl1pPr>
              <a:defRPr sz="1275" b="0">
                <a:solidFill>
                  <a:srgbClr val="A8BAC8"/>
                </a:solidFill>
              </a:defRPr>
            </a:lvl1pPr>
            <a:lvl2pPr>
              <a:defRPr sz="1275" b="0">
                <a:solidFill>
                  <a:srgbClr val="A8BAC8"/>
                </a:solidFill>
              </a:defRPr>
            </a:lvl2pPr>
            <a:lvl3pPr>
              <a:defRPr sz="1275" b="0">
                <a:solidFill>
                  <a:srgbClr val="A8BAC8"/>
                </a:solidFill>
              </a:defRPr>
            </a:lvl3pPr>
            <a:lvl4pPr>
              <a:defRPr sz="1275" b="0">
                <a:solidFill>
                  <a:srgbClr val="A8BAC8"/>
                </a:solidFill>
              </a:defRPr>
            </a:lvl4pPr>
            <a:lvl5pPr>
              <a:defRPr sz="1275" b="0">
                <a:solidFill>
                  <a:srgbClr val="A8BAC8"/>
                </a:solidFill>
              </a:defRPr>
            </a:lvl5pPr>
            <a:lvl6pPr>
              <a:defRPr sz="1275" b="0">
                <a:solidFill>
                  <a:srgbClr val="A8BAC8"/>
                </a:solidFill>
              </a:defRPr>
            </a:lvl6pPr>
            <a:lvl7pPr>
              <a:defRPr sz="1275" b="0">
                <a:solidFill>
                  <a:srgbClr val="A8BAC8"/>
                </a:solidFill>
              </a:defRPr>
            </a:lvl7pPr>
            <a:lvl8pPr>
              <a:defRPr sz="1275" b="0">
                <a:solidFill>
                  <a:srgbClr val="A8BAC8"/>
                </a:solidFill>
              </a:defRPr>
            </a:lvl8pPr>
            <a:lvl9pPr>
              <a:defRPr sz="127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A8BAC8"/>
                </a:solidFill>
              </a:defRPr>
            </a:pPr>
            <a:r>
              <a:rPr sz="1275" b="0">
                <a:solidFill>
                  <a:srgbClr val="A8BAC8"/>
                </a:solidFill>
              </a:rPr>
              <a:t>Adding environmental diversity matters more than simply adding rows.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F4A52B-4148-4113-86CF-3DD7938D6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71600"/>
            <a:ext cx="11239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A99573-38E6-4AAF-BF71-12F42B1DE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A8BAC8"/>
                </a:solidFill>
              </a:defRPr>
            </a:defPPr>
            <a:lvl1pPr>
              <a:defRPr sz="900" b="1">
                <a:solidFill>
                  <a:srgbClr val="A8BAC8"/>
                </a:solidFill>
              </a:defRPr>
            </a:lvl1pPr>
            <a:lvl2pPr>
              <a:defRPr sz="900" b="1">
                <a:solidFill>
                  <a:srgbClr val="A8BAC8"/>
                </a:solidFill>
              </a:defRPr>
            </a:lvl2pPr>
            <a:lvl3pPr>
              <a:defRPr sz="900" b="1">
                <a:solidFill>
                  <a:srgbClr val="A8BAC8"/>
                </a:solidFill>
              </a:defRPr>
            </a:lvl3pPr>
            <a:lvl4pPr>
              <a:defRPr sz="900" b="1">
                <a:solidFill>
                  <a:srgbClr val="A8BAC8"/>
                </a:solidFill>
              </a:defRPr>
            </a:lvl4pPr>
            <a:lvl5pPr>
              <a:defRPr sz="900" b="1">
                <a:solidFill>
                  <a:srgbClr val="A8BAC8"/>
                </a:solidFill>
              </a:defRPr>
            </a:lvl5pPr>
            <a:lvl6pPr>
              <a:defRPr sz="900" b="1">
                <a:solidFill>
                  <a:srgbClr val="A8BAC8"/>
                </a:solidFill>
              </a:defRPr>
            </a:lvl6pPr>
            <a:lvl7pPr>
              <a:defRPr sz="900" b="1">
                <a:solidFill>
                  <a:srgbClr val="A8BAC8"/>
                </a:solidFill>
              </a:defRPr>
            </a:lvl7pPr>
            <a:lvl8pPr>
              <a:defRPr sz="900" b="1">
                <a:solidFill>
                  <a:srgbClr val="A8BAC8"/>
                </a:solidFill>
              </a:defRPr>
            </a:lvl8pPr>
            <a:lvl9pPr>
              <a:defRPr sz="900" b="1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A8BAC8"/>
                </a:solidFill>
              </a:defRPr>
            </a:pPr>
            <a:r>
              <a:rPr sz="900" b="1">
                <a:solidFill>
                  <a:srgbClr val="A8BAC8"/>
                </a:solidFill>
              </a:rPr>
              <a:t>12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F7FFA8D8-7817-4FCF-9578-5696176B2CCF}"/>
              </a:ext>
            </a:extLst>
          </p:cNvPr>
          <p:cNvGraphicFramePr/>
          <p:nvPr/>
        </p:nvGraphicFramePr>
        <p:xfrm>
          <a:off xmlns:a="http://schemas.openxmlformats.org/drawingml/2006/main" x="428625" y="1714500"/>
          <a:ext xmlns:a="http://schemas.openxmlformats.org/drawingml/2006/main" cx="78105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6a64fe7c21d45de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A2B34D-47CE-411A-94DE-234C3BC6B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09550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625" b="1">
                <a:solidFill>
                  <a:srgbClr val="29C7D8"/>
                </a:solidFill>
              </a:defRPr>
            </a:defPPr>
            <a:lvl1pPr>
              <a:defRPr sz="2625" b="1">
                <a:solidFill>
                  <a:srgbClr val="29C7D8"/>
                </a:solidFill>
              </a:defRPr>
            </a:lvl1pPr>
            <a:lvl2pPr>
              <a:defRPr sz="2625" b="1">
                <a:solidFill>
                  <a:srgbClr val="29C7D8"/>
                </a:solidFill>
              </a:defRPr>
            </a:lvl2pPr>
            <a:lvl3pPr>
              <a:defRPr sz="2625" b="1">
                <a:solidFill>
                  <a:srgbClr val="29C7D8"/>
                </a:solidFill>
              </a:defRPr>
            </a:lvl3pPr>
            <a:lvl4pPr>
              <a:defRPr sz="2625" b="1">
                <a:solidFill>
                  <a:srgbClr val="29C7D8"/>
                </a:solidFill>
              </a:defRPr>
            </a:lvl4pPr>
            <a:lvl5pPr>
              <a:defRPr sz="2625" b="1">
                <a:solidFill>
                  <a:srgbClr val="29C7D8"/>
                </a:solidFill>
              </a:defRPr>
            </a:lvl5pPr>
            <a:lvl6pPr>
              <a:defRPr sz="2625" b="1">
                <a:solidFill>
                  <a:srgbClr val="29C7D8"/>
                </a:solidFill>
              </a:defRPr>
            </a:lvl6pPr>
            <a:lvl7pPr>
              <a:defRPr sz="2625" b="1">
                <a:solidFill>
                  <a:srgbClr val="29C7D8"/>
                </a:solidFill>
              </a:defRPr>
            </a:lvl7pPr>
            <a:lvl8pPr>
              <a:defRPr sz="2625" b="1">
                <a:solidFill>
                  <a:srgbClr val="29C7D8"/>
                </a:solidFill>
              </a:defRPr>
            </a:lvl8pPr>
            <a:lvl9pPr>
              <a:defRPr sz="2625" b="1">
                <a:solidFill>
                  <a:srgbClr val="29C7D8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29C7D8"/>
                </a:solidFill>
              </a:defRPr>
            </a:pPr>
            <a:r>
              <a:rPr sz="2625" b="1">
                <a:solidFill>
                  <a:srgbClr val="29C7D8"/>
                </a:solidFill>
              </a:rPr>
              <a:t>268,654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2B8EBF-9733-4ACB-A8DA-05DACE502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6098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F5F8FA"/>
                </a:solidFill>
              </a:defRPr>
            </a:defPPr>
            <a:lvl1pPr>
              <a:defRPr sz="1125" b="1">
                <a:solidFill>
                  <a:srgbClr val="F5F8FA"/>
                </a:solidFill>
              </a:defRPr>
            </a:lvl1pPr>
            <a:lvl2pPr>
              <a:defRPr sz="1125" b="1">
                <a:solidFill>
                  <a:srgbClr val="F5F8FA"/>
                </a:solidFill>
              </a:defRPr>
            </a:lvl2pPr>
            <a:lvl3pPr>
              <a:defRPr sz="1125" b="1">
                <a:solidFill>
                  <a:srgbClr val="F5F8FA"/>
                </a:solidFill>
              </a:defRPr>
            </a:lvl3pPr>
            <a:lvl4pPr>
              <a:defRPr sz="1125" b="1">
                <a:solidFill>
                  <a:srgbClr val="F5F8FA"/>
                </a:solidFill>
              </a:defRPr>
            </a:lvl4pPr>
            <a:lvl5pPr>
              <a:defRPr sz="1125" b="1">
                <a:solidFill>
                  <a:srgbClr val="F5F8FA"/>
                </a:solidFill>
              </a:defRPr>
            </a:lvl5pPr>
            <a:lvl6pPr>
              <a:defRPr sz="1125" b="1">
                <a:solidFill>
                  <a:srgbClr val="F5F8FA"/>
                </a:solidFill>
              </a:defRPr>
            </a:lvl6pPr>
            <a:lvl7pPr>
              <a:defRPr sz="1125" b="1">
                <a:solidFill>
                  <a:srgbClr val="F5F8FA"/>
                </a:solidFill>
              </a:defRPr>
            </a:lvl7pPr>
            <a:lvl8pPr>
              <a:defRPr sz="1125" b="1">
                <a:solidFill>
                  <a:srgbClr val="F5F8FA"/>
                </a:solidFill>
              </a:defRPr>
            </a:lvl8pPr>
            <a:lvl9pPr>
              <a:defRPr sz="1125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F5F8FA"/>
                </a:solidFill>
              </a:defRPr>
            </a:pPr>
            <a:r>
              <a:rPr sz="1125" b="1">
                <a:solidFill>
                  <a:srgbClr val="F5F8FA"/>
                </a:solidFill>
              </a:rPr>
              <a:t>Equal mixed training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BE5CA5-F7C3-4A48-AF88-221C54C73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85750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75" b="0">
                <a:solidFill>
                  <a:srgbClr val="A8BAC8"/>
                </a:solidFill>
              </a:defRPr>
            </a:defPPr>
            <a:lvl1pPr>
              <a:defRPr sz="975" b="0">
                <a:solidFill>
                  <a:srgbClr val="A8BAC8"/>
                </a:solidFill>
              </a:defRPr>
            </a:lvl1pPr>
            <a:lvl2pPr>
              <a:defRPr sz="975" b="0">
                <a:solidFill>
                  <a:srgbClr val="A8BAC8"/>
                </a:solidFill>
              </a:defRPr>
            </a:lvl2pPr>
            <a:lvl3pPr>
              <a:defRPr sz="975" b="0">
                <a:solidFill>
                  <a:srgbClr val="A8BAC8"/>
                </a:solidFill>
              </a:defRPr>
            </a:lvl3pPr>
            <a:lvl4pPr>
              <a:defRPr sz="975" b="0">
                <a:solidFill>
                  <a:srgbClr val="A8BAC8"/>
                </a:solidFill>
              </a:defRPr>
            </a:lvl4pPr>
            <a:lvl5pPr>
              <a:defRPr sz="975" b="0">
                <a:solidFill>
                  <a:srgbClr val="A8BAC8"/>
                </a:solidFill>
              </a:defRPr>
            </a:lvl5pPr>
            <a:lvl6pPr>
              <a:defRPr sz="975" b="0">
                <a:solidFill>
                  <a:srgbClr val="A8BAC8"/>
                </a:solidFill>
              </a:defRPr>
            </a:lvl6pPr>
            <a:lvl7pPr>
              <a:defRPr sz="975" b="0">
                <a:solidFill>
                  <a:srgbClr val="A8BAC8"/>
                </a:solidFill>
              </a:defRPr>
            </a:lvl7pPr>
            <a:lvl8pPr>
              <a:defRPr sz="975" b="0">
                <a:solidFill>
                  <a:srgbClr val="A8BAC8"/>
                </a:solidFill>
              </a:defRPr>
            </a:lvl8pPr>
            <a:lvl9pPr>
              <a:defRPr sz="97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A8BAC8"/>
                </a:solidFill>
              </a:defRPr>
            </a:pPr>
            <a:r>
              <a:rPr sz="975" b="0">
                <a:solidFill>
                  <a:srgbClr val="A8BAC8"/>
                </a:solidFill>
              </a:rPr>
              <a:t>training rows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5B6188-9A58-4D25-9421-0CF09B04A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571875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625" b="1">
                <a:solidFill>
                  <a:srgbClr val="2EC4A6"/>
                </a:solidFill>
              </a:defRPr>
            </a:defPPr>
            <a:lvl1pPr>
              <a:defRPr sz="2625" b="1">
                <a:solidFill>
                  <a:srgbClr val="2EC4A6"/>
                </a:solidFill>
              </a:defRPr>
            </a:lvl1pPr>
            <a:lvl2pPr>
              <a:defRPr sz="2625" b="1">
                <a:solidFill>
                  <a:srgbClr val="2EC4A6"/>
                </a:solidFill>
              </a:defRPr>
            </a:lvl2pPr>
            <a:lvl3pPr>
              <a:defRPr sz="2625" b="1">
                <a:solidFill>
                  <a:srgbClr val="2EC4A6"/>
                </a:solidFill>
              </a:defRPr>
            </a:lvl3pPr>
            <a:lvl4pPr>
              <a:defRPr sz="2625" b="1">
                <a:solidFill>
                  <a:srgbClr val="2EC4A6"/>
                </a:solidFill>
              </a:defRPr>
            </a:lvl4pPr>
            <a:lvl5pPr>
              <a:defRPr sz="2625" b="1">
                <a:solidFill>
                  <a:srgbClr val="2EC4A6"/>
                </a:solidFill>
              </a:defRPr>
            </a:lvl5pPr>
            <a:lvl6pPr>
              <a:defRPr sz="2625" b="1">
                <a:solidFill>
                  <a:srgbClr val="2EC4A6"/>
                </a:solidFill>
              </a:defRPr>
            </a:lvl6pPr>
            <a:lvl7pPr>
              <a:defRPr sz="2625" b="1">
                <a:solidFill>
                  <a:srgbClr val="2EC4A6"/>
                </a:solidFill>
              </a:defRPr>
            </a:lvl7pPr>
            <a:lvl8pPr>
              <a:defRPr sz="2625" b="1">
                <a:solidFill>
                  <a:srgbClr val="2EC4A6"/>
                </a:solidFill>
              </a:defRPr>
            </a:lvl8pPr>
            <a:lvl9pPr>
              <a:defRPr sz="2625" b="1">
                <a:solidFill>
                  <a:srgbClr val="2EC4A6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2EC4A6"/>
                </a:solidFill>
              </a:defRPr>
            </a:pPr>
            <a:r>
              <a:rPr sz="2625" b="1">
                <a:solidFill>
                  <a:srgbClr val="2EC4A6"/>
                </a:solidFill>
              </a:rPr>
              <a:t>537,308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CA191A-8C4D-4BEA-84E6-58A4E8B7C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08622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F5F8FA"/>
                </a:solidFill>
              </a:defRPr>
            </a:defPPr>
            <a:lvl1pPr>
              <a:defRPr sz="1125" b="1">
                <a:solidFill>
                  <a:srgbClr val="F5F8FA"/>
                </a:solidFill>
              </a:defRPr>
            </a:lvl1pPr>
            <a:lvl2pPr>
              <a:defRPr sz="1125" b="1">
                <a:solidFill>
                  <a:srgbClr val="F5F8FA"/>
                </a:solidFill>
              </a:defRPr>
            </a:lvl2pPr>
            <a:lvl3pPr>
              <a:defRPr sz="1125" b="1">
                <a:solidFill>
                  <a:srgbClr val="F5F8FA"/>
                </a:solidFill>
              </a:defRPr>
            </a:lvl3pPr>
            <a:lvl4pPr>
              <a:defRPr sz="1125" b="1">
                <a:solidFill>
                  <a:srgbClr val="F5F8FA"/>
                </a:solidFill>
              </a:defRPr>
            </a:lvl4pPr>
            <a:lvl5pPr>
              <a:defRPr sz="1125" b="1">
                <a:solidFill>
                  <a:srgbClr val="F5F8FA"/>
                </a:solidFill>
              </a:defRPr>
            </a:lvl5pPr>
            <a:lvl6pPr>
              <a:defRPr sz="1125" b="1">
                <a:solidFill>
                  <a:srgbClr val="F5F8FA"/>
                </a:solidFill>
              </a:defRPr>
            </a:lvl6pPr>
            <a:lvl7pPr>
              <a:defRPr sz="1125" b="1">
                <a:solidFill>
                  <a:srgbClr val="F5F8FA"/>
                </a:solidFill>
              </a:defRPr>
            </a:lvl7pPr>
            <a:lvl8pPr>
              <a:defRPr sz="1125" b="1">
                <a:solidFill>
                  <a:srgbClr val="F5F8FA"/>
                </a:solidFill>
              </a:defRPr>
            </a:lvl8pPr>
            <a:lvl9pPr>
              <a:defRPr sz="1125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F5F8FA"/>
                </a:solidFill>
              </a:defRPr>
            </a:pPr>
            <a:r>
              <a:rPr sz="1125" b="1">
                <a:solidFill>
                  <a:srgbClr val="F5F8FA"/>
                </a:solidFill>
              </a:rPr>
              <a:t>Expanded mixed training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7768F0-4518-4270-84C9-DFEB36B84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333875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75" b="0">
                <a:solidFill>
                  <a:srgbClr val="A8BAC8"/>
                </a:solidFill>
              </a:defRPr>
            </a:defPPr>
            <a:lvl1pPr>
              <a:defRPr sz="975" b="0">
                <a:solidFill>
                  <a:srgbClr val="A8BAC8"/>
                </a:solidFill>
              </a:defRPr>
            </a:lvl1pPr>
            <a:lvl2pPr>
              <a:defRPr sz="975" b="0">
                <a:solidFill>
                  <a:srgbClr val="A8BAC8"/>
                </a:solidFill>
              </a:defRPr>
            </a:lvl2pPr>
            <a:lvl3pPr>
              <a:defRPr sz="975" b="0">
                <a:solidFill>
                  <a:srgbClr val="A8BAC8"/>
                </a:solidFill>
              </a:defRPr>
            </a:lvl3pPr>
            <a:lvl4pPr>
              <a:defRPr sz="975" b="0">
                <a:solidFill>
                  <a:srgbClr val="A8BAC8"/>
                </a:solidFill>
              </a:defRPr>
            </a:lvl4pPr>
            <a:lvl5pPr>
              <a:defRPr sz="975" b="0">
                <a:solidFill>
                  <a:srgbClr val="A8BAC8"/>
                </a:solidFill>
              </a:defRPr>
            </a:lvl5pPr>
            <a:lvl6pPr>
              <a:defRPr sz="975" b="0">
                <a:solidFill>
                  <a:srgbClr val="A8BAC8"/>
                </a:solidFill>
              </a:defRPr>
            </a:lvl6pPr>
            <a:lvl7pPr>
              <a:defRPr sz="975" b="0">
                <a:solidFill>
                  <a:srgbClr val="A8BAC8"/>
                </a:solidFill>
              </a:defRPr>
            </a:lvl7pPr>
            <a:lvl8pPr>
              <a:defRPr sz="975" b="0">
                <a:solidFill>
                  <a:srgbClr val="A8BAC8"/>
                </a:solidFill>
              </a:defRPr>
            </a:lvl8pPr>
            <a:lvl9pPr>
              <a:defRPr sz="97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A8BAC8"/>
                </a:solidFill>
              </a:defRPr>
            </a:pPr>
            <a:r>
              <a:rPr sz="975" b="0">
                <a:solidFill>
                  <a:srgbClr val="A8BAC8"/>
                </a:solidFill>
              </a:rPr>
              <a:t>training rows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F44B31-49CD-4F5D-B1A3-9B7CFF333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24550"/>
            <a:ext cx="10810875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9525">
            <a:solidFill>
              <a:srgbClr val="2EC4A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BAB05D-A1E6-439E-9F4E-6F02CA7EC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2455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EC4A6"/>
                </a:solidFill>
              </a:defRPr>
            </a:defPPr>
            <a:lvl1pPr>
              <a:defRPr sz="900" b="1">
                <a:solidFill>
                  <a:srgbClr val="2EC4A6"/>
                </a:solidFill>
              </a:defRPr>
            </a:lvl1pPr>
            <a:lvl2pPr>
              <a:defRPr sz="900" b="1">
                <a:solidFill>
                  <a:srgbClr val="2EC4A6"/>
                </a:solidFill>
              </a:defRPr>
            </a:lvl2pPr>
            <a:lvl3pPr>
              <a:defRPr sz="900" b="1">
                <a:solidFill>
                  <a:srgbClr val="2EC4A6"/>
                </a:solidFill>
              </a:defRPr>
            </a:lvl3pPr>
            <a:lvl4pPr>
              <a:defRPr sz="900" b="1">
                <a:solidFill>
                  <a:srgbClr val="2EC4A6"/>
                </a:solidFill>
              </a:defRPr>
            </a:lvl4pPr>
            <a:lvl5pPr>
              <a:defRPr sz="900" b="1">
                <a:solidFill>
                  <a:srgbClr val="2EC4A6"/>
                </a:solidFill>
              </a:defRPr>
            </a:lvl5pPr>
            <a:lvl6pPr>
              <a:defRPr sz="900" b="1">
                <a:solidFill>
                  <a:srgbClr val="2EC4A6"/>
                </a:solidFill>
              </a:defRPr>
            </a:lvl6pPr>
            <a:lvl7pPr>
              <a:defRPr sz="900" b="1">
                <a:solidFill>
                  <a:srgbClr val="2EC4A6"/>
                </a:solidFill>
              </a:defRPr>
            </a:lvl7pPr>
            <a:lvl8pPr>
              <a:defRPr sz="900" b="1">
                <a:solidFill>
                  <a:srgbClr val="2EC4A6"/>
                </a:solidFill>
              </a:defRPr>
            </a:lvl8pPr>
            <a:lvl9pPr>
              <a:defRPr sz="900" b="1">
                <a:solidFill>
                  <a:srgbClr val="2EC4A6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EC4A6"/>
                </a:solidFill>
              </a:defRPr>
            </a:pPr>
            <a:r>
              <a:rPr sz="900" b="1">
                <a:solidFill>
                  <a:srgbClr val="2EC4A6"/>
                </a:solidFill>
              </a:rPr>
              <a:t>TAKEAWAY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7BA62D-4E0E-4731-9192-69A3B5008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924550"/>
            <a:ext cx="938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F5F8FA"/>
                </a:solidFill>
              </a:defRPr>
            </a:defPPr>
            <a:lvl1pPr>
              <a:defRPr sz="1125" b="1">
                <a:solidFill>
                  <a:srgbClr val="F5F8FA"/>
                </a:solidFill>
              </a:defRPr>
            </a:lvl1pPr>
            <a:lvl2pPr>
              <a:defRPr sz="1125" b="1">
                <a:solidFill>
                  <a:srgbClr val="F5F8FA"/>
                </a:solidFill>
              </a:defRPr>
            </a:lvl2pPr>
            <a:lvl3pPr>
              <a:defRPr sz="1125" b="1">
                <a:solidFill>
                  <a:srgbClr val="F5F8FA"/>
                </a:solidFill>
              </a:defRPr>
            </a:lvl3pPr>
            <a:lvl4pPr>
              <a:defRPr sz="1125" b="1">
                <a:solidFill>
                  <a:srgbClr val="F5F8FA"/>
                </a:solidFill>
              </a:defRPr>
            </a:lvl4pPr>
            <a:lvl5pPr>
              <a:defRPr sz="1125" b="1">
                <a:solidFill>
                  <a:srgbClr val="F5F8FA"/>
                </a:solidFill>
              </a:defRPr>
            </a:lvl5pPr>
            <a:lvl6pPr>
              <a:defRPr sz="1125" b="1">
                <a:solidFill>
                  <a:srgbClr val="F5F8FA"/>
                </a:solidFill>
              </a:defRPr>
            </a:lvl6pPr>
            <a:lvl7pPr>
              <a:defRPr sz="1125" b="1">
                <a:solidFill>
                  <a:srgbClr val="F5F8FA"/>
                </a:solidFill>
              </a:defRPr>
            </a:lvl7pPr>
            <a:lvl8pPr>
              <a:defRPr sz="1125" b="1">
                <a:solidFill>
                  <a:srgbClr val="F5F8FA"/>
                </a:solidFill>
              </a:defRPr>
            </a:lvl8pPr>
            <a:lvl9pPr>
              <a:defRPr sz="1125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F5F8FA"/>
                </a:solidFill>
              </a:defRPr>
            </a:pPr>
            <a:r>
              <a:rPr sz="1125" b="1">
                <a:solidFill>
                  <a:srgbClr val="F5F8FA"/>
                </a:solidFill>
              </a:rPr>
              <a:t>Both mixed strategies generalize well across the two known environments; more rows add only marginal gain.</a:t>
            </a:r>
          </a:p>
        </p:txBody>
      </p:sp>
    </p:spTree>
    <p:extLst>
      <p:ext uri="{BB962C8B-B14F-4D97-AF65-F5344CB8AC3E}">
        <p14:creationId xmlns:p14="http://schemas.microsoft.com/office/powerpoint/2010/main" val="59647529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B36EBB-5115-403B-BD3B-8710E3E5E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3A711D-546E-442A-AC0C-8BA241225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9C7D8"/>
                </a:solidFill>
              </a:defRPr>
            </a:defPPr>
            <a:lvl1pPr>
              <a:defRPr sz="900" b="1">
                <a:solidFill>
                  <a:srgbClr val="29C7D8"/>
                </a:solidFill>
              </a:defRPr>
            </a:lvl1pPr>
            <a:lvl2pPr>
              <a:defRPr sz="900" b="1">
                <a:solidFill>
                  <a:srgbClr val="29C7D8"/>
                </a:solidFill>
              </a:defRPr>
            </a:lvl2pPr>
            <a:lvl3pPr>
              <a:defRPr sz="900" b="1">
                <a:solidFill>
                  <a:srgbClr val="29C7D8"/>
                </a:solidFill>
              </a:defRPr>
            </a:lvl3pPr>
            <a:lvl4pPr>
              <a:defRPr sz="900" b="1">
                <a:solidFill>
                  <a:srgbClr val="29C7D8"/>
                </a:solidFill>
              </a:defRPr>
            </a:lvl4pPr>
            <a:lvl5pPr>
              <a:defRPr sz="900" b="1">
                <a:solidFill>
                  <a:srgbClr val="29C7D8"/>
                </a:solidFill>
              </a:defRPr>
            </a:lvl5pPr>
            <a:lvl6pPr>
              <a:defRPr sz="900" b="1">
                <a:solidFill>
                  <a:srgbClr val="29C7D8"/>
                </a:solidFill>
              </a:defRPr>
            </a:lvl6pPr>
            <a:lvl7pPr>
              <a:defRPr sz="900" b="1">
                <a:solidFill>
                  <a:srgbClr val="29C7D8"/>
                </a:solidFill>
              </a:defRPr>
            </a:lvl7pPr>
            <a:lvl8pPr>
              <a:defRPr sz="900" b="1">
                <a:solidFill>
                  <a:srgbClr val="29C7D8"/>
                </a:solidFill>
              </a:defRPr>
            </a:lvl8pPr>
            <a:lvl9pPr>
              <a:defRPr sz="900" b="1">
                <a:solidFill>
                  <a:srgbClr val="29C7D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9C7D8"/>
                </a:solidFill>
              </a:defRPr>
            </a:pPr>
            <a:r>
              <a:rPr sz="900" b="1">
                <a:solidFill>
                  <a:srgbClr val="29C7D8"/>
                </a:solidFill>
              </a:rPr>
              <a:t>CAPSTONE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C56331-3737-4A04-97CA-3E6E6AEB9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43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F5F8FA"/>
                </a:solidFill>
              </a:defRPr>
            </a:defPPr>
            <a:lvl1pPr>
              <a:defRPr sz="2550" b="1">
                <a:solidFill>
                  <a:srgbClr val="F5F8FA"/>
                </a:solidFill>
              </a:defRPr>
            </a:lvl1pPr>
            <a:lvl2pPr>
              <a:defRPr sz="2550" b="1">
                <a:solidFill>
                  <a:srgbClr val="F5F8FA"/>
                </a:solidFill>
              </a:defRPr>
            </a:lvl2pPr>
            <a:lvl3pPr>
              <a:defRPr sz="2550" b="1">
                <a:solidFill>
                  <a:srgbClr val="F5F8FA"/>
                </a:solidFill>
              </a:defRPr>
            </a:lvl3pPr>
            <a:lvl4pPr>
              <a:defRPr sz="2550" b="1">
                <a:solidFill>
                  <a:srgbClr val="F5F8FA"/>
                </a:solidFill>
              </a:defRPr>
            </a:lvl4pPr>
            <a:lvl5pPr>
              <a:defRPr sz="2550" b="1">
                <a:solidFill>
                  <a:srgbClr val="F5F8FA"/>
                </a:solidFill>
              </a:defRPr>
            </a:lvl5pPr>
            <a:lvl6pPr>
              <a:defRPr sz="2550" b="1">
                <a:solidFill>
                  <a:srgbClr val="F5F8FA"/>
                </a:solidFill>
              </a:defRPr>
            </a:lvl6pPr>
            <a:lvl7pPr>
              <a:defRPr sz="2550" b="1">
                <a:solidFill>
                  <a:srgbClr val="F5F8FA"/>
                </a:solidFill>
              </a:defRPr>
            </a:lvl7pPr>
            <a:lvl8pPr>
              <a:defRPr sz="2550" b="1">
                <a:solidFill>
                  <a:srgbClr val="F5F8FA"/>
                </a:solidFill>
              </a:defRPr>
            </a:lvl8pPr>
            <a:lvl9pPr>
              <a:defRPr sz="25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5F8FA"/>
                </a:solidFill>
              </a:defRPr>
            </a:pPr>
            <a:r>
              <a:rPr sz="2550" b="1">
                <a:solidFill>
                  <a:srgbClr val="F5F8FA"/>
                </a:solidFill>
              </a:rPr>
              <a:t>The model should support triage, not autonomous blocking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7CB834-8C44-4B00-B11B-B3CD3E02D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287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A8BAC8"/>
                </a:solidFill>
              </a:defRPr>
            </a:defPPr>
            <a:lvl1pPr>
              <a:defRPr sz="1275" b="0">
                <a:solidFill>
                  <a:srgbClr val="A8BAC8"/>
                </a:solidFill>
              </a:defRPr>
            </a:lvl1pPr>
            <a:lvl2pPr>
              <a:defRPr sz="1275" b="0">
                <a:solidFill>
                  <a:srgbClr val="A8BAC8"/>
                </a:solidFill>
              </a:defRPr>
            </a:lvl2pPr>
            <a:lvl3pPr>
              <a:defRPr sz="1275" b="0">
                <a:solidFill>
                  <a:srgbClr val="A8BAC8"/>
                </a:solidFill>
              </a:defRPr>
            </a:lvl3pPr>
            <a:lvl4pPr>
              <a:defRPr sz="1275" b="0">
                <a:solidFill>
                  <a:srgbClr val="A8BAC8"/>
                </a:solidFill>
              </a:defRPr>
            </a:lvl4pPr>
            <a:lvl5pPr>
              <a:defRPr sz="1275" b="0">
                <a:solidFill>
                  <a:srgbClr val="A8BAC8"/>
                </a:solidFill>
              </a:defRPr>
            </a:lvl5pPr>
            <a:lvl6pPr>
              <a:defRPr sz="1275" b="0">
                <a:solidFill>
                  <a:srgbClr val="A8BAC8"/>
                </a:solidFill>
              </a:defRPr>
            </a:lvl6pPr>
            <a:lvl7pPr>
              <a:defRPr sz="1275" b="0">
                <a:solidFill>
                  <a:srgbClr val="A8BAC8"/>
                </a:solidFill>
              </a:defRPr>
            </a:lvl7pPr>
            <a:lvl8pPr>
              <a:defRPr sz="1275" b="0">
                <a:solidFill>
                  <a:srgbClr val="A8BAC8"/>
                </a:solidFill>
              </a:defRPr>
            </a:lvl8pPr>
            <a:lvl9pPr>
              <a:defRPr sz="127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A8BAC8"/>
                </a:solidFill>
              </a:defRPr>
            </a:pPr>
            <a:r>
              <a:rPr sz="1275" b="0">
                <a:solidFill>
                  <a:srgbClr val="A8BAC8"/>
                </a:solidFill>
              </a:rPr>
              <a:t>Operational value depends on recall, false alarms, latency, and analyst workflow together.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BC8BF0-BCDD-4227-B8B3-031776AD8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71600"/>
            <a:ext cx="11239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670022-A176-4F10-A8D9-646126D37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A8BAC8"/>
                </a:solidFill>
              </a:defRPr>
            </a:defPPr>
            <a:lvl1pPr>
              <a:defRPr sz="900" b="1">
                <a:solidFill>
                  <a:srgbClr val="A8BAC8"/>
                </a:solidFill>
              </a:defRPr>
            </a:lvl1pPr>
            <a:lvl2pPr>
              <a:defRPr sz="900" b="1">
                <a:solidFill>
                  <a:srgbClr val="A8BAC8"/>
                </a:solidFill>
              </a:defRPr>
            </a:lvl2pPr>
            <a:lvl3pPr>
              <a:defRPr sz="900" b="1">
                <a:solidFill>
                  <a:srgbClr val="A8BAC8"/>
                </a:solidFill>
              </a:defRPr>
            </a:lvl3pPr>
            <a:lvl4pPr>
              <a:defRPr sz="900" b="1">
                <a:solidFill>
                  <a:srgbClr val="A8BAC8"/>
                </a:solidFill>
              </a:defRPr>
            </a:lvl4pPr>
            <a:lvl5pPr>
              <a:defRPr sz="900" b="1">
                <a:solidFill>
                  <a:srgbClr val="A8BAC8"/>
                </a:solidFill>
              </a:defRPr>
            </a:lvl5pPr>
            <a:lvl6pPr>
              <a:defRPr sz="900" b="1">
                <a:solidFill>
                  <a:srgbClr val="A8BAC8"/>
                </a:solidFill>
              </a:defRPr>
            </a:lvl6pPr>
            <a:lvl7pPr>
              <a:defRPr sz="900" b="1">
                <a:solidFill>
                  <a:srgbClr val="A8BAC8"/>
                </a:solidFill>
              </a:defRPr>
            </a:lvl7pPr>
            <a:lvl8pPr>
              <a:defRPr sz="900" b="1">
                <a:solidFill>
                  <a:srgbClr val="A8BAC8"/>
                </a:solidFill>
              </a:defRPr>
            </a:lvl8pPr>
            <a:lvl9pPr>
              <a:defRPr sz="900" b="1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A8BAC8"/>
                </a:solidFill>
              </a:defRPr>
            </a:pPr>
            <a:r>
              <a:rPr sz="900" b="1">
                <a:solidFill>
                  <a:srgbClr val="A8BAC8"/>
                </a:solidFill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3D207F-9024-4F49-8264-39FA939D8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621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1CEAB1-908D-41D6-A9DA-CF529D40B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62125"/>
            <a:ext cx="666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F73F59-2F20-47EA-B13B-84FC2BB7B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33575"/>
            <a:ext cx="2905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What improves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D40EAD-AD1D-4AD6-8506-41BBC7C59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290512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AC8"/>
                </a:solidFill>
              </a:defRPr>
            </a:defPPr>
            <a:lvl1pPr>
              <a:defRPr sz="1125" b="0">
                <a:solidFill>
                  <a:srgbClr val="A8BAC8"/>
                </a:solidFill>
              </a:defRPr>
            </a:lvl1pPr>
            <a:lvl2pPr>
              <a:defRPr sz="1125" b="0">
                <a:solidFill>
                  <a:srgbClr val="A8BAC8"/>
                </a:solidFill>
              </a:defRPr>
            </a:lvl2pPr>
            <a:lvl3pPr>
              <a:defRPr sz="1125" b="0">
                <a:solidFill>
                  <a:srgbClr val="A8BAC8"/>
                </a:solidFill>
              </a:defRPr>
            </a:lvl3pPr>
            <a:lvl4pPr>
              <a:defRPr sz="1125" b="0">
                <a:solidFill>
                  <a:srgbClr val="A8BAC8"/>
                </a:solidFill>
              </a:defRPr>
            </a:lvl4pPr>
            <a:lvl5pPr>
              <a:defRPr sz="1125" b="0">
                <a:solidFill>
                  <a:srgbClr val="A8BAC8"/>
                </a:solidFill>
              </a:defRPr>
            </a:lvl5pPr>
            <a:lvl6pPr>
              <a:defRPr sz="1125" b="0">
                <a:solidFill>
                  <a:srgbClr val="A8BAC8"/>
                </a:solidFill>
              </a:defRPr>
            </a:lvl6pPr>
            <a:lvl7pPr>
              <a:defRPr sz="1125" b="0">
                <a:solidFill>
                  <a:srgbClr val="A8BAC8"/>
                </a:solidFill>
              </a:defRPr>
            </a:lvl7pPr>
            <a:lvl8pPr>
              <a:defRPr sz="1125" b="0">
                <a:solidFill>
                  <a:srgbClr val="A8BAC8"/>
                </a:solidFill>
              </a:defRPr>
            </a:lvl8pPr>
            <a:lvl9pPr>
              <a:defRPr sz="112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Mixed training stabilizes performance across the two environments and preserves high attack recall.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664747-B4EB-4599-9F82-EDD594F6D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621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87B5EE-B8F9-4051-87C1-3FE956571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62125"/>
            <a:ext cx="666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3D5820-E5AF-4ABB-8665-9850EEAA1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933575"/>
            <a:ext cx="2905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What remains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E3A12C-8444-4747-9B81-A742DDB81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33625"/>
            <a:ext cx="290512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AC8"/>
                </a:solidFill>
              </a:defRPr>
            </a:defPPr>
            <a:lvl1pPr>
              <a:defRPr sz="1125" b="0">
                <a:solidFill>
                  <a:srgbClr val="A8BAC8"/>
                </a:solidFill>
              </a:defRPr>
            </a:lvl1pPr>
            <a:lvl2pPr>
              <a:defRPr sz="1125" b="0">
                <a:solidFill>
                  <a:srgbClr val="A8BAC8"/>
                </a:solidFill>
              </a:defRPr>
            </a:lvl2pPr>
            <a:lvl3pPr>
              <a:defRPr sz="1125" b="0">
                <a:solidFill>
                  <a:srgbClr val="A8BAC8"/>
                </a:solidFill>
              </a:defRPr>
            </a:lvl3pPr>
            <a:lvl4pPr>
              <a:defRPr sz="1125" b="0">
                <a:solidFill>
                  <a:srgbClr val="A8BAC8"/>
                </a:solidFill>
              </a:defRPr>
            </a:lvl4pPr>
            <a:lvl5pPr>
              <a:defRPr sz="1125" b="0">
                <a:solidFill>
                  <a:srgbClr val="A8BAC8"/>
                </a:solidFill>
              </a:defRPr>
            </a:lvl5pPr>
            <a:lvl6pPr>
              <a:defRPr sz="1125" b="0">
                <a:solidFill>
                  <a:srgbClr val="A8BAC8"/>
                </a:solidFill>
              </a:defRPr>
            </a:lvl6pPr>
            <a:lvl7pPr>
              <a:defRPr sz="1125" b="0">
                <a:solidFill>
                  <a:srgbClr val="A8BAC8"/>
                </a:solidFill>
              </a:defRPr>
            </a:lvl7pPr>
            <a:lvl8pPr>
              <a:defRPr sz="1125" b="0">
                <a:solidFill>
                  <a:srgbClr val="A8BAC8"/>
                </a:solidFill>
              </a:defRPr>
            </a:lvl8pPr>
            <a:lvl9pPr>
              <a:defRPr sz="112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Unknown networks, evolving attacks, label noise, adversarial behavior, and calibration are not solved by these experiments.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C0C55F-B249-4C66-99B0-E312E6DE8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762125"/>
            <a:ext cx="36195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9FB5AF-D982-43A9-A5AF-0CB0E1268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762125"/>
            <a:ext cx="666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7C625A-DE7A-4810-968D-80A0E5FC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33575"/>
            <a:ext cx="319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Recommended control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2DCC03-5DB9-432E-804F-286FD8464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33625"/>
            <a:ext cx="319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AC8"/>
                </a:solidFill>
              </a:defRPr>
            </a:defPPr>
            <a:lvl1pPr>
              <a:defRPr sz="1125" b="0">
                <a:solidFill>
                  <a:srgbClr val="A8BAC8"/>
                </a:solidFill>
              </a:defRPr>
            </a:lvl1pPr>
            <a:lvl2pPr>
              <a:defRPr sz="1125" b="0">
                <a:solidFill>
                  <a:srgbClr val="A8BAC8"/>
                </a:solidFill>
              </a:defRPr>
            </a:lvl2pPr>
            <a:lvl3pPr>
              <a:defRPr sz="1125" b="0">
                <a:solidFill>
                  <a:srgbClr val="A8BAC8"/>
                </a:solidFill>
              </a:defRPr>
            </a:lvl3pPr>
            <a:lvl4pPr>
              <a:defRPr sz="1125" b="0">
                <a:solidFill>
                  <a:srgbClr val="A8BAC8"/>
                </a:solidFill>
              </a:defRPr>
            </a:lvl4pPr>
            <a:lvl5pPr>
              <a:defRPr sz="1125" b="0">
                <a:solidFill>
                  <a:srgbClr val="A8BAC8"/>
                </a:solidFill>
              </a:defRPr>
            </a:lvl5pPr>
            <a:lvl6pPr>
              <a:defRPr sz="1125" b="0">
                <a:solidFill>
                  <a:srgbClr val="A8BAC8"/>
                </a:solidFill>
              </a:defRPr>
            </a:lvl6pPr>
            <a:lvl7pPr>
              <a:defRPr sz="1125" b="0">
                <a:solidFill>
                  <a:srgbClr val="A8BAC8"/>
                </a:solidFill>
              </a:defRPr>
            </a:lvl7pPr>
            <a:lvl8pPr>
              <a:defRPr sz="1125" b="0">
                <a:solidFill>
                  <a:srgbClr val="A8BAC8"/>
                </a:solidFill>
              </a:defRPr>
            </a:lvl8pPr>
            <a:lvl9pPr>
              <a:defRPr sz="112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Start in shadow mode, tune site-specific thresholds, route evidence to the SIEM, and require human review for high-impact action.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A78A8B-AE1C-4628-A5C4-EB97600EB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24550"/>
            <a:ext cx="10810875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9525">
            <a:solidFill>
              <a:srgbClr val="2EC4A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119C63-CCF2-4AA0-B7E1-1C5B65BAA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2455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EC4A6"/>
                </a:solidFill>
              </a:defRPr>
            </a:defPPr>
            <a:lvl1pPr>
              <a:defRPr sz="900" b="1">
                <a:solidFill>
                  <a:srgbClr val="2EC4A6"/>
                </a:solidFill>
              </a:defRPr>
            </a:lvl1pPr>
            <a:lvl2pPr>
              <a:defRPr sz="900" b="1">
                <a:solidFill>
                  <a:srgbClr val="2EC4A6"/>
                </a:solidFill>
              </a:defRPr>
            </a:lvl2pPr>
            <a:lvl3pPr>
              <a:defRPr sz="900" b="1">
                <a:solidFill>
                  <a:srgbClr val="2EC4A6"/>
                </a:solidFill>
              </a:defRPr>
            </a:lvl3pPr>
            <a:lvl4pPr>
              <a:defRPr sz="900" b="1">
                <a:solidFill>
                  <a:srgbClr val="2EC4A6"/>
                </a:solidFill>
              </a:defRPr>
            </a:lvl4pPr>
            <a:lvl5pPr>
              <a:defRPr sz="900" b="1">
                <a:solidFill>
                  <a:srgbClr val="2EC4A6"/>
                </a:solidFill>
              </a:defRPr>
            </a:lvl5pPr>
            <a:lvl6pPr>
              <a:defRPr sz="900" b="1">
                <a:solidFill>
                  <a:srgbClr val="2EC4A6"/>
                </a:solidFill>
              </a:defRPr>
            </a:lvl6pPr>
            <a:lvl7pPr>
              <a:defRPr sz="900" b="1">
                <a:solidFill>
                  <a:srgbClr val="2EC4A6"/>
                </a:solidFill>
              </a:defRPr>
            </a:lvl7pPr>
            <a:lvl8pPr>
              <a:defRPr sz="900" b="1">
                <a:solidFill>
                  <a:srgbClr val="2EC4A6"/>
                </a:solidFill>
              </a:defRPr>
            </a:lvl8pPr>
            <a:lvl9pPr>
              <a:defRPr sz="900" b="1">
                <a:solidFill>
                  <a:srgbClr val="2EC4A6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EC4A6"/>
                </a:solidFill>
              </a:defRPr>
            </a:pPr>
            <a:r>
              <a:rPr sz="900" b="1">
                <a:solidFill>
                  <a:srgbClr val="2EC4A6"/>
                </a:solidFill>
              </a:rPr>
              <a:t>TAKEAWAY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FE334A-9399-4731-81CA-E39E6E8D3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924550"/>
            <a:ext cx="938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F5F8FA"/>
                </a:solidFill>
              </a:defRPr>
            </a:defPPr>
            <a:lvl1pPr>
              <a:defRPr sz="1125" b="1">
                <a:solidFill>
                  <a:srgbClr val="F5F8FA"/>
                </a:solidFill>
              </a:defRPr>
            </a:lvl1pPr>
            <a:lvl2pPr>
              <a:defRPr sz="1125" b="1">
                <a:solidFill>
                  <a:srgbClr val="F5F8FA"/>
                </a:solidFill>
              </a:defRPr>
            </a:lvl2pPr>
            <a:lvl3pPr>
              <a:defRPr sz="1125" b="1">
                <a:solidFill>
                  <a:srgbClr val="F5F8FA"/>
                </a:solidFill>
              </a:defRPr>
            </a:lvl3pPr>
            <a:lvl4pPr>
              <a:defRPr sz="1125" b="1">
                <a:solidFill>
                  <a:srgbClr val="F5F8FA"/>
                </a:solidFill>
              </a:defRPr>
            </a:lvl4pPr>
            <a:lvl5pPr>
              <a:defRPr sz="1125" b="1">
                <a:solidFill>
                  <a:srgbClr val="F5F8FA"/>
                </a:solidFill>
              </a:defRPr>
            </a:lvl5pPr>
            <a:lvl6pPr>
              <a:defRPr sz="1125" b="1">
                <a:solidFill>
                  <a:srgbClr val="F5F8FA"/>
                </a:solidFill>
              </a:defRPr>
            </a:lvl6pPr>
            <a:lvl7pPr>
              <a:defRPr sz="1125" b="1">
                <a:solidFill>
                  <a:srgbClr val="F5F8FA"/>
                </a:solidFill>
              </a:defRPr>
            </a:lvl7pPr>
            <a:lvl8pPr>
              <a:defRPr sz="1125" b="1">
                <a:solidFill>
                  <a:srgbClr val="F5F8FA"/>
                </a:solidFill>
              </a:defRPr>
            </a:lvl8pPr>
            <a:lvl9pPr>
              <a:defRPr sz="1125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F5F8FA"/>
                </a:solidFill>
              </a:defRPr>
            </a:pPr>
            <a:r>
              <a:rPr sz="1125" b="1">
                <a:solidFill>
                  <a:srgbClr val="F5F8FA"/>
                </a:solidFill>
              </a:rPr>
              <a:t>Treat predictions as risk signals with context, monitoring, and controlled response policies.</a:t>
            </a:r>
          </a:p>
        </p:txBody>
      </p:sp>
    </p:spTree>
    <p:extLst>
      <p:ext uri="{BB962C8B-B14F-4D97-AF65-F5344CB8AC3E}">
        <p14:creationId xmlns:p14="http://schemas.microsoft.com/office/powerpoint/2010/main" val="144481452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3BBD691-D549-4316-8849-ADA45D334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DB464C-09A2-45EE-A8BE-BF82E414C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9C7D8"/>
                </a:solidFill>
              </a:defRPr>
            </a:defPPr>
            <a:lvl1pPr>
              <a:defRPr sz="900" b="1">
                <a:solidFill>
                  <a:srgbClr val="29C7D8"/>
                </a:solidFill>
              </a:defRPr>
            </a:lvl1pPr>
            <a:lvl2pPr>
              <a:defRPr sz="900" b="1">
                <a:solidFill>
                  <a:srgbClr val="29C7D8"/>
                </a:solidFill>
              </a:defRPr>
            </a:lvl2pPr>
            <a:lvl3pPr>
              <a:defRPr sz="900" b="1">
                <a:solidFill>
                  <a:srgbClr val="29C7D8"/>
                </a:solidFill>
              </a:defRPr>
            </a:lvl3pPr>
            <a:lvl4pPr>
              <a:defRPr sz="900" b="1">
                <a:solidFill>
                  <a:srgbClr val="29C7D8"/>
                </a:solidFill>
              </a:defRPr>
            </a:lvl4pPr>
            <a:lvl5pPr>
              <a:defRPr sz="900" b="1">
                <a:solidFill>
                  <a:srgbClr val="29C7D8"/>
                </a:solidFill>
              </a:defRPr>
            </a:lvl5pPr>
            <a:lvl6pPr>
              <a:defRPr sz="900" b="1">
                <a:solidFill>
                  <a:srgbClr val="29C7D8"/>
                </a:solidFill>
              </a:defRPr>
            </a:lvl6pPr>
            <a:lvl7pPr>
              <a:defRPr sz="900" b="1">
                <a:solidFill>
                  <a:srgbClr val="29C7D8"/>
                </a:solidFill>
              </a:defRPr>
            </a:lvl7pPr>
            <a:lvl8pPr>
              <a:defRPr sz="900" b="1">
                <a:solidFill>
                  <a:srgbClr val="29C7D8"/>
                </a:solidFill>
              </a:defRPr>
            </a:lvl8pPr>
            <a:lvl9pPr>
              <a:defRPr sz="900" b="1">
                <a:solidFill>
                  <a:srgbClr val="29C7D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9C7D8"/>
                </a:solidFill>
              </a:defRPr>
            </a:pPr>
            <a:r>
              <a:rPr sz="900" b="1">
                <a:solidFill>
                  <a:srgbClr val="29C7D8"/>
                </a:solidFill>
              </a:rPr>
              <a:t>CAPSTONE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F6ED9A-0788-4452-9E2D-8E0DF74FA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43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F5F8FA"/>
                </a:solidFill>
              </a:defRPr>
            </a:defPPr>
            <a:lvl1pPr>
              <a:defRPr sz="2550" b="1">
                <a:solidFill>
                  <a:srgbClr val="F5F8FA"/>
                </a:solidFill>
              </a:defRPr>
            </a:lvl1pPr>
            <a:lvl2pPr>
              <a:defRPr sz="2550" b="1">
                <a:solidFill>
                  <a:srgbClr val="F5F8FA"/>
                </a:solidFill>
              </a:defRPr>
            </a:lvl2pPr>
            <a:lvl3pPr>
              <a:defRPr sz="2550" b="1">
                <a:solidFill>
                  <a:srgbClr val="F5F8FA"/>
                </a:solidFill>
              </a:defRPr>
            </a:lvl3pPr>
            <a:lvl4pPr>
              <a:defRPr sz="2550" b="1">
                <a:solidFill>
                  <a:srgbClr val="F5F8FA"/>
                </a:solidFill>
              </a:defRPr>
            </a:lvl4pPr>
            <a:lvl5pPr>
              <a:defRPr sz="2550" b="1">
                <a:solidFill>
                  <a:srgbClr val="F5F8FA"/>
                </a:solidFill>
              </a:defRPr>
            </a:lvl5pPr>
            <a:lvl6pPr>
              <a:defRPr sz="2550" b="1">
                <a:solidFill>
                  <a:srgbClr val="F5F8FA"/>
                </a:solidFill>
              </a:defRPr>
            </a:lvl6pPr>
            <a:lvl7pPr>
              <a:defRPr sz="2550" b="1">
                <a:solidFill>
                  <a:srgbClr val="F5F8FA"/>
                </a:solidFill>
              </a:defRPr>
            </a:lvl7pPr>
            <a:lvl8pPr>
              <a:defRPr sz="2550" b="1">
                <a:solidFill>
                  <a:srgbClr val="F5F8FA"/>
                </a:solidFill>
              </a:defRPr>
            </a:lvl8pPr>
            <a:lvl9pPr>
              <a:defRPr sz="25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5F8FA"/>
                </a:solidFill>
              </a:defRPr>
            </a:pPr>
            <a:r>
              <a:rPr sz="2550" b="1">
                <a:solidFill>
                  <a:srgbClr val="F5F8FA"/>
                </a:solidFill>
              </a:rPr>
              <a:t>A hybrid architecture balances latency, privacy, and learning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D86094-F7FA-4D28-9ED2-DD5D8B083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287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A8BAC8"/>
                </a:solidFill>
              </a:defRPr>
            </a:defPPr>
            <a:lvl1pPr>
              <a:defRPr sz="1275" b="0">
                <a:solidFill>
                  <a:srgbClr val="A8BAC8"/>
                </a:solidFill>
              </a:defRPr>
            </a:lvl1pPr>
            <a:lvl2pPr>
              <a:defRPr sz="1275" b="0">
                <a:solidFill>
                  <a:srgbClr val="A8BAC8"/>
                </a:solidFill>
              </a:defRPr>
            </a:lvl2pPr>
            <a:lvl3pPr>
              <a:defRPr sz="1275" b="0">
                <a:solidFill>
                  <a:srgbClr val="A8BAC8"/>
                </a:solidFill>
              </a:defRPr>
            </a:lvl3pPr>
            <a:lvl4pPr>
              <a:defRPr sz="1275" b="0">
                <a:solidFill>
                  <a:srgbClr val="A8BAC8"/>
                </a:solidFill>
              </a:defRPr>
            </a:lvl4pPr>
            <a:lvl5pPr>
              <a:defRPr sz="1275" b="0">
                <a:solidFill>
                  <a:srgbClr val="A8BAC8"/>
                </a:solidFill>
              </a:defRPr>
            </a:lvl5pPr>
            <a:lvl6pPr>
              <a:defRPr sz="1275" b="0">
                <a:solidFill>
                  <a:srgbClr val="A8BAC8"/>
                </a:solidFill>
              </a:defRPr>
            </a:lvl6pPr>
            <a:lvl7pPr>
              <a:defRPr sz="1275" b="0">
                <a:solidFill>
                  <a:srgbClr val="A8BAC8"/>
                </a:solidFill>
              </a:defRPr>
            </a:lvl7pPr>
            <a:lvl8pPr>
              <a:defRPr sz="1275" b="0">
                <a:solidFill>
                  <a:srgbClr val="A8BAC8"/>
                </a:solidFill>
              </a:defRPr>
            </a:lvl8pPr>
            <a:lvl9pPr>
              <a:defRPr sz="127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A8BAC8"/>
                </a:solidFill>
              </a:defRPr>
            </a:pPr>
            <a:r>
              <a:rPr sz="1275" b="0">
                <a:solidFill>
                  <a:srgbClr val="A8BAC8"/>
                </a:solidFill>
              </a:rPr>
              <a:t>Raw sensitive traffic stays on site; governed summaries and model artifacts move centrally.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A97E60-7A5B-41C5-AE85-4EF55F5A2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71600"/>
            <a:ext cx="11239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8E10C3-B704-4084-8122-17466E754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A8BAC8"/>
                </a:solidFill>
              </a:defRPr>
            </a:defPPr>
            <a:lvl1pPr>
              <a:defRPr sz="900" b="1">
                <a:solidFill>
                  <a:srgbClr val="A8BAC8"/>
                </a:solidFill>
              </a:defRPr>
            </a:lvl1pPr>
            <a:lvl2pPr>
              <a:defRPr sz="900" b="1">
                <a:solidFill>
                  <a:srgbClr val="A8BAC8"/>
                </a:solidFill>
              </a:defRPr>
            </a:lvl2pPr>
            <a:lvl3pPr>
              <a:defRPr sz="900" b="1">
                <a:solidFill>
                  <a:srgbClr val="A8BAC8"/>
                </a:solidFill>
              </a:defRPr>
            </a:lvl3pPr>
            <a:lvl4pPr>
              <a:defRPr sz="900" b="1">
                <a:solidFill>
                  <a:srgbClr val="A8BAC8"/>
                </a:solidFill>
              </a:defRPr>
            </a:lvl4pPr>
            <a:lvl5pPr>
              <a:defRPr sz="900" b="1">
                <a:solidFill>
                  <a:srgbClr val="A8BAC8"/>
                </a:solidFill>
              </a:defRPr>
            </a:lvl5pPr>
            <a:lvl6pPr>
              <a:defRPr sz="900" b="1">
                <a:solidFill>
                  <a:srgbClr val="A8BAC8"/>
                </a:solidFill>
              </a:defRPr>
            </a:lvl6pPr>
            <a:lvl7pPr>
              <a:defRPr sz="900" b="1">
                <a:solidFill>
                  <a:srgbClr val="A8BAC8"/>
                </a:solidFill>
              </a:defRPr>
            </a:lvl7pPr>
            <a:lvl8pPr>
              <a:defRPr sz="900" b="1">
                <a:solidFill>
                  <a:srgbClr val="A8BAC8"/>
                </a:solidFill>
              </a:defRPr>
            </a:lvl8pPr>
            <a:lvl9pPr>
              <a:defRPr sz="900" b="1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A8BAC8"/>
                </a:solidFill>
              </a:defRPr>
            </a:pPr>
            <a:r>
              <a:rPr sz="900" b="1">
                <a:solidFill>
                  <a:srgbClr val="A8BAC8"/>
                </a:solidFill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B7A3BE-0E67-477A-A362-E17262B57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66875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29C7D8"/>
                </a:solidFill>
              </a:defRPr>
            </a:defPPr>
            <a:lvl1pPr>
              <a:defRPr sz="975" b="1">
                <a:solidFill>
                  <a:srgbClr val="29C7D8"/>
                </a:solidFill>
              </a:defRPr>
            </a:lvl1pPr>
            <a:lvl2pPr>
              <a:defRPr sz="975" b="1">
                <a:solidFill>
                  <a:srgbClr val="29C7D8"/>
                </a:solidFill>
              </a:defRPr>
            </a:lvl2pPr>
            <a:lvl3pPr>
              <a:defRPr sz="975" b="1">
                <a:solidFill>
                  <a:srgbClr val="29C7D8"/>
                </a:solidFill>
              </a:defRPr>
            </a:lvl3pPr>
            <a:lvl4pPr>
              <a:defRPr sz="975" b="1">
                <a:solidFill>
                  <a:srgbClr val="29C7D8"/>
                </a:solidFill>
              </a:defRPr>
            </a:lvl4pPr>
            <a:lvl5pPr>
              <a:defRPr sz="975" b="1">
                <a:solidFill>
                  <a:srgbClr val="29C7D8"/>
                </a:solidFill>
              </a:defRPr>
            </a:lvl5pPr>
            <a:lvl6pPr>
              <a:defRPr sz="975" b="1">
                <a:solidFill>
                  <a:srgbClr val="29C7D8"/>
                </a:solidFill>
              </a:defRPr>
            </a:lvl6pPr>
            <a:lvl7pPr>
              <a:defRPr sz="975" b="1">
                <a:solidFill>
                  <a:srgbClr val="29C7D8"/>
                </a:solidFill>
              </a:defRPr>
            </a:lvl7pPr>
            <a:lvl8pPr>
              <a:defRPr sz="975" b="1">
                <a:solidFill>
                  <a:srgbClr val="29C7D8"/>
                </a:solidFill>
              </a:defRPr>
            </a:lvl8pPr>
            <a:lvl9pPr>
              <a:defRPr sz="975" b="1">
                <a:solidFill>
                  <a:srgbClr val="29C7D8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9C7D8"/>
                </a:solidFill>
              </a:defRPr>
            </a:pPr>
            <a:r>
              <a:rPr sz="975" b="1">
                <a:solidFill>
                  <a:srgbClr val="29C7D8"/>
                </a:solidFill>
              </a:rPr>
              <a:t>CUSTOMER SITE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13B4E4-EC62-43B9-B9BC-DE926C502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66687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2EC4A6"/>
                </a:solidFill>
              </a:defRPr>
            </a:defPPr>
            <a:lvl1pPr>
              <a:defRPr sz="975" b="1">
                <a:solidFill>
                  <a:srgbClr val="2EC4A6"/>
                </a:solidFill>
              </a:defRPr>
            </a:lvl1pPr>
            <a:lvl2pPr>
              <a:defRPr sz="975" b="1">
                <a:solidFill>
                  <a:srgbClr val="2EC4A6"/>
                </a:solidFill>
              </a:defRPr>
            </a:lvl2pPr>
            <a:lvl3pPr>
              <a:defRPr sz="975" b="1">
                <a:solidFill>
                  <a:srgbClr val="2EC4A6"/>
                </a:solidFill>
              </a:defRPr>
            </a:lvl3pPr>
            <a:lvl4pPr>
              <a:defRPr sz="975" b="1">
                <a:solidFill>
                  <a:srgbClr val="2EC4A6"/>
                </a:solidFill>
              </a:defRPr>
            </a:lvl4pPr>
            <a:lvl5pPr>
              <a:defRPr sz="975" b="1">
                <a:solidFill>
                  <a:srgbClr val="2EC4A6"/>
                </a:solidFill>
              </a:defRPr>
            </a:lvl5pPr>
            <a:lvl6pPr>
              <a:defRPr sz="975" b="1">
                <a:solidFill>
                  <a:srgbClr val="2EC4A6"/>
                </a:solidFill>
              </a:defRPr>
            </a:lvl6pPr>
            <a:lvl7pPr>
              <a:defRPr sz="975" b="1">
                <a:solidFill>
                  <a:srgbClr val="2EC4A6"/>
                </a:solidFill>
              </a:defRPr>
            </a:lvl7pPr>
            <a:lvl8pPr>
              <a:defRPr sz="975" b="1">
                <a:solidFill>
                  <a:srgbClr val="2EC4A6"/>
                </a:solidFill>
              </a:defRPr>
            </a:lvl8pPr>
            <a:lvl9pPr>
              <a:defRPr sz="975" b="1">
                <a:solidFill>
                  <a:srgbClr val="2EC4A6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EC4A6"/>
                </a:solidFill>
              </a:defRPr>
            </a:pPr>
            <a:r>
              <a:rPr sz="975" b="1">
                <a:solidFill>
                  <a:srgbClr val="2EC4A6"/>
                </a:solidFill>
              </a:rPr>
              <a:t>CENTRAL PLATFORM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EDFFEA-B541-493A-AA52-47C6E010F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47875"/>
            <a:ext cx="44767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7AFBEC-ECDC-4896-8054-A0AD13638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47875"/>
            <a:ext cx="666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0702E4-1E71-4F41-A85B-E6D546DEE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24075"/>
            <a:ext cx="1571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F5F8FA"/>
                </a:solidFill>
              </a:defRPr>
            </a:defPPr>
            <a:lvl1pPr>
              <a:defRPr sz="1200" b="1">
                <a:solidFill>
                  <a:srgbClr val="F5F8FA"/>
                </a:solidFill>
              </a:defRPr>
            </a:lvl1pPr>
            <a:lvl2pPr>
              <a:defRPr sz="1200" b="1">
                <a:solidFill>
                  <a:srgbClr val="F5F8FA"/>
                </a:solidFill>
              </a:defRPr>
            </a:lvl2pPr>
            <a:lvl3pPr>
              <a:defRPr sz="1200" b="1">
                <a:solidFill>
                  <a:srgbClr val="F5F8FA"/>
                </a:solidFill>
              </a:defRPr>
            </a:lvl3pPr>
            <a:lvl4pPr>
              <a:defRPr sz="1200" b="1">
                <a:solidFill>
                  <a:srgbClr val="F5F8FA"/>
                </a:solidFill>
              </a:defRPr>
            </a:lvl4pPr>
            <a:lvl5pPr>
              <a:defRPr sz="1200" b="1">
                <a:solidFill>
                  <a:srgbClr val="F5F8FA"/>
                </a:solidFill>
              </a:defRPr>
            </a:lvl5pPr>
            <a:lvl6pPr>
              <a:defRPr sz="1200" b="1">
                <a:solidFill>
                  <a:srgbClr val="F5F8FA"/>
                </a:solidFill>
              </a:defRPr>
            </a:lvl6pPr>
            <a:lvl7pPr>
              <a:defRPr sz="1200" b="1">
                <a:solidFill>
                  <a:srgbClr val="F5F8FA"/>
                </a:solidFill>
              </a:defRPr>
            </a:lvl7pPr>
            <a:lvl8pPr>
              <a:defRPr sz="1200" b="1">
                <a:solidFill>
                  <a:srgbClr val="F5F8FA"/>
                </a:solidFill>
              </a:defRPr>
            </a:lvl8pPr>
            <a:lvl9pPr>
              <a:defRPr sz="120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5F8FA"/>
                </a:solidFill>
              </a:defRPr>
            </a:pPr>
            <a:r>
              <a:rPr sz="1200" b="1">
                <a:solidFill>
                  <a:srgbClr val="F5F8FA"/>
                </a:solidFill>
              </a:rPr>
              <a:t>Flow sensors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A888CB-C86A-4DE5-9C5E-0934C2434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124075"/>
            <a:ext cx="2428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A8BAC8"/>
                </a:solidFill>
              </a:defRPr>
            </a:defPPr>
            <a:lvl1pPr>
              <a:defRPr sz="975" b="0">
                <a:solidFill>
                  <a:srgbClr val="A8BAC8"/>
                </a:solidFill>
              </a:defRPr>
            </a:lvl1pPr>
            <a:lvl2pPr>
              <a:defRPr sz="975" b="0">
                <a:solidFill>
                  <a:srgbClr val="A8BAC8"/>
                </a:solidFill>
              </a:defRPr>
            </a:lvl2pPr>
            <a:lvl3pPr>
              <a:defRPr sz="975" b="0">
                <a:solidFill>
                  <a:srgbClr val="A8BAC8"/>
                </a:solidFill>
              </a:defRPr>
            </a:lvl3pPr>
            <a:lvl4pPr>
              <a:defRPr sz="975" b="0">
                <a:solidFill>
                  <a:srgbClr val="A8BAC8"/>
                </a:solidFill>
              </a:defRPr>
            </a:lvl4pPr>
            <a:lvl5pPr>
              <a:defRPr sz="975" b="0">
                <a:solidFill>
                  <a:srgbClr val="A8BAC8"/>
                </a:solidFill>
              </a:defRPr>
            </a:lvl5pPr>
            <a:lvl6pPr>
              <a:defRPr sz="975" b="0">
                <a:solidFill>
                  <a:srgbClr val="A8BAC8"/>
                </a:solidFill>
              </a:defRPr>
            </a:lvl6pPr>
            <a:lvl7pPr>
              <a:defRPr sz="975" b="0">
                <a:solidFill>
                  <a:srgbClr val="A8BAC8"/>
                </a:solidFill>
              </a:defRPr>
            </a:lvl7pPr>
            <a:lvl8pPr>
              <a:defRPr sz="975" b="0">
                <a:solidFill>
                  <a:srgbClr val="A8BAC8"/>
                </a:solidFill>
              </a:defRPr>
            </a:lvl8pPr>
            <a:lvl9pPr>
              <a:defRPr sz="97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A8BAC8"/>
                </a:solidFill>
              </a:defRPr>
            </a:pPr>
            <a:r>
              <a:rPr sz="975" b="0">
                <a:solidFill>
                  <a:srgbClr val="A8BAC8"/>
                </a:solidFill>
              </a:rPr>
              <a:t>Zeek • Suricata • NetFlow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A3AF4F-3C8B-41A7-9A2A-555FCEE55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76525"/>
            <a:ext cx="9525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094AF1-B804-4DE1-AD2C-CF603C9C0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743200"/>
            <a:ext cx="11430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746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7F8E93-E274-4A39-B750-D7663C9F9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28925"/>
            <a:ext cx="44767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842DC3-0672-48F5-9E37-3DE8F5382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28925"/>
            <a:ext cx="666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260850-CE26-4E1F-B9D5-E967E7BF6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05125"/>
            <a:ext cx="1571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F5F8FA"/>
                </a:solidFill>
              </a:defRPr>
            </a:defPPr>
            <a:lvl1pPr>
              <a:defRPr sz="1200" b="1">
                <a:solidFill>
                  <a:srgbClr val="F5F8FA"/>
                </a:solidFill>
              </a:defRPr>
            </a:lvl1pPr>
            <a:lvl2pPr>
              <a:defRPr sz="1200" b="1">
                <a:solidFill>
                  <a:srgbClr val="F5F8FA"/>
                </a:solidFill>
              </a:defRPr>
            </a:lvl2pPr>
            <a:lvl3pPr>
              <a:defRPr sz="1200" b="1">
                <a:solidFill>
                  <a:srgbClr val="F5F8FA"/>
                </a:solidFill>
              </a:defRPr>
            </a:lvl3pPr>
            <a:lvl4pPr>
              <a:defRPr sz="1200" b="1">
                <a:solidFill>
                  <a:srgbClr val="F5F8FA"/>
                </a:solidFill>
              </a:defRPr>
            </a:lvl4pPr>
            <a:lvl5pPr>
              <a:defRPr sz="1200" b="1">
                <a:solidFill>
                  <a:srgbClr val="F5F8FA"/>
                </a:solidFill>
              </a:defRPr>
            </a:lvl5pPr>
            <a:lvl6pPr>
              <a:defRPr sz="1200" b="1">
                <a:solidFill>
                  <a:srgbClr val="F5F8FA"/>
                </a:solidFill>
              </a:defRPr>
            </a:lvl6pPr>
            <a:lvl7pPr>
              <a:defRPr sz="1200" b="1">
                <a:solidFill>
                  <a:srgbClr val="F5F8FA"/>
                </a:solidFill>
              </a:defRPr>
            </a:lvl7pPr>
            <a:lvl8pPr>
              <a:defRPr sz="1200" b="1">
                <a:solidFill>
                  <a:srgbClr val="F5F8FA"/>
                </a:solidFill>
              </a:defRPr>
            </a:lvl8pPr>
            <a:lvl9pPr>
              <a:defRPr sz="120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5F8FA"/>
                </a:solidFill>
              </a:defRPr>
            </a:pPr>
            <a:r>
              <a:rPr sz="1200" b="1">
                <a:solidFill>
                  <a:srgbClr val="F5F8FA"/>
                </a:solidFill>
              </a:rPr>
              <a:t>Feature pipeline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9154B1-B6FE-4000-9022-9CD551D60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05125"/>
            <a:ext cx="2428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A8BAC8"/>
                </a:solidFill>
              </a:defRPr>
            </a:defPPr>
            <a:lvl1pPr>
              <a:defRPr sz="975" b="0">
                <a:solidFill>
                  <a:srgbClr val="A8BAC8"/>
                </a:solidFill>
              </a:defRPr>
            </a:lvl1pPr>
            <a:lvl2pPr>
              <a:defRPr sz="975" b="0">
                <a:solidFill>
                  <a:srgbClr val="A8BAC8"/>
                </a:solidFill>
              </a:defRPr>
            </a:lvl2pPr>
            <a:lvl3pPr>
              <a:defRPr sz="975" b="0">
                <a:solidFill>
                  <a:srgbClr val="A8BAC8"/>
                </a:solidFill>
              </a:defRPr>
            </a:lvl3pPr>
            <a:lvl4pPr>
              <a:defRPr sz="975" b="0">
                <a:solidFill>
                  <a:srgbClr val="A8BAC8"/>
                </a:solidFill>
              </a:defRPr>
            </a:lvl4pPr>
            <a:lvl5pPr>
              <a:defRPr sz="975" b="0">
                <a:solidFill>
                  <a:srgbClr val="A8BAC8"/>
                </a:solidFill>
              </a:defRPr>
            </a:lvl5pPr>
            <a:lvl6pPr>
              <a:defRPr sz="975" b="0">
                <a:solidFill>
                  <a:srgbClr val="A8BAC8"/>
                </a:solidFill>
              </a:defRPr>
            </a:lvl6pPr>
            <a:lvl7pPr>
              <a:defRPr sz="975" b="0">
                <a:solidFill>
                  <a:srgbClr val="A8BAC8"/>
                </a:solidFill>
              </a:defRPr>
            </a:lvl7pPr>
            <a:lvl8pPr>
              <a:defRPr sz="975" b="0">
                <a:solidFill>
                  <a:srgbClr val="A8BAC8"/>
                </a:solidFill>
              </a:defRPr>
            </a:lvl8pPr>
            <a:lvl9pPr>
              <a:defRPr sz="97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A8BAC8"/>
                </a:solidFill>
              </a:defRPr>
            </a:pPr>
            <a:r>
              <a:rPr sz="975" b="0">
                <a:solidFill>
                  <a:srgbClr val="A8BAC8"/>
                </a:solidFill>
              </a:rPr>
              <a:t>Validate • transform • redact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ED9C96-BCA2-434D-8114-F29ED127C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457575"/>
            <a:ext cx="9525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87C74F-5120-45D7-88DC-014C4B38E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524250"/>
            <a:ext cx="11430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746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FE5CE1-E174-4A27-8DED-F8D24F1CF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09975"/>
            <a:ext cx="44767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F6613F-2757-4FF4-9AAF-DAAADA34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09975"/>
            <a:ext cx="666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7E618F-A618-4953-9771-A9977EE7C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86175"/>
            <a:ext cx="1571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F5F8FA"/>
                </a:solidFill>
              </a:defRPr>
            </a:defPPr>
            <a:lvl1pPr>
              <a:defRPr sz="1200" b="1">
                <a:solidFill>
                  <a:srgbClr val="F5F8FA"/>
                </a:solidFill>
              </a:defRPr>
            </a:lvl1pPr>
            <a:lvl2pPr>
              <a:defRPr sz="1200" b="1">
                <a:solidFill>
                  <a:srgbClr val="F5F8FA"/>
                </a:solidFill>
              </a:defRPr>
            </a:lvl2pPr>
            <a:lvl3pPr>
              <a:defRPr sz="1200" b="1">
                <a:solidFill>
                  <a:srgbClr val="F5F8FA"/>
                </a:solidFill>
              </a:defRPr>
            </a:lvl3pPr>
            <a:lvl4pPr>
              <a:defRPr sz="1200" b="1">
                <a:solidFill>
                  <a:srgbClr val="F5F8FA"/>
                </a:solidFill>
              </a:defRPr>
            </a:lvl4pPr>
            <a:lvl5pPr>
              <a:defRPr sz="1200" b="1">
                <a:solidFill>
                  <a:srgbClr val="F5F8FA"/>
                </a:solidFill>
              </a:defRPr>
            </a:lvl5pPr>
            <a:lvl6pPr>
              <a:defRPr sz="1200" b="1">
                <a:solidFill>
                  <a:srgbClr val="F5F8FA"/>
                </a:solidFill>
              </a:defRPr>
            </a:lvl6pPr>
            <a:lvl7pPr>
              <a:defRPr sz="1200" b="1">
                <a:solidFill>
                  <a:srgbClr val="F5F8FA"/>
                </a:solidFill>
              </a:defRPr>
            </a:lvl7pPr>
            <a:lvl8pPr>
              <a:defRPr sz="1200" b="1">
                <a:solidFill>
                  <a:srgbClr val="F5F8FA"/>
                </a:solidFill>
              </a:defRPr>
            </a:lvl8pPr>
            <a:lvl9pPr>
              <a:defRPr sz="120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5F8FA"/>
                </a:solidFill>
              </a:defRPr>
            </a:pPr>
            <a:r>
              <a:rPr sz="1200" b="1">
                <a:solidFill>
                  <a:srgbClr val="F5F8FA"/>
                </a:solidFill>
              </a:rPr>
              <a:t>Local inference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AB8D18-BE53-4D22-946A-52A3841FA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86175"/>
            <a:ext cx="2428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A8BAC8"/>
                </a:solidFill>
              </a:defRPr>
            </a:defPPr>
            <a:lvl1pPr>
              <a:defRPr sz="975" b="0">
                <a:solidFill>
                  <a:srgbClr val="A8BAC8"/>
                </a:solidFill>
              </a:defRPr>
            </a:lvl1pPr>
            <a:lvl2pPr>
              <a:defRPr sz="975" b="0">
                <a:solidFill>
                  <a:srgbClr val="A8BAC8"/>
                </a:solidFill>
              </a:defRPr>
            </a:lvl2pPr>
            <a:lvl3pPr>
              <a:defRPr sz="975" b="0">
                <a:solidFill>
                  <a:srgbClr val="A8BAC8"/>
                </a:solidFill>
              </a:defRPr>
            </a:lvl3pPr>
            <a:lvl4pPr>
              <a:defRPr sz="975" b="0">
                <a:solidFill>
                  <a:srgbClr val="A8BAC8"/>
                </a:solidFill>
              </a:defRPr>
            </a:lvl4pPr>
            <a:lvl5pPr>
              <a:defRPr sz="975" b="0">
                <a:solidFill>
                  <a:srgbClr val="A8BAC8"/>
                </a:solidFill>
              </a:defRPr>
            </a:lvl5pPr>
            <a:lvl6pPr>
              <a:defRPr sz="975" b="0">
                <a:solidFill>
                  <a:srgbClr val="A8BAC8"/>
                </a:solidFill>
              </a:defRPr>
            </a:lvl6pPr>
            <a:lvl7pPr>
              <a:defRPr sz="975" b="0">
                <a:solidFill>
                  <a:srgbClr val="A8BAC8"/>
                </a:solidFill>
              </a:defRPr>
            </a:lvl7pPr>
            <a:lvl8pPr>
              <a:defRPr sz="975" b="0">
                <a:solidFill>
                  <a:srgbClr val="A8BAC8"/>
                </a:solidFill>
              </a:defRPr>
            </a:lvl8pPr>
            <a:lvl9pPr>
              <a:defRPr sz="97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A8BAC8"/>
                </a:solidFill>
              </a:defRPr>
            </a:pPr>
            <a:r>
              <a:rPr sz="975" b="0">
                <a:solidFill>
                  <a:srgbClr val="A8BAC8"/>
                </a:solidFill>
              </a:rPr>
              <a:t>Low-latency scoring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A82A0D-E789-400B-B2A6-5A1A325CE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38625"/>
            <a:ext cx="9525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C690AA-2897-4414-AB37-44C576E9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305300"/>
            <a:ext cx="11430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746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4B406D-CC86-4466-888D-925B67AFD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91025"/>
            <a:ext cx="44767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0D8CE5-1014-47AA-85AF-6DDEA1A6A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91025"/>
            <a:ext cx="666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EF913A-4455-4F76-84AD-C66FE1D5E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67225"/>
            <a:ext cx="1571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F5F8FA"/>
                </a:solidFill>
              </a:defRPr>
            </a:defPPr>
            <a:lvl1pPr>
              <a:defRPr sz="1200" b="1">
                <a:solidFill>
                  <a:srgbClr val="F5F8FA"/>
                </a:solidFill>
              </a:defRPr>
            </a:lvl1pPr>
            <a:lvl2pPr>
              <a:defRPr sz="1200" b="1">
                <a:solidFill>
                  <a:srgbClr val="F5F8FA"/>
                </a:solidFill>
              </a:defRPr>
            </a:lvl2pPr>
            <a:lvl3pPr>
              <a:defRPr sz="1200" b="1">
                <a:solidFill>
                  <a:srgbClr val="F5F8FA"/>
                </a:solidFill>
              </a:defRPr>
            </a:lvl3pPr>
            <a:lvl4pPr>
              <a:defRPr sz="1200" b="1">
                <a:solidFill>
                  <a:srgbClr val="F5F8FA"/>
                </a:solidFill>
              </a:defRPr>
            </a:lvl4pPr>
            <a:lvl5pPr>
              <a:defRPr sz="1200" b="1">
                <a:solidFill>
                  <a:srgbClr val="F5F8FA"/>
                </a:solidFill>
              </a:defRPr>
            </a:lvl5pPr>
            <a:lvl6pPr>
              <a:defRPr sz="1200" b="1">
                <a:solidFill>
                  <a:srgbClr val="F5F8FA"/>
                </a:solidFill>
              </a:defRPr>
            </a:lvl6pPr>
            <a:lvl7pPr>
              <a:defRPr sz="1200" b="1">
                <a:solidFill>
                  <a:srgbClr val="F5F8FA"/>
                </a:solidFill>
              </a:defRPr>
            </a:lvl7pPr>
            <a:lvl8pPr>
              <a:defRPr sz="1200" b="1">
                <a:solidFill>
                  <a:srgbClr val="F5F8FA"/>
                </a:solidFill>
              </a:defRPr>
            </a:lvl8pPr>
            <a:lvl9pPr>
              <a:defRPr sz="120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5F8FA"/>
                </a:solidFill>
              </a:defRPr>
            </a:pPr>
            <a:r>
              <a:rPr sz="1200" b="1">
                <a:solidFill>
                  <a:srgbClr val="F5F8FA"/>
                </a:solidFill>
              </a:rPr>
              <a:t>SIEM + policy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5995B0-99D1-4EAA-976D-206CD6059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467225"/>
            <a:ext cx="2428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A8BAC8"/>
                </a:solidFill>
              </a:defRPr>
            </a:defPPr>
            <a:lvl1pPr>
              <a:defRPr sz="975" b="0">
                <a:solidFill>
                  <a:srgbClr val="A8BAC8"/>
                </a:solidFill>
              </a:defRPr>
            </a:lvl1pPr>
            <a:lvl2pPr>
              <a:defRPr sz="975" b="0">
                <a:solidFill>
                  <a:srgbClr val="A8BAC8"/>
                </a:solidFill>
              </a:defRPr>
            </a:lvl2pPr>
            <a:lvl3pPr>
              <a:defRPr sz="975" b="0">
                <a:solidFill>
                  <a:srgbClr val="A8BAC8"/>
                </a:solidFill>
              </a:defRPr>
            </a:lvl3pPr>
            <a:lvl4pPr>
              <a:defRPr sz="975" b="0">
                <a:solidFill>
                  <a:srgbClr val="A8BAC8"/>
                </a:solidFill>
              </a:defRPr>
            </a:lvl4pPr>
            <a:lvl5pPr>
              <a:defRPr sz="975" b="0">
                <a:solidFill>
                  <a:srgbClr val="A8BAC8"/>
                </a:solidFill>
              </a:defRPr>
            </a:lvl5pPr>
            <a:lvl6pPr>
              <a:defRPr sz="975" b="0">
                <a:solidFill>
                  <a:srgbClr val="A8BAC8"/>
                </a:solidFill>
              </a:defRPr>
            </a:lvl6pPr>
            <a:lvl7pPr>
              <a:defRPr sz="975" b="0">
                <a:solidFill>
                  <a:srgbClr val="A8BAC8"/>
                </a:solidFill>
              </a:defRPr>
            </a:lvl7pPr>
            <a:lvl8pPr>
              <a:defRPr sz="975" b="0">
                <a:solidFill>
                  <a:srgbClr val="A8BAC8"/>
                </a:solidFill>
              </a:defRPr>
            </a:lvl8pPr>
            <a:lvl9pPr>
              <a:defRPr sz="97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A8BAC8"/>
                </a:solidFill>
              </a:defRPr>
            </a:pPr>
            <a:r>
              <a:rPr sz="975" b="0">
                <a:solidFill>
                  <a:srgbClr val="A8BAC8"/>
                </a:solidFill>
              </a:rPr>
              <a:t>Triage • response • feedback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5D28B53-458C-4EC9-8D73-9DBB79888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47875"/>
            <a:ext cx="44767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1082B67-ED2A-4362-931B-57AF122C0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47875"/>
            <a:ext cx="666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272EFE2-0164-4B32-BCEB-A49C17686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24075"/>
            <a:ext cx="1571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F5F8FA"/>
                </a:solidFill>
              </a:defRPr>
            </a:defPPr>
            <a:lvl1pPr>
              <a:defRPr sz="1200" b="1">
                <a:solidFill>
                  <a:srgbClr val="F5F8FA"/>
                </a:solidFill>
              </a:defRPr>
            </a:lvl1pPr>
            <a:lvl2pPr>
              <a:defRPr sz="1200" b="1">
                <a:solidFill>
                  <a:srgbClr val="F5F8FA"/>
                </a:solidFill>
              </a:defRPr>
            </a:lvl2pPr>
            <a:lvl3pPr>
              <a:defRPr sz="1200" b="1">
                <a:solidFill>
                  <a:srgbClr val="F5F8FA"/>
                </a:solidFill>
              </a:defRPr>
            </a:lvl3pPr>
            <a:lvl4pPr>
              <a:defRPr sz="1200" b="1">
                <a:solidFill>
                  <a:srgbClr val="F5F8FA"/>
                </a:solidFill>
              </a:defRPr>
            </a:lvl4pPr>
            <a:lvl5pPr>
              <a:defRPr sz="1200" b="1">
                <a:solidFill>
                  <a:srgbClr val="F5F8FA"/>
                </a:solidFill>
              </a:defRPr>
            </a:lvl5pPr>
            <a:lvl6pPr>
              <a:defRPr sz="1200" b="1">
                <a:solidFill>
                  <a:srgbClr val="F5F8FA"/>
                </a:solidFill>
              </a:defRPr>
            </a:lvl6pPr>
            <a:lvl7pPr>
              <a:defRPr sz="1200" b="1">
                <a:solidFill>
                  <a:srgbClr val="F5F8FA"/>
                </a:solidFill>
              </a:defRPr>
            </a:lvl7pPr>
            <a:lvl8pPr>
              <a:defRPr sz="1200" b="1">
                <a:solidFill>
                  <a:srgbClr val="F5F8FA"/>
                </a:solidFill>
              </a:defRPr>
            </a:lvl8pPr>
            <a:lvl9pPr>
              <a:defRPr sz="120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5F8FA"/>
                </a:solidFill>
              </a:defRPr>
            </a:pPr>
            <a:r>
              <a:rPr sz="1200" b="1">
                <a:solidFill>
                  <a:srgbClr val="F5F8FA"/>
                </a:solidFill>
              </a:rPr>
              <a:t>Privacy gateway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1524062-A65C-4900-8CA5-B81FF23FF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24075"/>
            <a:ext cx="2428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A8BAC8"/>
                </a:solidFill>
              </a:defRPr>
            </a:defPPr>
            <a:lvl1pPr>
              <a:defRPr sz="975" b="0">
                <a:solidFill>
                  <a:srgbClr val="A8BAC8"/>
                </a:solidFill>
              </a:defRPr>
            </a:lvl1pPr>
            <a:lvl2pPr>
              <a:defRPr sz="975" b="0">
                <a:solidFill>
                  <a:srgbClr val="A8BAC8"/>
                </a:solidFill>
              </a:defRPr>
            </a:lvl2pPr>
            <a:lvl3pPr>
              <a:defRPr sz="975" b="0">
                <a:solidFill>
                  <a:srgbClr val="A8BAC8"/>
                </a:solidFill>
              </a:defRPr>
            </a:lvl3pPr>
            <a:lvl4pPr>
              <a:defRPr sz="975" b="0">
                <a:solidFill>
                  <a:srgbClr val="A8BAC8"/>
                </a:solidFill>
              </a:defRPr>
            </a:lvl4pPr>
            <a:lvl5pPr>
              <a:defRPr sz="975" b="0">
                <a:solidFill>
                  <a:srgbClr val="A8BAC8"/>
                </a:solidFill>
              </a:defRPr>
            </a:lvl5pPr>
            <a:lvl6pPr>
              <a:defRPr sz="975" b="0">
                <a:solidFill>
                  <a:srgbClr val="A8BAC8"/>
                </a:solidFill>
              </a:defRPr>
            </a:lvl6pPr>
            <a:lvl7pPr>
              <a:defRPr sz="975" b="0">
                <a:solidFill>
                  <a:srgbClr val="A8BAC8"/>
                </a:solidFill>
              </a:defRPr>
            </a:lvl7pPr>
            <a:lvl8pPr>
              <a:defRPr sz="975" b="0">
                <a:solidFill>
                  <a:srgbClr val="A8BAC8"/>
                </a:solidFill>
              </a:defRPr>
            </a:lvl8pPr>
            <a:lvl9pPr>
              <a:defRPr sz="97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A8BAC8"/>
                </a:solidFill>
              </a:defRPr>
            </a:pPr>
            <a:r>
              <a:rPr sz="975" b="0">
                <a:solidFill>
                  <a:srgbClr val="A8BAC8"/>
                </a:solidFill>
              </a:rPr>
              <a:t>Approved aggregates only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027B358-5305-495F-85AF-A839693F4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76525"/>
            <a:ext cx="9525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2D49138-5C52-4EBC-8279-FE4B695AC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743200"/>
            <a:ext cx="11430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746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72C0F09-97B0-402F-AD19-94692CB9B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828925"/>
            <a:ext cx="44767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912C199-0FD8-436A-B90A-337C40C7A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828925"/>
            <a:ext cx="666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F9AD133-5CAF-409B-B97B-63952390C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05125"/>
            <a:ext cx="1571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F5F8FA"/>
                </a:solidFill>
              </a:defRPr>
            </a:defPPr>
            <a:lvl1pPr>
              <a:defRPr sz="1200" b="1">
                <a:solidFill>
                  <a:srgbClr val="F5F8FA"/>
                </a:solidFill>
              </a:defRPr>
            </a:lvl1pPr>
            <a:lvl2pPr>
              <a:defRPr sz="1200" b="1">
                <a:solidFill>
                  <a:srgbClr val="F5F8FA"/>
                </a:solidFill>
              </a:defRPr>
            </a:lvl2pPr>
            <a:lvl3pPr>
              <a:defRPr sz="1200" b="1">
                <a:solidFill>
                  <a:srgbClr val="F5F8FA"/>
                </a:solidFill>
              </a:defRPr>
            </a:lvl3pPr>
            <a:lvl4pPr>
              <a:defRPr sz="1200" b="1">
                <a:solidFill>
                  <a:srgbClr val="F5F8FA"/>
                </a:solidFill>
              </a:defRPr>
            </a:lvl4pPr>
            <a:lvl5pPr>
              <a:defRPr sz="1200" b="1">
                <a:solidFill>
                  <a:srgbClr val="F5F8FA"/>
                </a:solidFill>
              </a:defRPr>
            </a:lvl5pPr>
            <a:lvl6pPr>
              <a:defRPr sz="1200" b="1">
                <a:solidFill>
                  <a:srgbClr val="F5F8FA"/>
                </a:solidFill>
              </a:defRPr>
            </a:lvl6pPr>
            <a:lvl7pPr>
              <a:defRPr sz="1200" b="1">
                <a:solidFill>
                  <a:srgbClr val="F5F8FA"/>
                </a:solidFill>
              </a:defRPr>
            </a:lvl7pPr>
            <a:lvl8pPr>
              <a:defRPr sz="1200" b="1">
                <a:solidFill>
                  <a:srgbClr val="F5F8FA"/>
                </a:solidFill>
              </a:defRPr>
            </a:lvl8pPr>
            <a:lvl9pPr>
              <a:defRPr sz="120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5F8FA"/>
                </a:solidFill>
              </a:defRPr>
            </a:pPr>
            <a:r>
              <a:rPr sz="1200" b="1">
                <a:solidFill>
                  <a:srgbClr val="F5F8FA"/>
                </a:solidFill>
              </a:rPr>
              <a:t>Training + registry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171F6F7-5060-4E8A-9B30-37F7CB36A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05125"/>
            <a:ext cx="2428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A8BAC8"/>
                </a:solidFill>
              </a:defRPr>
            </a:defPPr>
            <a:lvl1pPr>
              <a:defRPr sz="975" b="0">
                <a:solidFill>
                  <a:srgbClr val="A8BAC8"/>
                </a:solidFill>
              </a:defRPr>
            </a:lvl1pPr>
            <a:lvl2pPr>
              <a:defRPr sz="975" b="0">
                <a:solidFill>
                  <a:srgbClr val="A8BAC8"/>
                </a:solidFill>
              </a:defRPr>
            </a:lvl2pPr>
            <a:lvl3pPr>
              <a:defRPr sz="975" b="0">
                <a:solidFill>
                  <a:srgbClr val="A8BAC8"/>
                </a:solidFill>
              </a:defRPr>
            </a:lvl3pPr>
            <a:lvl4pPr>
              <a:defRPr sz="975" b="0">
                <a:solidFill>
                  <a:srgbClr val="A8BAC8"/>
                </a:solidFill>
              </a:defRPr>
            </a:lvl4pPr>
            <a:lvl5pPr>
              <a:defRPr sz="975" b="0">
                <a:solidFill>
                  <a:srgbClr val="A8BAC8"/>
                </a:solidFill>
              </a:defRPr>
            </a:lvl5pPr>
            <a:lvl6pPr>
              <a:defRPr sz="975" b="0">
                <a:solidFill>
                  <a:srgbClr val="A8BAC8"/>
                </a:solidFill>
              </a:defRPr>
            </a:lvl6pPr>
            <a:lvl7pPr>
              <a:defRPr sz="975" b="0">
                <a:solidFill>
                  <a:srgbClr val="A8BAC8"/>
                </a:solidFill>
              </a:defRPr>
            </a:lvl7pPr>
            <a:lvl8pPr>
              <a:defRPr sz="975" b="0">
                <a:solidFill>
                  <a:srgbClr val="A8BAC8"/>
                </a:solidFill>
              </a:defRPr>
            </a:lvl8pPr>
            <a:lvl9pPr>
              <a:defRPr sz="97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A8BAC8"/>
                </a:solidFill>
              </a:defRPr>
            </a:pPr>
            <a:r>
              <a:rPr sz="975" b="0">
                <a:solidFill>
                  <a:srgbClr val="A8BAC8"/>
                </a:solidFill>
              </a:rPr>
              <a:t>Versioned data and models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508BB75-789E-4F23-9A69-8D330738C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57575"/>
            <a:ext cx="9525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09DF1E6-6D22-4AAE-8CC0-B8A7ADAD8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0"/>
            <a:ext cx="11430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746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7A78B3B-6BDA-42A7-B805-03AC48AC1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609975"/>
            <a:ext cx="44767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FE54BE8-98FA-4274-8D24-3FE0DD97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609975"/>
            <a:ext cx="666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EB5BF57-1526-49EE-B7D5-83FD866D9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86175"/>
            <a:ext cx="1571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F5F8FA"/>
                </a:solidFill>
              </a:defRPr>
            </a:defPPr>
            <a:lvl1pPr>
              <a:defRPr sz="1200" b="1">
                <a:solidFill>
                  <a:srgbClr val="F5F8FA"/>
                </a:solidFill>
              </a:defRPr>
            </a:lvl1pPr>
            <a:lvl2pPr>
              <a:defRPr sz="1200" b="1">
                <a:solidFill>
                  <a:srgbClr val="F5F8FA"/>
                </a:solidFill>
              </a:defRPr>
            </a:lvl2pPr>
            <a:lvl3pPr>
              <a:defRPr sz="1200" b="1">
                <a:solidFill>
                  <a:srgbClr val="F5F8FA"/>
                </a:solidFill>
              </a:defRPr>
            </a:lvl3pPr>
            <a:lvl4pPr>
              <a:defRPr sz="1200" b="1">
                <a:solidFill>
                  <a:srgbClr val="F5F8FA"/>
                </a:solidFill>
              </a:defRPr>
            </a:lvl4pPr>
            <a:lvl5pPr>
              <a:defRPr sz="1200" b="1">
                <a:solidFill>
                  <a:srgbClr val="F5F8FA"/>
                </a:solidFill>
              </a:defRPr>
            </a:lvl5pPr>
            <a:lvl6pPr>
              <a:defRPr sz="1200" b="1">
                <a:solidFill>
                  <a:srgbClr val="F5F8FA"/>
                </a:solidFill>
              </a:defRPr>
            </a:lvl6pPr>
            <a:lvl7pPr>
              <a:defRPr sz="1200" b="1">
                <a:solidFill>
                  <a:srgbClr val="F5F8FA"/>
                </a:solidFill>
              </a:defRPr>
            </a:lvl7pPr>
            <a:lvl8pPr>
              <a:defRPr sz="1200" b="1">
                <a:solidFill>
                  <a:srgbClr val="F5F8FA"/>
                </a:solidFill>
              </a:defRPr>
            </a:lvl8pPr>
            <a:lvl9pPr>
              <a:defRPr sz="120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5F8FA"/>
                </a:solidFill>
              </a:defRPr>
            </a:pPr>
            <a:r>
              <a:rPr sz="1200" b="1">
                <a:solidFill>
                  <a:srgbClr val="F5F8FA"/>
                </a:solidFill>
              </a:rPr>
              <a:t>Monitoring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4DCB364-F250-4781-9885-7D28744AC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86175"/>
            <a:ext cx="2428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A8BAC8"/>
                </a:solidFill>
              </a:defRPr>
            </a:defPPr>
            <a:lvl1pPr>
              <a:defRPr sz="975" b="0">
                <a:solidFill>
                  <a:srgbClr val="A8BAC8"/>
                </a:solidFill>
              </a:defRPr>
            </a:lvl1pPr>
            <a:lvl2pPr>
              <a:defRPr sz="975" b="0">
                <a:solidFill>
                  <a:srgbClr val="A8BAC8"/>
                </a:solidFill>
              </a:defRPr>
            </a:lvl2pPr>
            <a:lvl3pPr>
              <a:defRPr sz="975" b="0">
                <a:solidFill>
                  <a:srgbClr val="A8BAC8"/>
                </a:solidFill>
              </a:defRPr>
            </a:lvl3pPr>
            <a:lvl4pPr>
              <a:defRPr sz="975" b="0">
                <a:solidFill>
                  <a:srgbClr val="A8BAC8"/>
                </a:solidFill>
              </a:defRPr>
            </a:lvl4pPr>
            <a:lvl5pPr>
              <a:defRPr sz="975" b="0">
                <a:solidFill>
                  <a:srgbClr val="A8BAC8"/>
                </a:solidFill>
              </a:defRPr>
            </a:lvl5pPr>
            <a:lvl6pPr>
              <a:defRPr sz="975" b="0">
                <a:solidFill>
                  <a:srgbClr val="A8BAC8"/>
                </a:solidFill>
              </a:defRPr>
            </a:lvl6pPr>
            <a:lvl7pPr>
              <a:defRPr sz="975" b="0">
                <a:solidFill>
                  <a:srgbClr val="A8BAC8"/>
                </a:solidFill>
              </a:defRPr>
            </a:lvl7pPr>
            <a:lvl8pPr>
              <a:defRPr sz="975" b="0">
                <a:solidFill>
                  <a:srgbClr val="A8BAC8"/>
                </a:solidFill>
              </a:defRPr>
            </a:lvl8pPr>
            <a:lvl9pPr>
              <a:defRPr sz="97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A8BAC8"/>
                </a:solidFill>
              </a:defRPr>
            </a:pPr>
            <a:r>
              <a:rPr sz="975" b="0">
                <a:solidFill>
                  <a:srgbClr val="A8BAC8"/>
                </a:solidFill>
              </a:rPr>
              <a:t>Drift • performance • capacity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B0B4A29-F25C-4360-8A36-4E9D68EDE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238625"/>
            <a:ext cx="9525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5566F85-6C56-4B43-9902-CA3ADAAE9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305300"/>
            <a:ext cx="11430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746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722A789-94C4-4B9C-83BB-D4EBD76B8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391025"/>
            <a:ext cx="44767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13106D5-6E14-440A-BD77-C49067F81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391025"/>
            <a:ext cx="666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AED45C3-4BF9-4DAA-97BE-FEF861427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67225"/>
            <a:ext cx="1571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F5F8FA"/>
                </a:solidFill>
              </a:defRPr>
            </a:defPPr>
            <a:lvl1pPr>
              <a:defRPr sz="1200" b="1">
                <a:solidFill>
                  <a:srgbClr val="F5F8FA"/>
                </a:solidFill>
              </a:defRPr>
            </a:lvl1pPr>
            <a:lvl2pPr>
              <a:defRPr sz="1200" b="1">
                <a:solidFill>
                  <a:srgbClr val="F5F8FA"/>
                </a:solidFill>
              </a:defRPr>
            </a:lvl2pPr>
            <a:lvl3pPr>
              <a:defRPr sz="1200" b="1">
                <a:solidFill>
                  <a:srgbClr val="F5F8FA"/>
                </a:solidFill>
              </a:defRPr>
            </a:lvl3pPr>
            <a:lvl4pPr>
              <a:defRPr sz="1200" b="1">
                <a:solidFill>
                  <a:srgbClr val="F5F8FA"/>
                </a:solidFill>
              </a:defRPr>
            </a:lvl4pPr>
            <a:lvl5pPr>
              <a:defRPr sz="1200" b="1">
                <a:solidFill>
                  <a:srgbClr val="F5F8FA"/>
                </a:solidFill>
              </a:defRPr>
            </a:lvl5pPr>
            <a:lvl6pPr>
              <a:defRPr sz="1200" b="1">
                <a:solidFill>
                  <a:srgbClr val="F5F8FA"/>
                </a:solidFill>
              </a:defRPr>
            </a:lvl6pPr>
            <a:lvl7pPr>
              <a:defRPr sz="1200" b="1">
                <a:solidFill>
                  <a:srgbClr val="F5F8FA"/>
                </a:solidFill>
              </a:defRPr>
            </a:lvl7pPr>
            <a:lvl8pPr>
              <a:defRPr sz="1200" b="1">
                <a:solidFill>
                  <a:srgbClr val="F5F8FA"/>
                </a:solidFill>
              </a:defRPr>
            </a:lvl8pPr>
            <a:lvl9pPr>
              <a:defRPr sz="120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5F8FA"/>
                </a:solidFill>
              </a:defRPr>
            </a:pPr>
            <a:r>
              <a:rPr sz="1200" b="1">
                <a:solidFill>
                  <a:srgbClr val="F5F8FA"/>
                </a:solidFill>
              </a:rPr>
              <a:t>LLM assist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6F0CDBE-65CB-4CD4-8758-58C318FB3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67225"/>
            <a:ext cx="2428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A8BAC8"/>
                </a:solidFill>
              </a:defRPr>
            </a:defPPr>
            <a:lvl1pPr>
              <a:defRPr sz="975" b="0">
                <a:solidFill>
                  <a:srgbClr val="A8BAC8"/>
                </a:solidFill>
              </a:defRPr>
            </a:lvl1pPr>
            <a:lvl2pPr>
              <a:defRPr sz="975" b="0">
                <a:solidFill>
                  <a:srgbClr val="A8BAC8"/>
                </a:solidFill>
              </a:defRPr>
            </a:lvl2pPr>
            <a:lvl3pPr>
              <a:defRPr sz="975" b="0">
                <a:solidFill>
                  <a:srgbClr val="A8BAC8"/>
                </a:solidFill>
              </a:defRPr>
            </a:lvl3pPr>
            <a:lvl4pPr>
              <a:defRPr sz="975" b="0">
                <a:solidFill>
                  <a:srgbClr val="A8BAC8"/>
                </a:solidFill>
              </a:defRPr>
            </a:lvl4pPr>
            <a:lvl5pPr>
              <a:defRPr sz="975" b="0">
                <a:solidFill>
                  <a:srgbClr val="A8BAC8"/>
                </a:solidFill>
              </a:defRPr>
            </a:lvl5pPr>
            <a:lvl6pPr>
              <a:defRPr sz="975" b="0">
                <a:solidFill>
                  <a:srgbClr val="A8BAC8"/>
                </a:solidFill>
              </a:defRPr>
            </a:lvl6pPr>
            <a:lvl7pPr>
              <a:defRPr sz="975" b="0">
                <a:solidFill>
                  <a:srgbClr val="A8BAC8"/>
                </a:solidFill>
              </a:defRPr>
            </a:lvl7pPr>
            <a:lvl8pPr>
              <a:defRPr sz="975" b="0">
                <a:solidFill>
                  <a:srgbClr val="A8BAC8"/>
                </a:solidFill>
              </a:defRPr>
            </a:lvl8pPr>
            <a:lvl9pPr>
              <a:defRPr sz="97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A8BAC8"/>
                </a:solidFill>
              </a:defRPr>
            </a:pPr>
            <a:r>
              <a:rPr sz="975" b="0">
                <a:solidFill>
                  <a:srgbClr val="A8BAC8"/>
                </a:solidFill>
              </a:rPr>
              <a:t>Redacted evidence summaries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8BCC9DB-F5E3-4F52-B729-422A06FE8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381375"/>
            <a:ext cx="1905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5B84B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AB4C649-C727-40DA-85D4-0CB8D8807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314700"/>
            <a:ext cx="11430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A1C525D-F4A3-48B0-82E6-19D556C1E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480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F5B84B"/>
                </a:solidFill>
              </a:defRPr>
            </a:defPPr>
            <a:lvl1pPr>
              <a:defRPr sz="900" b="1">
                <a:solidFill>
                  <a:srgbClr val="F5B84B"/>
                </a:solidFill>
              </a:defRPr>
            </a:lvl1pPr>
            <a:lvl2pPr>
              <a:defRPr sz="900" b="1">
                <a:solidFill>
                  <a:srgbClr val="F5B84B"/>
                </a:solidFill>
              </a:defRPr>
            </a:lvl2pPr>
            <a:lvl3pPr>
              <a:defRPr sz="900" b="1">
                <a:solidFill>
                  <a:srgbClr val="F5B84B"/>
                </a:solidFill>
              </a:defRPr>
            </a:lvl3pPr>
            <a:lvl4pPr>
              <a:defRPr sz="900" b="1">
                <a:solidFill>
                  <a:srgbClr val="F5B84B"/>
                </a:solidFill>
              </a:defRPr>
            </a:lvl4pPr>
            <a:lvl5pPr>
              <a:defRPr sz="900" b="1">
                <a:solidFill>
                  <a:srgbClr val="F5B84B"/>
                </a:solidFill>
              </a:defRPr>
            </a:lvl5pPr>
            <a:lvl6pPr>
              <a:defRPr sz="900" b="1">
                <a:solidFill>
                  <a:srgbClr val="F5B84B"/>
                </a:solidFill>
              </a:defRPr>
            </a:lvl6pPr>
            <a:lvl7pPr>
              <a:defRPr sz="900" b="1">
                <a:solidFill>
                  <a:srgbClr val="F5B84B"/>
                </a:solidFill>
              </a:defRPr>
            </a:lvl7pPr>
            <a:lvl8pPr>
              <a:defRPr sz="900" b="1">
                <a:solidFill>
                  <a:srgbClr val="F5B84B"/>
                </a:solidFill>
              </a:defRPr>
            </a:lvl8pPr>
            <a:lvl9pPr>
              <a:defRPr sz="900" b="1">
                <a:solidFill>
                  <a:srgbClr val="F5B84B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F5B84B"/>
                </a:solidFill>
              </a:defRPr>
            </a:pPr>
            <a:r>
              <a:rPr sz="900" b="1">
                <a:solidFill>
                  <a:srgbClr val="F5B84B"/>
                </a:solidFill>
              </a:rPr>
              <a:t>telemetry + feedback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030933E-359B-4598-8FF7-9F7B4AAE1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238625"/>
            <a:ext cx="1905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C7D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7485902-8056-480E-9B0B-A2FD29632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171950"/>
            <a:ext cx="11430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BDD2569-D793-450D-BA76-BECAC8FD7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324350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9C7D8"/>
                </a:solidFill>
              </a:defRPr>
            </a:defPPr>
            <a:lvl1pPr>
              <a:defRPr sz="900" b="1">
                <a:solidFill>
                  <a:srgbClr val="29C7D8"/>
                </a:solidFill>
              </a:defRPr>
            </a:lvl1pPr>
            <a:lvl2pPr>
              <a:defRPr sz="900" b="1">
                <a:solidFill>
                  <a:srgbClr val="29C7D8"/>
                </a:solidFill>
              </a:defRPr>
            </a:lvl2pPr>
            <a:lvl3pPr>
              <a:defRPr sz="900" b="1">
                <a:solidFill>
                  <a:srgbClr val="29C7D8"/>
                </a:solidFill>
              </a:defRPr>
            </a:lvl3pPr>
            <a:lvl4pPr>
              <a:defRPr sz="900" b="1">
                <a:solidFill>
                  <a:srgbClr val="29C7D8"/>
                </a:solidFill>
              </a:defRPr>
            </a:lvl4pPr>
            <a:lvl5pPr>
              <a:defRPr sz="900" b="1">
                <a:solidFill>
                  <a:srgbClr val="29C7D8"/>
                </a:solidFill>
              </a:defRPr>
            </a:lvl5pPr>
            <a:lvl6pPr>
              <a:defRPr sz="900" b="1">
                <a:solidFill>
                  <a:srgbClr val="29C7D8"/>
                </a:solidFill>
              </a:defRPr>
            </a:lvl6pPr>
            <a:lvl7pPr>
              <a:defRPr sz="900" b="1">
                <a:solidFill>
                  <a:srgbClr val="29C7D8"/>
                </a:solidFill>
              </a:defRPr>
            </a:lvl7pPr>
            <a:lvl8pPr>
              <a:defRPr sz="900" b="1">
                <a:solidFill>
                  <a:srgbClr val="29C7D8"/>
                </a:solidFill>
              </a:defRPr>
            </a:lvl8pPr>
            <a:lvl9pPr>
              <a:defRPr sz="900" b="1">
                <a:solidFill>
                  <a:srgbClr val="29C7D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9C7D8"/>
                </a:solidFill>
              </a:defRPr>
            </a:pPr>
            <a:r>
              <a:rPr sz="900" b="1">
                <a:solidFill>
                  <a:srgbClr val="29C7D8"/>
                </a:solidFill>
              </a:rPr>
              <a:t>signed model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1B22B20-B020-4BE6-A517-FA07D4AA6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24550"/>
            <a:ext cx="10810875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9525">
            <a:solidFill>
              <a:srgbClr val="2EC4A6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4249B8A-7B11-4B45-A7BB-F0B5A2FAA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2455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EC4A6"/>
                </a:solidFill>
              </a:defRPr>
            </a:defPPr>
            <a:lvl1pPr>
              <a:defRPr sz="900" b="1">
                <a:solidFill>
                  <a:srgbClr val="2EC4A6"/>
                </a:solidFill>
              </a:defRPr>
            </a:lvl1pPr>
            <a:lvl2pPr>
              <a:defRPr sz="900" b="1">
                <a:solidFill>
                  <a:srgbClr val="2EC4A6"/>
                </a:solidFill>
              </a:defRPr>
            </a:lvl2pPr>
            <a:lvl3pPr>
              <a:defRPr sz="900" b="1">
                <a:solidFill>
                  <a:srgbClr val="2EC4A6"/>
                </a:solidFill>
              </a:defRPr>
            </a:lvl3pPr>
            <a:lvl4pPr>
              <a:defRPr sz="900" b="1">
                <a:solidFill>
                  <a:srgbClr val="2EC4A6"/>
                </a:solidFill>
              </a:defRPr>
            </a:lvl4pPr>
            <a:lvl5pPr>
              <a:defRPr sz="900" b="1">
                <a:solidFill>
                  <a:srgbClr val="2EC4A6"/>
                </a:solidFill>
              </a:defRPr>
            </a:lvl5pPr>
            <a:lvl6pPr>
              <a:defRPr sz="900" b="1">
                <a:solidFill>
                  <a:srgbClr val="2EC4A6"/>
                </a:solidFill>
              </a:defRPr>
            </a:lvl6pPr>
            <a:lvl7pPr>
              <a:defRPr sz="900" b="1">
                <a:solidFill>
                  <a:srgbClr val="2EC4A6"/>
                </a:solidFill>
              </a:defRPr>
            </a:lvl7pPr>
            <a:lvl8pPr>
              <a:defRPr sz="900" b="1">
                <a:solidFill>
                  <a:srgbClr val="2EC4A6"/>
                </a:solidFill>
              </a:defRPr>
            </a:lvl8pPr>
            <a:lvl9pPr>
              <a:defRPr sz="900" b="1">
                <a:solidFill>
                  <a:srgbClr val="2EC4A6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EC4A6"/>
                </a:solidFill>
              </a:defRPr>
            </a:pPr>
            <a:r>
              <a:rPr sz="900" b="1">
                <a:solidFill>
                  <a:srgbClr val="2EC4A6"/>
                </a:solidFill>
              </a:rPr>
              <a:t>TAKEAWAY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0C53A5A-912A-476D-8944-DEF8AD960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924550"/>
            <a:ext cx="938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F5F8FA"/>
                </a:solidFill>
              </a:defRPr>
            </a:defPPr>
            <a:lvl1pPr>
              <a:defRPr sz="1125" b="1">
                <a:solidFill>
                  <a:srgbClr val="F5F8FA"/>
                </a:solidFill>
              </a:defRPr>
            </a:lvl1pPr>
            <a:lvl2pPr>
              <a:defRPr sz="1125" b="1">
                <a:solidFill>
                  <a:srgbClr val="F5F8FA"/>
                </a:solidFill>
              </a:defRPr>
            </a:lvl2pPr>
            <a:lvl3pPr>
              <a:defRPr sz="1125" b="1">
                <a:solidFill>
                  <a:srgbClr val="F5F8FA"/>
                </a:solidFill>
              </a:defRPr>
            </a:lvl3pPr>
            <a:lvl4pPr>
              <a:defRPr sz="1125" b="1">
                <a:solidFill>
                  <a:srgbClr val="F5F8FA"/>
                </a:solidFill>
              </a:defRPr>
            </a:lvl4pPr>
            <a:lvl5pPr>
              <a:defRPr sz="1125" b="1">
                <a:solidFill>
                  <a:srgbClr val="F5F8FA"/>
                </a:solidFill>
              </a:defRPr>
            </a:lvl5pPr>
            <a:lvl6pPr>
              <a:defRPr sz="1125" b="1">
                <a:solidFill>
                  <a:srgbClr val="F5F8FA"/>
                </a:solidFill>
              </a:defRPr>
            </a:lvl6pPr>
            <a:lvl7pPr>
              <a:defRPr sz="1125" b="1">
                <a:solidFill>
                  <a:srgbClr val="F5F8FA"/>
                </a:solidFill>
              </a:defRPr>
            </a:lvl7pPr>
            <a:lvl8pPr>
              <a:defRPr sz="1125" b="1">
                <a:solidFill>
                  <a:srgbClr val="F5F8FA"/>
                </a:solidFill>
              </a:defRPr>
            </a:lvl8pPr>
            <a:lvl9pPr>
              <a:defRPr sz="1125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F5F8FA"/>
                </a:solidFill>
              </a:defRPr>
            </a:pPr>
            <a:r>
              <a:rPr sz="1125" b="1">
                <a:solidFill>
                  <a:srgbClr val="F5F8FA"/>
                </a:solidFill>
              </a:rPr>
              <a:t>Edge inference protects privacy and latency; the central plane coordinates learning and governance.</a:t>
            </a:r>
          </a:p>
        </p:txBody>
      </p:sp>
    </p:spTree>
    <p:extLst>
      <p:ext uri="{BB962C8B-B14F-4D97-AF65-F5344CB8AC3E}">
        <p14:creationId xmlns:p14="http://schemas.microsoft.com/office/powerpoint/2010/main" val="109414487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08F2AB-B709-47A8-96D7-D8D456D1B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110EFA-0137-44B3-ACCB-3888BFA31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9C7D8"/>
                </a:solidFill>
              </a:defRPr>
            </a:defPPr>
            <a:lvl1pPr>
              <a:defRPr sz="900" b="1">
                <a:solidFill>
                  <a:srgbClr val="29C7D8"/>
                </a:solidFill>
              </a:defRPr>
            </a:lvl1pPr>
            <a:lvl2pPr>
              <a:defRPr sz="900" b="1">
                <a:solidFill>
                  <a:srgbClr val="29C7D8"/>
                </a:solidFill>
              </a:defRPr>
            </a:lvl2pPr>
            <a:lvl3pPr>
              <a:defRPr sz="900" b="1">
                <a:solidFill>
                  <a:srgbClr val="29C7D8"/>
                </a:solidFill>
              </a:defRPr>
            </a:lvl3pPr>
            <a:lvl4pPr>
              <a:defRPr sz="900" b="1">
                <a:solidFill>
                  <a:srgbClr val="29C7D8"/>
                </a:solidFill>
              </a:defRPr>
            </a:lvl4pPr>
            <a:lvl5pPr>
              <a:defRPr sz="900" b="1">
                <a:solidFill>
                  <a:srgbClr val="29C7D8"/>
                </a:solidFill>
              </a:defRPr>
            </a:lvl5pPr>
            <a:lvl6pPr>
              <a:defRPr sz="900" b="1">
                <a:solidFill>
                  <a:srgbClr val="29C7D8"/>
                </a:solidFill>
              </a:defRPr>
            </a:lvl6pPr>
            <a:lvl7pPr>
              <a:defRPr sz="900" b="1">
                <a:solidFill>
                  <a:srgbClr val="29C7D8"/>
                </a:solidFill>
              </a:defRPr>
            </a:lvl7pPr>
            <a:lvl8pPr>
              <a:defRPr sz="900" b="1">
                <a:solidFill>
                  <a:srgbClr val="29C7D8"/>
                </a:solidFill>
              </a:defRPr>
            </a:lvl8pPr>
            <a:lvl9pPr>
              <a:defRPr sz="900" b="1">
                <a:solidFill>
                  <a:srgbClr val="29C7D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9C7D8"/>
                </a:solidFill>
              </a:defRPr>
            </a:pPr>
            <a:r>
              <a:rPr sz="900" b="1">
                <a:solidFill>
                  <a:srgbClr val="29C7D8"/>
                </a:solidFill>
              </a:rPr>
              <a:t>CAPSTONE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391B9B-F81C-4393-AB35-F031B7955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43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F5F8FA"/>
                </a:solidFill>
              </a:defRPr>
            </a:defPPr>
            <a:lvl1pPr>
              <a:defRPr sz="2550" b="1">
                <a:solidFill>
                  <a:srgbClr val="F5F8FA"/>
                </a:solidFill>
              </a:defRPr>
            </a:lvl1pPr>
            <a:lvl2pPr>
              <a:defRPr sz="2550" b="1">
                <a:solidFill>
                  <a:srgbClr val="F5F8FA"/>
                </a:solidFill>
              </a:defRPr>
            </a:lvl2pPr>
            <a:lvl3pPr>
              <a:defRPr sz="2550" b="1">
                <a:solidFill>
                  <a:srgbClr val="F5F8FA"/>
                </a:solidFill>
              </a:defRPr>
            </a:lvl3pPr>
            <a:lvl4pPr>
              <a:defRPr sz="2550" b="1">
                <a:solidFill>
                  <a:srgbClr val="F5F8FA"/>
                </a:solidFill>
              </a:defRPr>
            </a:lvl4pPr>
            <a:lvl5pPr>
              <a:defRPr sz="2550" b="1">
                <a:solidFill>
                  <a:srgbClr val="F5F8FA"/>
                </a:solidFill>
              </a:defRPr>
            </a:lvl5pPr>
            <a:lvl6pPr>
              <a:defRPr sz="2550" b="1">
                <a:solidFill>
                  <a:srgbClr val="F5F8FA"/>
                </a:solidFill>
              </a:defRPr>
            </a:lvl6pPr>
            <a:lvl7pPr>
              <a:defRPr sz="2550" b="1">
                <a:solidFill>
                  <a:srgbClr val="F5F8FA"/>
                </a:solidFill>
              </a:defRPr>
            </a:lvl7pPr>
            <a:lvl8pPr>
              <a:defRPr sz="2550" b="1">
                <a:solidFill>
                  <a:srgbClr val="F5F8FA"/>
                </a:solidFill>
              </a:defRPr>
            </a:lvl8pPr>
            <a:lvl9pPr>
              <a:defRPr sz="25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5F8FA"/>
                </a:solidFill>
              </a:defRPr>
            </a:pPr>
            <a:r>
              <a:rPr sz="2550" b="1">
                <a:solidFill>
                  <a:srgbClr val="F5F8FA"/>
                </a:solidFill>
              </a:rPr>
              <a:t>The key result is about diversity, not just model complexity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D45F62-1C89-4FD7-A643-3E3EF7623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287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A8BAC8"/>
                </a:solidFill>
              </a:defRPr>
            </a:defPPr>
            <a:lvl1pPr>
              <a:defRPr sz="1275" b="0">
                <a:solidFill>
                  <a:srgbClr val="A8BAC8"/>
                </a:solidFill>
              </a:defRPr>
            </a:lvl1pPr>
            <a:lvl2pPr>
              <a:defRPr sz="1275" b="0">
                <a:solidFill>
                  <a:srgbClr val="A8BAC8"/>
                </a:solidFill>
              </a:defRPr>
            </a:lvl2pPr>
            <a:lvl3pPr>
              <a:defRPr sz="1275" b="0">
                <a:solidFill>
                  <a:srgbClr val="A8BAC8"/>
                </a:solidFill>
              </a:defRPr>
            </a:lvl3pPr>
            <a:lvl4pPr>
              <a:defRPr sz="1275" b="0">
                <a:solidFill>
                  <a:srgbClr val="A8BAC8"/>
                </a:solidFill>
              </a:defRPr>
            </a:lvl4pPr>
            <a:lvl5pPr>
              <a:defRPr sz="1275" b="0">
                <a:solidFill>
                  <a:srgbClr val="A8BAC8"/>
                </a:solidFill>
              </a:defRPr>
            </a:lvl5pPr>
            <a:lvl6pPr>
              <a:defRPr sz="1275" b="0">
                <a:solidFill>
                  <a:srgbClr val="A8BAC8"/>
                </a:solidFill>
              </a:defRPr>
            </a:lvl6pPr>
            <a:lvl7pPr>
              <a:defRPr sz="1275" b="0">
                <a:solidFill>
                  <a:srgbClr val="A8BAC8"/>
                </a:solidFill>
              </a:defRPr>
            </a:lvl7pPr>
            <a:lvl8pPr>
              <a:defRPr sz="1275" b="0">
                <a:solidFill>
                  <a:srgbClr val="A8BAC8"/>
                </a:solidFill>
              </a:defRPr>
            </a:lvl8pPr>
            <a:lvl9pPr>
              <a:defRPr sz="127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A8BAC8"/>
                </a:solidFill>
              </a:defRPr>
            </a:pPr>
            <a:r>
              <a:rPr sz="1275" b="0">
                <a:solidFill>
                  <a:srgbClr val="A8BAC8"/>
                </a:solidFill>
              </a:rPr>
              <a:t>The project now has an evidence-based path from EDA to deployment experimentation.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F64ED2-9C15-494E-8C7D-894D32E8A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71600"/>
            <a:ext cx="11239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83240D-0E5F-44BD-B7C8-752F9E0E8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A8BAC8"/>
                </a:solidFill>
              </a:defRPr>
            </a:defPPr>
            <a:lvl1pPr>
              <a:defRPr sz="900" b="1">
                <a:solidFill>
                  <a:srgbClr val="A8BAC8"/>
                </a:solidFill>
              </a:defRPr>
            </a:lvl1pPr>
            <a:lvl2pPr>
              <a:defRPr sz="900" b="1">
                <a:solidFill>
                  <a:srgbClr val="A8BAC8"/>
                </a:solidFill>
              </a:defRPr>
            </a:lvl2pPr>
            <a:lvl3pPr>
              <a:defRPr sz="900" b="1">
                <a:solidFill>
                  <a:srgbClr val="A8BAC8"/>
                </a:solidFill>
              </a:defRPr>
            </a:lvl3pPr>
            <a:lvl4pPr>
              <a:defRPr sz="900" b="1">
                <a:solidFill>
                  <a:srgbClr val="A8BAC8"/>
                </a:solidFill>
              </a:defRPr>
            </a:lvl4pPr>
            <a:lvl5pPr>
              <a:defRPr sz="900" b="1">
                <a:solidFill>
                  <a:srgbClr val="A8BAC8"/>
                </a:solidFill>
              </a:defRPr>
            </a:lvl5pPr>
            <a:lvl6pPr>
              <a:defRPr sz="900" b="1">
                <a:solidFill>
                  <a:srgbClr val="A8BAC8"/>
                </a:solidFill>
              </a:defRPr>
            </a:lvl6pPr>
            <a:lvl7pPr>
              <a:defRPr sz="900" b="1">
                <a:solidFill>
                  <a:srgbClr val="A8BAC8"/>
                </a:solidFill>
              </a:defRPr>
            </a:lvl7pPr>
            <a:lvl8pPr>
              <a:defRPr sz="900" b="1">
                <a:solidFill>
                  <a:srgbClr val="A8BAC8"/>
                </a:solidFill>
              </a:defRPr>
            </a:lvl8pPr>
            <a:lvl9pPr>
              <a:defRPr sz="900" b="1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A8BAC8"/>
                </a:solidFill>
              </a:defRPr>
            </a:pPr>
            <a:r>
              <a:rPr sz="900" b="1">
                <a:solidFill>
                  <a:srgbClr val="A8BAC8"/>
                </a:solidFill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A29353-D64D-47AE-A90E-04520B1F6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621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04773F-607C-41BB-B1CE-02992956B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62125"/>
            <a:ext cx="666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84E16D-0D00-44AE-A46A-0A2DABECA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33575"/>
            <a:ext cx="2905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1 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BC57DB-014D-4A7E-BD36-B278EFFBB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290512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AC8"/>
                </a:solidFill>
              </a:defRPr>
            </a:defPPr>
            <a:lvl1pPr>
              <a:defRPr sz="1125" b="0">
                <a:solidFill>
                  <a:srgbClr val="A8BAC8"/>
                </a:solidFill>
              </a:defRPr>
            </a:lvl1pPr>
            <a:lvl2pPr>
              <a:defRPr sz="1125" b="0">
                <a:solidFill>
                  <a:srgbClr val="A8BAC8"/>
                </a:solidFill>
              </a:defRPr>
            </a:lvl2pPr>
            <a:lvl3pPr>
              <a:defRPr sz="1125" b="0">
                <a:solidFill>
                  <a:srgbClr val="A8BAC8"/>
                </a:solidFill>
              </a:defRPr>
            </a:lvl3pPr>
            <a:lvl4pPr>
              <a:defRPr sz="1125" b="0">
                <a:solidFill>
                  <a:srgbClr val="A8BAC8"/>
                </a:solidFill>
              </a:defRPr>
            </a:lvl4pPr>
            <a:lvl5pPr>
              <a:defRPr sz="1125" b="0">
                <a:solidFill>
                  <a:srgbClr val="A8BAC8"/>
                </a:solidFill>
              </a:defRPr>
            </a:lvl5pPr>
            <a:lvl6pPr>
              <a:defRPr sz="1125" b="0">
                <a:solidFill>
                  <a:srgbClr val="A8BAC8"/>
                </a:solidFill>
              </a:defRPr>
            </a:lvl6pPr>
            <a:lvl7pPr>
              <a:defRPr sz="1125" b="0">
                <a:solidFill>
                  <a:srgbClr val="A8BAC8"/>
                </a:solidFill>
              </a:defRPr>
            </a:lvl7pPr>
            <a:lvl8pPr>
              <a:defRPr sz="1125" b="0">
                <a:solidFill>
                  <a:srgbClr val="A8BAC8"/>
                </a:solidFill>
              </a:defRPr>
            </a:lvl8pPr>
            <a:lvl9pPr>
              <a:defRPr sz="112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Class imbalance, heavy tails, lab shortcuts, and cross-year drift make robust evaluation essential.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01BCD1-A319-4A02-9F97-3C06F0A63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621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3A9CE1-E219-441E-9CB3-C47EFF871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62125"/>
            <a:ext cx="666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CAF1B0-9261-4CC6-89C0-C193CC38E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933575"/>
            <a:ext cx="2905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2  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BA1D0B-AE7B-4A0B-9E94-A24E7F541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33625"/>
            <a:ext cx="290512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AC8"/>
                </a:solidFill>
              </a:defRPr>
            </a:defPPr>
            <a:lvl1pPr>
              <a:defRPr sz="1125" b="0">
                <a:solidFill>
                  <a:srgbClr val="A8BAC8"/>
                </a:solidFill>
              </a:defRPr>
            </a:lvl1pPr>
            <a:lvl2pPr>
              <a:defRPr sz="1125" b="0">
                <a:solidFill>
                  <a:srgbClr val="A8BAC8"/>
                </a:solidFill>
              </a:defRPr>
            </a:lvl2pPr>
            <a:lvl3pPr>
              <a:defRPr sz="1125" b="0">
                <a:solidFill>
                  <a:srgbClr val="A8BAC8"/>
                </a:solidFill>
              </a:defRPr>
            </a:lvl3pPr>
            <a:lvl4pPr>
              <a:defRPr sz="1125" b="0">
                <a:solidFill>
                  <a:srgbClr val="A8BAC8"/>
                </a:solidFill>
              </a:defRPr>
            </a:lvl4pPr>
            <a:lvl5pPr>
              <a:defRPr sz="1125" b="0">
                <a:solidFill>
                  <a:srgbClr val="A8BAC8"/>
                </a:solidFill>
              </a:defRPr>
            </a:lvl5pPr>
            <a:lvl6pPr>
              <a:defRPr sz="1125" b="0">
                <a:solidFill>
                  <a:srgbClr val="A8BAC8"/>
                </a:solidFill>
              </a:defRPr>
            </a:lvl6pPr>
            <a:lvl7pPr>
              <a:defRPr sz="1125" b="0">
                <a:solidFill>
                  <a:srgbClr val="A8BAC8"/>
                </a:solidFill>
              </a:defRPr>
            </a:lvl7pPr>
            <a:lvl8pPr>
              <a:defRPr sz="1125" b="0">
                <a:solidFill>
                  <a:srgbClr val="A8BAC8"/>
                </a:solidFill>
              </a:defRPr>
            </a:lvl8pPr>
            <a:lvl9pPr>
              <a:defRPr sz="112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Single-network models transfer poorly. Mixed-network training gives the best balance across both known datasets.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C37E7E-12D3-4ACE-B7CE-9BBB36AD3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762125"/>
            <a:ext cx="36195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FDF751-4ABA-458C-9D88-8BDA645FA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762125"/>
            <a:ext cx="666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A1A0D5-322E-498B-84A8-8507491A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33575"/>
            <a:ext cx="319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3  Next step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9FA306-1619-4758-961F-EFF2EAEBC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33625"/>
            <a:ext cx="319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AC8"/>
                </a:solidFill>
              </a:defRPr>
            </a:defPPr>
            <a:lvl1pPr>
              <a:defRPr sz="1125" b="0">
                <a:solidFill>
                  <a:srgbClr val="A8BAC8"/>
                </a:solidFill>
              </a:defRPr>
            </a:lvl1pPr>
            <a:lvl2pPr>
              <a:defRPr sz="1125" b="0">
                <a:solidFill>
                  <a:srgbClr val="A8BAC8"/>
                </a:solidFill>
              </a:defRPr>
            </a:lvl2pPr>
            <a:lvl3pPr>
              <a:defRPr sz="1125" b="0">
                <a:solidFill>
                  <a:srgbClr val="A8BAC8"/>
                </a:solidFill>
              </a:defRPr>
            </a:lvl3pPr>
            <a:lvl4pPr>
              <a:defRPr sz="1125" b="0">
                <a:solidFill>
                  <a:srgbClr val="A8BAC8"/>
                </a:solidFill>
              </a:defRPr>
            </a:lvl4pPr>
            <a:lvl5pPr>
              <a:defRPr sz="1125" b="0">
                <a:solidFill>
                  <a:srgbClr val="A8BAC8"/>
                </a:solidFill>
              </a:defRPr>
            </a:lvl5pPr>
            <a:lvl6pPr>
              <a:defRPr sz="1125" b="0">
                <a:solidFill>
                  <a:srgbClr val="A8BAC8"/>
                </a:solidFill>
              </a:defRPr>
            </a:lvl6pPr>
            <a:lvl7pPr>
              <a:defRPr sz="1125" b="0">
                <a:solidFill>
                  <a:srgbClr val="A8BAC8"/>
                </a:solidFill>
              </a:defRPr>
            </a:lvl7pPr>
            <a:lvl8pPr>
              <a:defRPr sz="1125" b="0">
                <a:solidFill>
                  <a:srgbClr val="A8BAC8"/>
                </a:solidFill>
              </a:defRPr>
            </a:lvl8pPr>
            <a:lvl9pPr>
              <a:defRPr sz="112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Validate on a third or live environment, calibrate thresholds, run shadow deployment, and monitor drift and alert burden.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BE24D7-3AAA-4958-BC36-6AAC5F8C0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24550"/>
            <a:ext cx="10810875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9525">
            <a:solidFill>
              <a:srgbClr val="2EC4A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54C54A-2F45-4887-887A-DFB7DAFC9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2455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EC4A6"/>
                </a:solidFill>
              </a:defRPr>
            </a:defPPr>
            <a:lvl1pPr>
              <a:defRPr sz="900" b="1">
                <a:solidFill>
                  <a:srgbClr val="2EC4A6"/>
                </a:solidFill>
              </a:defRPr>
            </a:lvl1pPr>
            <a:lvl2pPr>
              <a:defRPr sz="900" b="1">
                <a:solidFill>
                  <a:srgbClr val="2EC4A6"/>
                </a:solidFill>
              </a:defRPr>
            </a:lvl2pPr>
            <a:lvl3pPr>
              <a:defRPr sz="900" b="1">
                <a:solidFill>
                  <a:srgbClr val="2EC4A6"/>
                </a:solidFill>
              </a:defRPr>
            </a:lvl3pPr>
            <a:lvl4pPr>
              <a:defRPr sz="900" b="1">
                <a:solidFill>
                  <a:srgbClr val="2EC4A6"/>
                </a:solidFill>
              </a:defRPr>
            </a:lvl4pPr>
            <a:lvl5pPr>
              <a:defRPr sz="900" b="1">
                <a:solidFill>
                  <a:srgbClr val="2EC4A6"/>
                </a:solidFill>
              </a:defRPr>
            </a:lvl5pPr>
            <a:lvl6pPr>
              <a:defRPr sz="900" b="1">
                <a:solidFill>
                  <a:srgbClr val="2EC4A6"/>
                </a:solidFill>
              </a:defRPr>
            </a:lvl6pPr>
            <a:lvl7pPr>
              <a:defRPr sz="900" b="1">
                <a:solidFill>
                  <a:srgbClr val="2EC4A6"/>
                </a:solidFill>
              </a:defRPr>
            </a:lvl7pPr>
            <a:lvl8pPr>
              <a:defRPr sz="900" b="1">
                <a:solidFill>
                  <a:srgbClr val="2EC4A6"/>
                </a:solidFill>
              </a:defRPr>
            </a:lvl8pPr>
            <a:lvl9pPr>
              <a:defRPr sz="900" b="1">
                <a:solidFill>
                  <a:srgbClr val="2EC4A6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EC4A6"/>
                </a:solidFill>
              </a:defRPr>
            </a:pPr>
            <a:r>
              <a:rPr sz="900" b="1">
                <a:solidFill>
                  <a:srgbClr val="2EC4A6"/>
                </a:solidFill>
              </a:rPr>
              <a:t>TAKEAWAY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AE5BDC-736B-43B9-AEE8-D8B323009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924550"/>
            <a:ext cx="938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F5F8FA"/>
                </a:solidFill>
              </a:defRPr>
            </a:defPPr>
            <a:lvl1pPr>
              <a:defRPr sz="1125" b="1">
                <a:solidFill>
                  <a:srgbClr val="F5F8FA"/>
                </a:solidFill>
              </a:defRPr>
            </a:lvl1pPr>
            <a:lvl2pPr>
              <a:defRPr sz="1125" b="1">
                <a:solidFill>
                  <a:srgbClr val="F5F8FA"/>
                </a:solidFill>
              </a:defRPr>
            </a:lvl2pPr>
            <a:lvl3pPr>
              <a:defRPr sz="1125" b="1">
                <a:solidFill>
                  <a:srgbClr val="F5F8FA"/>
                </a:solidFill>
              </a:defRPr>
            </a:lvl3pPr>
            <a:lvl4pPr>
              <a:defRPr sz="1125" b="1">
                <a:solidFill>
                  <a:srgbClr val="F5F8FA"/>
                </a:solidFill>
              </a:defRPr>
            </a:lvl4pPr>
            <a:lvl5pPr>
              <a:defRPr sz="1125" b="1">
                <a:solidFill>
                  <a:srgbClr val="F5F8FA"/>
                </a:solidFill>
              </a:defRPr>
            </a:lvl5pPr>
            <a:lvl6pPr>
              <a:defRPr sz="1125" b="1">
                <a:solidFill>
                  <a:srgbClr val="F5F8FA"/>
                </a:solidFill>
              </a:defRPr>
            </a:lvl6pPr>
            <a:lvl7pPr>
              <a:defRPr sz="1125" b="1">
                <a:solidFill>
                  <a:srgbClr val="F5F8FA"/>
                </a:solidFill>
              </a:defRPr>
            </a:lvl7pPr>
            <a:lvl8pPr>
              <a:defRPr sz="1125" b="1">
                <a:solidFill>
                  <a:srgbClr val="F5F8FA"/>
                </a:solidFill>
              </a:defRPr>
            </a:lvl8pPr>
            <a:lvl9pPr>
              <a:defRPr sz="1125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F5F8FA"/>
                </a:solidFill>
              </a:defRPr>
            </a:pPr>
            <a:r>
              <a:rPr sz="1125" b="1">
                <a:solidFill>
                  <a:srgbClr val="F5F8FA"/>
                </a:solidFill>
              </a:rPr>
              <a:t>Recommended direction: mixed-environment training with local inference and governed continuous improvement.</a:t>
            </a:r>
          </a:p>
        </p:txBody>
      </p:sp>
    </p:spTree>
    <p:extLst>
      <p:ext uri="{BB962C8B-B14F-4D97-AF65-F5344CB8AC3E}">
        <p14:creationId xmlns:p14="http://schemas.microsoft.com/office/powerpoint/2010/main" val="202120290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9A2760-9589-4F5B-9BAD-86FCACA1A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F823C9-1C86-4EE9-B7DC-34BE022E2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9C7D8"/>
                </a:solidFill>
              </a:defRPr>
            </a:defPPr>
            <a:lvl1pPr>
              <a:defRPr sz="900" b="1">
                <a:solidFill>
                  <a:srgbClr val="29C7D8"/>
                </a:solidFill>
              </a:defRPr>
            </a:lvl1pPr>
            <a:lvl2pPr>
              <a:defRPr sz="900" b="1">
                <a:solidFill>
                  <a:srgbClr val="29C7D8"/>
                </a:solidFill>
              </a:defRPr>
            </a:lvl2pPr>
            <a:lvl3pPr>
              <a:defRPr sz="900" b="1">
                <a:solidFill>
                  <a:srgbClr val="29C7D8"/>
                </a:solidFill>
              </a:defRPr>
            </a:lvl3pPr>
            <a:lvl4pPr>
              <a:defRPr sz="900" b="1">
                <a:solidFill>
                  <a:srgbClr val="29C7D8"/>
                </a:solidFill>
              </a:defRPr>
            </a:lvl4pPr>
            <a:lvl5pPr>
              <a:defRPr sz="900" b="1">
                <a:solidFill>
                  <a:srgbClr val="29C7D8"/>
                </a:solidFill>
              </a:defRPr>
            </a:lvl5pPr>
            <a:lvl6pPr>
              <a:defRPr sz="900" b="1">
                <a:solidFill>
                  <a:srgbClr val="29C7D8"/>
                </a:solidFill>
              </a:defRPr>
            </a:lvl6pPr>
            <a:lvl7pPr>
              <a:defRPr sz="900" b="1">
                <a:solidFill>
                  <a:srgbClr val="29C7D8"/>
                </a:solidFill>
              </a:defRPr>
            </a:lvl7pPr>
            <a:lvl8pPr>
              <a:defRPr sz="900" b="1">
                <a:solidFill>
                  <a:srgbClr val="29C7D8"/>
                </a:solidFill>
              </a:defRPr>
            </a:lvl8pPr>
            <a:lvl9pPr>
              <a:defRPr sz="900" b="1">
                <a:solidFill>
                  <a:srgbClr val="29C7D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9C7D8"/>
                </a:solidFill>
              </a:defRPr>
            </a:pPr>
            <a:r>
              <a:rPr sz="900" b="1">
                <a:solidFill>
                  <a:srgbClr val="29C7D8"/>
                </a:solidFill>
              </a:rPr>
              <a:t>APPENDIX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F09901-693B-4FB7-A039-A2EA8AF0C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43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F5F8FA"/>
                </a:solidFill>
              </a:defRPr>
            </a:defPPr>
            <a:lvl1pPr>
              <a:defRPr sz="2550" b="1">
                <a:solidFill>
                  <a:srgbClr val="F5F8FA"/>
                </a:solidFill>
              </a:defRPr>
            </a:lvl1pPr>
            <a:lvl2pPr>
              <a:defRPr sz="2550" b="1">
                <a:solidFill>
                  <a:srgbClr val="F5F8FA"/>
                </a:solidFill>
              </a:defRPr>
            </a:lvl2pPr>
            <a:lvl3pPr>
              <a:defRPr sz="2550" b="1">
                <a:solidFill>
                  <a:srgbClr val="F5F8FA"/>
                </a:solidFill>
              </a:defRPr>
            </a:lvl3pPr>
            <a:lvl4pPr>
              <a:defRPr sz="2550" b="1">
                <a:solidFill>
                  <a:srgbClr val="F5F8FA"/>
                </a:solidFill>
              </a:defRPr>
            </a:lvl4pPr>
            <a:lvl5pPr>
              <a:defRPr sz="2550" b="1">
                <a:solidFill>
                  <a:srgbClr val="F5F8FA"/>
                </a:solidFill>
              </a:defRPr>
            </a:lvl5pPr>
            <a:lvl6pPr>
              <a:defRPr sz="2550" b="1">
                <a:solidFill>
                  <a:srgbClr val="F5F8FA"/>
                </a:solidFill>
              </a:defRPr>
            </a:lvl6pPr>
            <a:lvl7pPr>
              <a:defRPr sz="2550" b="1">
                <a:solidFill>
                  <a:srgbClr val="F5F8FA"/>
                </a:solidFill>
              </a:defRPr>
            </a:lvl7pPr>
            <a:lvl8pPr>
              <a:defRPr sz="2550" b="1">
                <a:solidFill>
                  <a:srgbClr val="F5F8FA"/>
                </a:solidFill>
              </a:defRPr>
            </a:lvl8pPr>
            <a:lvl9pPr>
              <a:defRPr sz="25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5F8FA"/>
                </a:solidFill>
              </a:defRPr>
            </a:pPr>
            <a:r>
              <a:rPr sz="2550" b="1">
                <a:solidFill>
                  <a:srgbClr val="F5F8FA"/>
                </a:solidFill>
              </a:rPr>
              <a:t>Appendix: dataset and split details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3EB32C-9476-4884-BC41-4CDBF2953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287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A8BAC8"/>
                </a:solidFill>
              </a:defRPr>
            </a:defPPr>
            <a:lvl1pPr>
              <a:defRPr sz="1275" b="0">
                <a:solidFill>
                  <a:srgbClr val="A8BAC8"/>
                </a:solidFill>
              </a:defRPr>
            </a:lvl1pPr>
            <a:lvl2pPr>
              <a:defRPr sz="1275" b="0">
                <a:solidFill>
                  <a:srgbClr val="A8BAC8"/>
                </a:solidFill>
              </a:defRPr>
            </a:lvl2pPr>
            <a:lvl3pPr>
              <a:defRPr sz="1275" b="0">
                <a:solidFill>
                  <a:srgbClr val="A8BAC8"/>
                </a:solidFill>
              </a:defRPr>
            </a:lvl3pPr>
            <a:lvl4pPr>
              <a:defRPr sz="1275" b="0">
                <a:solidFill>
                  <a:srgbClr val="A8BAC8"/>
                </a:solidFill>
              </a:defRPr>
            </a:lvl4pPr>
            <a:lvl5pPr>
              <a:defRPr sz="1275" b="0">
                <a:solidFill>
                  <a:srgbClr val="A8BAC8"/>
                </a:solidFill>
              </a:defRPr>
            </a:lvl5pPr>
            <a:lvl6pPr>
              <a:defRPr sz="1275" b="0">
                <a:solidFill>
                  <a:srgbClr val="A8BAC8"/>
                </a:solidFill>
              </a:defRPr>
            </a:lvl6pPr>
            <a:lvl7pPr>
              <a:defRPr sz="1275" b="0">
                <a:solidFill>
                  <a:srgbClr val="A8BAC8"/>
                </a:solidFill>
              </a:defRPr>
            </a:lvl7pPr>
            <a:lvl8pPr>
              <a:defRPr sz="1275" b="0">
                <a:solidFill>
                  <a:srgbClr val="A8BAC8"/>
                </a:solidFill>
              </a:defRPr>
            </a:lvl8pPr>
            <a:lvl9pPr>
              <a:defRPr sz="127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A8BAC8"/>
                </a:solidFill>
              </a:defRPr>
            </a:pPr>
            <a:r>
              <a:rPr sz="1275" b="0">
                <a:solidFill>
                  <a:srgbClr val="A8BAC8"/>
                </a:solidFill>
              </a:rPr>
              <a:t>Technical context for reproducibility and interpretation.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97871F-9223-4A9A-8BD1-62218DBA3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71600"/>
            <a:ext cx="11239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E7564F-DED9-436B-8966-4C2013436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A8BAC8"/>
                </a:solidFill>
              </a:defRPr>
            </a:defPPr>
            <a:lvl1pPr>
              <a:defRPr sz="900" b="1">
                <a:solidFill>
                  <a:srgbClr val="A8BAC8"/>
                </a:solidFill>
              </a:defRPr>
            </a:lvl1pPr>
            <a:lvl2pPr>
              <a:defRPr sz="900" b="1">
                <a:solidFill>
                  <a:srgbClr val="A8BAC8"/>
                </a:solidFill>
              </a:defRPr>
            </a:lvl2pPr>
            <a:lvl3pPr>
              <a:defRPr sz="900" b="1">
                <a:solidFill>
                  <a:srgbClr val="A8BAC8"/>
                </a:solidFill>
              </a:defRPr>
            </a:lvl3pPr>
            <a:lvl4pPr>
              <a:defRPr sz="900" b="1">
                <a:solidFill>
                  <a:srgbClr val="A8BAC8"/>
                </a:solidFill>
              </a:defRPr>
            </a:lvl4pPr>
            <a:lvl5pPr>
              <a:defRPr sz="900" b="1">
                <a:solidFill>
                  <a:srgbClr val="A8BAC8"/>
                </a:solidFill>
              </a:defRPr>
            </a:lvl5pPr>
            <a:lvl6pPr>
              <a:defRPr sz="900" b="1">
                <a:solidFill>
                  <a:srgbClr val="A8BAC8"/>
                </a:solidFill>
              </a:defRPr>
            </a:lvl6pPr>
            <a:lvl7pPr>
              <a:defRPr sz="900" b="1">
                <a:solidFill>
                  <a:srgbClr val="A8BAC8"/>
                </a:solidFill>
              </a:defRPr>
            </a:lvl7pPr>
            <a:lvl8pPr>
              <a:defRPr sz="900" b="1">
                <a:solidFill>
                  <a:srgbClr val="A8BAC8"/>
                </a:solidFill>
              </a:defRPr>
            </a:lvl8pPr>
            <a:lvl9pPr>
              <a:defRPr sz="900" b="1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A8BAC8"/>
                </a:solidFill>
              </a:defRPr>
            </a:pPr>
            <a:r>
              <a:rPr sz="900" b="1">
                <a:solidFill>
                  <a:srgbClr val="A8BAC8"/>
                </a:solidFill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5C1377-1BD4-4383-A12B-3E73007BB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14500"/>
            <a:ext cx="3333750" cy="34290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403181-8CE7-4601-A142-2C4EF9E7A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14500"/>
            <a:ext cx="6667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B1CCE5-4CCF-4981-A379-1BCCCC6FC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2905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2017 source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323BFD-6973-4252-B87D-65E5C5591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2905125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AC8"/>
                </a:solidFill>
              </a:defRPr>
            </a:defPPr>
            <a:lvl1pPr>
              <a:defRPr sz="1125" b="0">
                <a:solidFill>
                  <a:srgbClr val="A8BAC8"/>
                </a:solidFill>
              </a:defRPr>
            </a:lvl1pPr>
            <a:lvl2pPr>
              <a:defRPr sz="1125" b="0">
                <a:solidFill>
                  <a:srgbClr val="A8BAC8"/>
                </a:solidFill>
              </a:defRPr>
            </a:lvl2pPr>
            <a:lvl3pPr>
              <a:defRPr sz="1125" b="0">
                <a:solidFill>
                  <a:srgbClr val="A8BAC8"/>
                </a:solidFill>
              </a:defRPr>
            </a:lvl3pPr>
            <a:lvl4pPr>
              <a:defRPr sz="1125" b="0">
                <a:solidFill>
                  <a:srgbClr val="A8BAC8"/>
                </a:solidFill>
              </a:defRPr>
            </a:lvl4pPr>
            <a:lvl5pPr>
              <a:defRPr sz="1125" b="0">
                <a:solidFill>
                  <a:srgbClr val="A8BAC8"/>
                </a:solidFill>
              </a:defRPr>
            </a:lvl5pPr>
            <a:lvl6pPr>
              <a:defRPr sz="1125" b="0">
                <a:solidFill>
                  <a:srgbClr val="A8BAC8"/>
                </a:solidFill>
              </a:defRPr>
            </a:lvl6pPr>
            <a:lvl7pPr>
              <a:defRPr sz="1125" b="0">
                <a:solidFill>
                  <a:srgbClr val="A8BAC8"/>
                </a:solidFill>
              </a:defRPr>
            </a:lvl7pPr>
            <a:lvl8pPr>
              <a:defRPr sz="1125" b="0">
                <a:solidFill>
                  <a:srgbClr val="A8BAC8"/>
                </a:solidFill>
              </a:defRPr>
            </a:lvl8pPr>
            <a:lvl9pPr>
              <a:defRPr sz="112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~2.10M flows</a:t>
            </a:r>
          </a:p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5 files</a:t>
            </a:r>
          </a:p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75.36% benign</a:t>
            </a:r>
          </a:p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91 raw columns</a:t>
            </a:r>
          </a:p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Chronological split for time robustness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C8BB61-2B1F-4D4A-B4B4-C90EC22F7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14500"/>
            <a:ext cx="3333750" cy="34290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E6AB99-B3E0-4F86-8603-89C12750A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14500"/>
            <a:ext cx="6667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F849D9-1068-4C4D-AF3F-9A9B6220B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885950"/>
            <a:ext cx="2905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2018 source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59D300-D23C-4F06-8F6A-78A7489D0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286000"/>
            <a:ext cx="2905125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AC8"/>
                </a:solidFill>
              </a:defRPr>
            </a:defPPr>
            <a:lvl1pPr>
              <a:defRPr sz="1125" b="0">
                <a:solidFill>
                  <a:srgbClr val="A8BAC8"/>
                </a:solidFill>
              </a:defRPr>
            </a:lvl1pPr>
            <a:lvl2pPr>
              <a:defRPr sz="1125" b="0">
                <a:solidFill>
                  <a:srgbClr val="A8BAC8"/>
                </a:solidFill>
              </a:defRPr>
            </a:lvl2pPr>
            <a:lvl3pPr>
              <a:defRPr sz="1125" b="0">
                <a:solidFill>
                  <a:srgbClr val="A8BAC8"/>
                </a:solidFill>
              </a:defRPr>
            </a:lvl3pPr>
            <a:lvl4pPr>
              <a:defRPr sz="1125" b="0">
                <a:solidFill>
                  <a:srgbClr val="A8BAC8"/>
                </a:solidFill>
              </a:defRPr>
            </a:lvl4pPr>
            <a:lvl5pPr>
              <a:defRPr sz="1125" b="0">
                <a:solidFill>
                  <a:srgbClr val="A8BAC8"/>
                </a:solidFill>
              </a:defRPr>
            </a:lvl5pPr>
            <a:lvl6pPr>
              <a:defRPr sz="1125" b="0">
                <a:solidFill>
                  <a:srgbClr val="A8BAC8"/>
                </a:solidFill>
              </a:defRPr>
            </a:lvl6pPr>
            <a:lvl7pPr>
              <a:defRPr sz="1125" b="0">
                <a:solidFill>
                  <a:srgbClr val="A8BAC8"/>
                </a:solidFill>
              </a:defRPr>
            </a:lvl7pPr>
            <a:lvl8pPr>
              <a:defRPr sz="1125" b="0">
                <a:solidFill>
                  <a:srgbClr val="A8BAC8"/>
                </a:solidFill>
              </a:defRPr>
            </a:lvl8pPr>
            <a:lvl9pPr>
              <a:defRPr sz="112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~63.20M flows</a:t>
            </a:r>
          </a:p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10 files</a:t>
            </a:r>
          </a:p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93.92% benign</a:t>
            </a:r>
          </a:p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91 raw columns</a:t>
            </a:r>
          </a:p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378,952-row modeling sample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292266-1C4A-45C2-8B2B-112B2EF0C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714500"/>
            <a:ext cx="36195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D0CDC1-B886-41D1-88AA-5C8DD2FD4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714500"/>
            <a:ext cx="6667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C4DFCD-08DB-44BF-A2CB-46CF58D4D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85950"/>
            <a:ext cx="319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Experiment controls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BC4D96-FE3E-40C4-8343-74A255BB0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86000"/>
            <a:ext cx="3190875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AC8"/>
                </a:solidFill>
              </a:defRPr>
            </a:defPPr>
            <a:lvl1pPr>
              <a:defRPr sz="1125" b="0">
                <a:solidFill>
                  <a:srgbClr val="A8BAC8"/>
                </a:solidFill>
              </a:defRPr>
            </a:lvl1pPr>
            <a:lvl2pPr>
              <a:defRPr sz="1125" b="0">
                <a:solidFill>
                  <a:srgbClr val="A8BAC8"/>
                </a:solidFill>
              </a:defRPr>
            </a:lvl2pPr>
            <a:lvl3pPr>
              <a:defRPr sz="1125" b="0">
                <a:solidFill>
                  <a:srgbClr val="A8BAC8"/>
                </a:solidFill>
              </a:defRPr>
            </a:lvl3pPr>
            <a:lvl4pPr>
              <a:defRPr sz="1125" b="0">
                <a:solidFill>
                  <a:srgbClr val="A8BAC8"/>
                </a:solidFill>
              </a:defRPr>
            </a:lvl4pPr>
            <a:lvl5pPr>
              <a:defRPr sz="1125" b="0">
                <a:solidFill>
                  <a:srgbClr val="A8BAC8"/>
                </a:solidFill>
              </a:defRPr>
            </a:lvl5pPr>
            <a:lvl6pPr>
              <a:defRPr sz="1125" b="0">
                <a:solidFill>
                  <a:srgbClr val="A8BAC8"/>
                </a:solidFill>
              </a:defRPr>
            </a:lvl6pPr>
            <a:lvl7pPr>
              <a:defRPr sz="1125" b="0">
                <a:solidFill>
                  <a:srgbClr val="A8BAC8"/>
                </a:solidFill>
              </a:defRPr>
            </a:lvl7pPr>
            <a:lvl8pPr>
              <a:defRPr sz="1125" b="0">
                <a:solidFill>
                  <a:srgbClr val="A8BAC8"/>
                </a:solidFill>
              </a:defRPr>
            </a:lvl8pPr>
            <a:lvl9pPr>
              <a:defRPr sz="112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Shared numeric intersection</a:t>
            </a:r>
          </a:p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Binary benign/attack target</a:t>
            </a:r>
          </a:p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Fixed random state</a:t>
            </a:r>
          </a:p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Macro F1 for imbalance</a:t>
            </a:r>
          </a:p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Attack recall + FPR for operations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C002C3-4364-4FB4-BB0B-3C219E701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24550"/>
            <a:ext cx="10810875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9525">
            <a:solidFill>
              <a:srgbClr val="2EC4A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BE77B1-FCDD-45DD-892A-7FFC6966F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2455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EC4A6"/>
                </a:solidFill>
              </a:defRPr>
            </a:defPPr>
            <a:lvl1pPr>
              <a:defRPr sz="900" b="1">
                <a:solidFill>
                  <a:srgbClr val="2EC4A6"/>
                </a:solidFill>
              </a:defRPr>
            </a:lvl1pPr>
            <a:lvl2pPr>
              <a:defRPr sz="900" b="1">
                <a:solidFill>
                  <a:srgbClr val="2EC4A6"/>
                </a:solidFill>
              </a:defRPr>
            </a:lvl2pPr>
            <a:lvl3pPr>
              <a:defRPr sz="900" b="1">
                <a:solidFill>
                  <a:srgbClr val="2EC4A6"/>
                </a:solidFill>
              </a:defRPr>
            </a:lvl3pPr>
            <a:lvl4pPr>
              <a:defRPr sz="900" b="1">
                <a:solidFill>
                  <a:srgbClr val="2EC4A6"/>
                </a:solidFill>
              </a:defRPr>
            </a:lvl4pPr>
            <a:lvl5pPr>
              <a:defRPr sz="900" b="1">
                <a:solidFill>
                  <a:srgbClr val="2EC4A6"/>
                </a:solidFill>
              </a:defRPr>
            </a:lvl5pPr>
            <a:lvl6pPr>
              <a:defRPr sz="900" b="1">
                <a:solidFill>
                  <a:srgbClr val="2EC4A6"/>
                </a:solidFill>
              </a:defRPr>
            </a:lvl6pPr>
            <a:lvl7pPr>
              <a:defRPr sz="900" b="1">
                <a:solidFill>
                  <a:srgbClr val="2EC4A6"/>
                </a:solidFill>
              </a:defRPr>
            </a:lvl7pPr>
            <a:lvl8pPr>
              <a:defRPr sz="900" b="1">
                <a:solidFill>
                  <a:srgbClr val="2EC4A6"/>
                </a:solidFill>
              </a:defRPr>
            </a:lvl8pPr>
            <a:lvl9pPr>
              <a:defRPr sz="900" b="1">
                <a:solidFill>
                  <a:srgbClr val="2EC4A6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EC4A6"/>
                </a:solidFill>
              </a:defRPr>
            </a:pPr>
            <a:r>
              <a:rPr sz="900" b="1">
                <a:solidFill>
                  <a:srgbClr val="2EC4A6"/>
                </a:solidFill>
              </a:rPr>
              <a:t>TAKEAWAY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25B9BE-D44C-48CB-A0B8-D3A58DBD7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924550"/>
            <a:ext cx="938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F5F8FA"/>
                </a:solidFill>
              </a:defRPr>
            </a:defPPr>
            <a:lvl1pPr>
              <a:defRPr sz="1125" b="1">
                <a:solidFill>
                  <a:srgbClr val="F5F8FA"/>
                </a:solidFill>
              </a:defRPr>
            </a:lvl1pPr>
            <a:lvl2pPr>
              <a:defRPr sz="1125" b="1">
                <a:solidFill>
                  <a:srgbClr val="F5F8FA"/>
                </a:solidFill>
              </a:defRPr>
            </a:lvl2pPr>
            <a:lvl3pPr>
              <a:defRPr sz="1125" b="1">
                <a:solidFill>
                  <a:srgbClr val="F5F8FA"/>
                </a:solidFill>
              </a:defRPr>
            </a:lvl3pPr>
            <a:lvl4pPr>
              <a:defRPr sz="1125" b="1">
                <a:solidFill>
                  <a:srgbClr val="F5F8FA"/>
                </a:solidFill>
              </a:defRPr>
            </a:lvl4pPr>
            <a:lvl5pPr>
              <a:defRPr sz="1125" b="1">
                <a:solidFill>
                  <a:srgbClr val="F5F8FA"/>
                </a:solidFill>
              </a:defRPr>
            </a:lvl5pPr>
            <a:lvl6pPr>
              <a:defRPr sz="1125" b="1">
                <a:solidFill>
                  <a:srgbClr val="F5F8FA"/>
                </a:solidFill>
              </a:defRPr>
            </a:lvl6pPr>
            <a:lvl7pPr>
              <a:defRPr sz="1125" b="1">
                <a:solidFill>
                  <a:srgbClr val="F5F8FA"/>
                </a:solidFill>
              </a:defRPr>
            </a:lvl7pPr>
            <a:lvl8pPr>
              <a:defRPr sz="1125" b="1">
                <a:solidFill>
                  <a:srgbClr val="F5F8FA"/>
                </a:solidFill>
              </a:defRPr>
            </a:lvl8pPr>
            <a:lvl9pPr>
              <a:defRPr sz="1125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F5F8FA"/>
                </a:solidFill>
              </a:defRPr>
            </a:pPr>
            <a:r>
              <a:rPr sz="1125" b="1">
                <a:solidFill>
                  <a:srgbClr val="F5F8FA"/>
                </a:solidFill>
              </a:rPr>
              <a:t>Data files are downloaded separately and are intentionally not stored in the repository.</a:t>
            </a:r>
          </a:p>
        </p:txBody>
      </p:sp>
    </p:spTree>
    <p:extLst>
      <p:ext uri="{BB962C8B-B14F-4D97-AF65-F5344CB8AC3E}">
        <p14:creationId xmlns:p14="http://schemas.microsoft.com/office/powerpoint/2010/main" val="126676272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2F3C5C-BB56-4EDE-9E63-244564BB9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D6343C-8773-4E07-997F-BED90556C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9C7D8"/>
                </a:solidFill>
              </a:defRPr>
            </a:defPPr>
            <a:lvl1pPr>
              <a:defRPr sz="900" b="1">
                <a:solidFill>
                  <a:srgbClr val="29C7D8"/>
                </a:solidFill>
              </a:defRPr>
            </a:lvl1pPr>
            <a:lvl2pPr>
              <a:defRPr sz="900" b="1">
                <a:solidFill>
                  <a:srgbClr val="29C7D8"/>
                </a:solidFill>
              </a:defRPr>
            </a:lvl2pPr>
            <a:lvl3pPr>
              <a:defRPr sz="900" b="1">
                <a:solidFill>
                  <a:srgbClr val="29C7D8"/>
                </a:solidFill>
              </a:defRPr>
            </a:lvl3pPr>
            <a:lvl4pPr>
              <a:defRPr sz="900" b="1">
                <a:solidFill>
                  <a:srgbClr val="29C7D8"/>
                </a:solidFill>
              </a:defRPr>
            </a:lvl4pPr>
            <a:lvl5pPr>
              <a:defRPr sz="900" b="1">
                <a:solidFill>
                  <a:srgbClr val="29C7D8"/>
                </a:solidFill>
              </a:defRPr>
            </a:lvl5pPr>
            <a:lvl6pPr>
              <a:defRPr sz="900" b="1">
                <a:solidFill>
                  <a:srgbClr val="29C7D8"/>
                </a:solidFill>
              </a:defRPr>
            </a:lvl6pPr>
            <a:lvl7pPr>
              <a:defRPr sz="900" b="1">
                <a:solidFill>
                  <a:srgbClr val="29C7D8"/>
                </a:solidFill>
              </a:defRPr>
            </a:lvl7pPr>
            <a:lvl8pPr>
              <a:defRPr sz="900" b="1">
                <a:solidFill>
                  <a:srgbClr val="29C7D8"/>
                </a:solidFill>
              </a:defRPr>
            </a:lvl8pPr>
            <a:lvl9pPr>
              <a:defRPr sz="900" b="1">
                <a:solidFill>
                  <a:srgbClr val="29C7D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9C7D8"/>
                </a:solidFill>
              </a:defRPr>
            </a:pPr>
            <a:r>
              <a:rPr sz="900" b="1">
                <a:solidFill>
                  <a:srgbClr val="29C7D8"/>
                </a:solidFill>
              </a:rPr>
              <a:t>APPENDIX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D248CE-3CF8-4B32-9CBE-A31595B13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43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F5F8FA"/>
                </a:solidFill>
              </a:defRPr>
            </a:defPPr>
            <a:lvl1pPr>
              <a:defRPr sz="2550" b="1">
                <a:solidFill>
                  <a:srgbClr val="F5F8FA"/>
                </a:solidFill>
              </a:defRPr>
            </a:lvl1pPr>
            <a:lvl2pPr>
              <a:defRPr sz="2550" b="1">
                <a:solidFill>
                  <a:srgbClr val="F5F8FA"/>
                </a:solidFill>
              </a:defRPr>
            </a:lvl2pPr>
            <a:lvl3pPr>
              <a:defRPr sz="2550" b="1">
                <a:solidFill>
                  <a:srgbClr val="F5F8FA"/>
                </a:solidFill>
              </a:defRPr>
            </a:lvl3pPr>
            <a:lvl4pPr>
              <a:defRPr sz="2550" b="1">
                <a:solidFill>
                  <a:srgbClr val="F5F8FA"/>
                </a:solidFill>
              </a:defRPr>
            </a:lvl4pPr>
            <a:lvl5pPr>
              <a:defRPr sz="2550" b="1">
                <a:solidFill>
                  <a:srgbClr val="F5F8FA"/>
                </a:solidFill>
              </a:defRPr>
            </a:lvl5pPr>
            <a:lvl6pPr>
              <a:defRPr sz="2550" b="1">
                <a:solidFill>
                  <a:srgbClr val="F5F8FA"/>
                </a:solidFill>
              </a:defRPr>
            </a:lvl6pPr>
            <a:lvl7pPr>
              <a:defRPr sz="2550" b="1">
                <a:solidFill>
                  <a:srgbClr val="F5F8FA"/>
                </a:solidFill>
              </a:defRPr>
            </a:lvl7pPr>
            <a:lvl8pPr>
              <a:defRPr sz="2550" b="1">
                <a:solidFill>
                  <a:srgbClr val="F5F8FA"/>
                </a:solidFill>
              </a:defRPr>
            </a:lvl8pPr>
            <a:lvl9pPr>
              <a:defRPr sz="25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5F8FA"/>
                </a:solidFill>
              </a:defRPr>
            </a:pPr>
            <a:r>
              <a:rPr sz="2550" b="1">
                <a:solidFill>
                  <a:srgbClr val="F5F8FA"/>
                </a:solidFill>
              </a:rPr>
              <a:t>Appendix: transfer quality is visible in recall and false alarms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45E5AC-5D45-4B5B-941B-EDB28F902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287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A8BAC8"/>
                </a:solidFill>
              </a:defRPr>
            </a:defPPr>
            <a:lvl1pPr>
              <a:defRPr sz="1275" b="0">
                <a:solidFill>
                  <a:srgbClr val="A8BAC8"/>
                </a:solidFill>
              </a:defRPr>
            </a:lvl1pPr>
            <a:lvl2pPr>
              <a:defRPr sz="1275" b="0">
                <a:solidFill>
                  <a:srgbClr val="A8BAC8"/>
                </a:solidFill>
              </a:defRPr>
            </a:lvl2pPr>
            <a:lvl3pPr>
              <a:defRPr sz="1275" b="0">
                <a:solidFill>
                  <a:srgbClr val="A8BAC8"/>
                </a:solidFill>
              </a:defRPr>
            </a:lvl3pPr>
            <a:lvl4pPr>
              <a:defRPr sz="1275" b="0">
                <a:solidFill>
                  <a:srgbClr val="A8BAC8"/>
                </a:solidFill>
              </a:defRPr>
            </a:lvl4pPr>
            <a:lvl5pPr>
              <a:defRPr sz="1275" b="0">
                <a:solidFill>
                  <a:srgbClr val="A8BAC8"/>
                </a:solidFill>
              </a:defRPr>
            </a:lvl5pPr>
            <a:lvl6pPr>
              <a:defRPr sz="1275" b="0">
                <a:solidFill>
                  <a:srgbClr val="A8BAC8"/>
                </a:solidFill>
              </a:defRPr>
            </a:lvl6pPr>
            <a:lvl7pPr>
              <a:defRPr sz="1275" b="0">
                <a:solidFill>
                  <a:srgbClr val="A8BAC8"/>
                </a:solidFill>
              </a:defRPr>
            </a:lvl7pPr>
            <a:lvl8pPr>
              <a:defRPr sz="1275" b="0">
                <a:solidFill>
                  <a:srgbClr val="A8BAC8"/>
                </a:solidFill>
              </a:defRPr>
            </a:lvl8pPr>
            <a:lvl9pPr>
              <a:defRPr sz="127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A8BAC8"/>
                </a:solidFill>
              </a:defRPr>
            </a:pPr>
            <a:r>
              <a:rPr sz="1275" b="0">
                <a:solidFill>
                  <a:srgbClr val="A8BAC8"/>
                </a:solidFill>
              </a:rPr>
              <a:t>Macro F1 alone does not show the operational failure mode.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CF9D7E-E20D-4454-90A0-80B86D3B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71600"/>
            <a:ext cx="11239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69DA45-8F95-4AFF-B421-589B38725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A8BAC8"/>
                </a:solidFill>
              </a:defRPr>
            </a:defPPr>
            <a:lvl1pPr>
              <a:defRPr sz="900" b="1">
                <a:solidFill>
                  <a:srgbClr val="A8BAC8"/>
                </a:solidFill>
              </a:defRPr>
            </a:lvl1pPr>
            <a:lvl2pPr>
              <a:defRPr sz="900" b="1">
                <a:solidFill>
                  <a:srgbClr val="A8BAC8"/>
                </a:solidFill>
              </a:defRPr>
            </a:lvl2pPr>
            <a:lvl3pPr>
              <a:defRPr sz="900" b="1">
                <a:solidFill>
                  <a:srgbClr val="A8BAC8"/>
                </a:solidFill>
              </a:defRPr>
            </a:lvl3pPr>
            <a:lvl4pPr>
              <a:defRPr sz="900" b="1">
                <a:solidFill>
                  <a:srgbClr val="A8BAC8"/>
                </a:solidFill>
              </a:defRPr>
            </a:lvl4pPr>
            <a:lvl5pPr>
              <a:defRPr sz="900" b="1">
                <a:solidFill>
                  <a:srgbClr val="A8BAC8"/>
                </a:solidFill>
              </a:defRPr>
            </a:lvl5pPr>
            <a:lvl6pPr>
              <a:defRPr sz="900" b="1">
                <a:solidFill>
                  <a:srgbClr val="A8BAC8"/>
                </a:solidFill>
              </a:defRPr>
            </a:lvl6pPr>
            <a:lvl7pPr>
              <a:defRPr sz="900" b="1">
                <a:solidFill>
                  <a:srgbClr val="A8BAC8"/>
                </a:solidFill>
              </a:defRPr>
            </a:lvl7pPr>
            <a:lvl8pPr>
              <a:defRPr sz="900" b="1">
                <a:solidFill>
                  <a:srgbClr val="A8BAC8"/>
                </a:solidFill>
              </a:defRPr>
            </a:lvl8pPr>
            <a:lvl9pPr>
              <a:defRPr sz="900" b="1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A8BAC8"/>
                </a:solidFill>
              </a:defRPr>
            </a:pPr>
            <a:r>
              <a:rPr sz="900" b="1">
                <a:solidFill>
                  <a:srgbClr val="A8BAC8"/>
                </a:solidFill>
              </a:rPr>
              <a:t>17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5A58FBD4-CF0C-4517-BE38-FD3AF5D5734D}"/>
              </a:ext>
            </a:extLst>
          </p:cNvPr>
          <p:cNvGraphicFramePr/>
          <p:nvPr/>
        </p:nvGraphicFramePr>
        <p:xfrm>
          <a:off xmlns:a="http://schemas.openxmlformats.org/drawingml/2006/main" x="476250" y="1714500"/>
          <a:ext xmlns:a="http://schemas.openxmlformats.org/drawingml/2006/main" cx="666750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f11968ed12d474e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5FC93E-B15C-4B9C-B621-1CB2FC2B1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52625"/>
            <a:ext cx="342900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E77BCF-EDA2-442E-AED5-10EC5D292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5262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330ED5-ECEF-43EE-B0CC-8A7AAC9B2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124075"/>
            <a:ext cx="3000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Largest miss risk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BBBDD5-8935-4472-9F86-DF1452995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524125"/>
            <a:ext cx="30003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AC8"/>
                </a:solidFill>
              </a:defRPr>
            </a:defPPr>
            <a:lvl1pPr>
              <a:defRPr sz="1125" b="0">
                <a:solidFill>
                  <a:srgbClr val="A8BAC8"/>
                </a:solidFill>
              </a:defRPr>
            </a:lvl1pPr>
            <a:lvl2pPr>
              <a:defRPr sz="1125" b="0">
                <a:solidFill>
                  <a:srgbClr val="A8BAC8"/>
                </a:solidFill>
              </a:defRPr>
            </a:lvl2pPr>
            <a:lvl3pPr>
              <a:defRPr sz="1125" b="0">
                <a:solidFill>
                  <a:srgbClr val="A8BAC8"/>
                </a:solidFill>
              </a:defRPr>
            </a:lvl3pPr>
            <a:lvl4pPr>
              <a:defRPr sz="1125" b="0">
                <a:solidFill>
                  <a:srgbClr val="A8BAC8"/>
                </a:solidFill>
              </a:defRPr>
            </a:lvl4pPr>
            <a:lvl5pPr>
              <a:defRPr sz="1125" b="0">
                <a:solidFill>
                  <a:srgbClr val="A8BAC8"/>
                </a:solidFill>
              </a:defRPr>
            </a:lvl5pPr>
            <a:lvl6pPr>
              <a:defRPr sz="1125" b="0">
                <a:solidFill>
                  <a:srgbClr val="A8BAC8"/>
                </a:solidFill>
              </a:defRPr>
            </a:lvl6pPr>
            <a:lvl7pPr>
              <a:defRPr sz="1125" b="0">
                <a:solidFill>
                  <a:srgbClr val="A8BAC8"/>
                </a:solidFill>
              </a:defRPr>
            </a:lvl7pPr>
            <a:lvl8pPr>
              <a:defRPr sz="1125" b="0">
                <a:solidFill>
                  <a:srgbClr val="A8BAC8"/>
                </a:solidFill>
              </a:defRPr>
            </a:lvl8pPr>
            <a:lvl9pPr>
              <a:defRPr sz="112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2017 → 2018 recall: 0.442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E56898-CAEB-4B78-83BA-419FC5745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76625"/>
            <a:ext cx="342900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F45FE1-46BF-4389-9292-2FE83E6AD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7662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66950D-7156-4AFE-9FBE-4FE42D0A6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648075"/>
            <a:ext cx="3000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Largest false-alarm risk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805C53-A189-4438-B735-44ADE8B65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048125"/>
            <a:ext cx="30003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AC8"/>
                </a:solidFill>
              </a:defRPr>
            </a:defPPr>
            <a:lvl1pPr>
              <a:defRPr sz="1125" b="0">
                <a:solidFill>
                  <a:srgbClr val="A8BAC8"/>
                </a:solidFill>
              </a:defRPr>
            </a:lvl1pPr>
            <a:lvl2pPr>
              <a:defRPr sz="1125" b="0">
                <a:solidFill>
                  <a:srgbClr val="A8BAC8"/>
                </a:solidFill>
              </a:defRPr>
            </a:lvl2pPr>
            <a:lvl3pPr>
              <a:defRPr sz="1125" b="0">
                <a:solidFill>
                  <a:srgbClr val="A8BAC8"/>
                </a:solidFill>
              </a:defRPr>
            </a:lvl3pPr>
            <a:lvl4pPr>
              <a:defRPr sz="1125" b="0">
                <a:solidFill>
                  <a:srgbClr val="A8BAC8"/>
                </a:solidFill>
              </a:defRPr>
            </a:lvl4pPr>
            <a:lvl5pPr>
              <a:defRPr sz="1125" b="0">
                <a:solidFill>
                  <a:srgbClr val="A8BAC8"/>
                </a:solidFill>
              </a:defRPr>
            </a:lvl5pPr>
            <a:lvl6pPr>
              <a:defRPr sz="1125" b="0">
                <a:solidFill>
                  <a:srgbClr val="A8BAC8"/>
                </a:solidFill>
              </a:defRPr>
            </a:lvl6pPr>
            <a:lvl7pPr>
              <a:defRPr sz="1125" b="0">
                <a:solidFill>
                  <a:srgbClr val="A8BAC8"/>
                </a:solidFill>
              </a:defRPr>
            </a:lvl7pPr>
            <a:lvl8pPr>
              <a:defRPr sz="1125" b="0">
                <a:solidFill>
                  <a:srgbClr val="A8BAC8"/>
                </a:solidFill>
              </a:defRPr>
            </a:lvl8pPr>
            <a:lvl9pPr>
              <a:defRPr sz="112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2018 → 2017 FPR: 0.092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8B8050-78EC-4E2E-8A7C-90F8E59F6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24550"/>
            <a:ext cx="10810875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9525">
            <a:solidFill>
              <a:srgbClr val="2EC4A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FFC742-B31B-4033-8126-7DEF2DDA7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2455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EC4A6"/>
                </a:solidFill>
              </a:defRPr>
            </a:defPPr>
            <a:lvl1pPr>
              <a:defRPr sz="900" b="1">
                <a:solidFill>
                  <a:srgbClr val="2EC4A6"/>
                </a:solidFill>
              </a:defRPr>
            </a:lvl1pPr>
            <a:lvl2pPr>
              <a:defRPr sz="900" b="1">
                <a:solidFill>
                  <a:srgbClr val="2EC4A6"/>
                </a:solidFill>
              </a:defRPr>
            </a:lvl2pPr>
            <a:lvl3pPr>
              <a:defRPr sz="900" b="1">
                <a:solidFill>
                  <a:srgbClr val="2EC4A6"/>
                </a:solidFill>
              </a:defRPr>
            </a:lvl3pPr>
            <a:lvl4pPr>
              <a:defRPr sz="900" b="1">
                <a:solidFill>
                  <a:srgbClr val="2EC4A6"/>
                </a:solidFill>
              </a:defRPr>
            </a:lvl4pPr>
            <a:lvl5pPr>
              <a:defRPr sz="900" b="1">
                <a:solidFill>
                  <a:srgbClr val="2EC4A6"/>
                </a:solidFill>
              </a:defRPr>
            </a:lvl5pPr>
            <a:lvl6pPr>
              <a:defRPr sz="900" b="1">
                <a:solidFill>
                  <a:srgbClr val="2EC4A6"/>
                </a:solidFill>
              </a:defRPr>
            </a:lvl6pPr>
            <a:lvl7pPr>
              <a:defRPr sz="900" b="1">
                <a:solidFill>
                  <a:srgbClr val="2EC4A6"/>
                </a:solidFill>
              </a:defRPr>
            </a:lvl7pPr>
            <a:lvl8pPr>
              <a:defRPr sz="900" b="1">
                <a:solidFill>
                  <a:srgbClr val="2EC4A6"/>
                </a:solidFill>
              </a:defRPr>
            </a:lvl8pPr>
            <a:lvl9pPr>
              <a:defRPr sz="900" b="1">
                <a:solidFill>
                  <a:srgbClr val="2EC4A6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EC4A6"/>
                </a:solidFill>
              </a:defRPr>
            </a:pPr>
            <a:r>
              <a:rPr sz="900" b="1">
                <a:solidFill>
                  <a:srgbClr val="2EC4A6"/>
                </a:solidFill>
              </a:rPr>
              <a:t>TAKEAWAY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949881-E3C9-42DF-A08D-EDFD1A40E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924550"/>
            <a:ext cx="938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F5F8FA"/>
                </a:solidFill>
              </a:defRPr>
            </a:defPPr>
            <a:lvl1pPr>
              <a:defRPr sz="1125" b="1">
                <a:solidFill>
                  <a:srgbClr val="F5F8FA"/>
                </a:solidFill>
              </a:defRPr>
            </a:lvl1pPr>
            <a:lvl2pPr>
              <a:defRPr sz="1125" b="1">
                <a:solidFill>
                  <a:srgbClr val="F5F8FA"/>
                </a:solidFill>
              </a:defRPr>
            </a:lvl2pPr>
            <a:lvl3pPr>
              <a:defRPr sz="1125" b="1">
                <a:solidFill>
                  <a:srgbClr val="F5F8FA"/>
                </a:solidFill>
              </a:defRPr>
            </a:lvl3pPr>
            <a:lvl4pPr>
              <a:defRPr sz="1125" b="1">
                <a:solidFill>
                  <a:srgbClr val="F5F8FA"/>
                </a:solidFill>
              </a:defRPr>
            </a:lvl4pPr>
            <a:lvl5pPr>
              <a:defRPr sz="1125" b="1">
                <a:solidFill>
                  <a:srgbClr val="F5F8FA"/>
                </a:solidFill>
              </a:defRPr>
            </a:lvl5pPr>
            <a:lvl6pPr>
              <a:defRPr sz="1125" b="1">
                <a:solidFill>
                  <a:srgbClr val="F5F8FA"/>
                </a:solidFill>
              </a:defRPr>
            </a:lvl6pPr>
            <a:lvl7pPr>
              <a:defRPr sz="1125" b="1">
                <a:solidFill>
                  <a:srgbClr val="F5F8FA"/>
                </a:solidFill>
              </a:defRPr>
            </a:lvl7pPr>
            <a:lvl8pPr>
              <a:defRPr sz="1125" b="1">
                <a:solidFill>
                  <a:srgbClr val="F5F8FA"/>
                </a:solidFill>
              </a:defRPr>
            </a:lvl8pPr>
            <a:lvl9pPr>
              <a:defRPr sz="1125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F5F8FA"/>
                </a:solidFill>
              </a:defRPr>
            </a:pPr>
            <a:r>
              <a:rPr sz="1125" b="1">
                <a:solidFill>
                  <a:srgbClr val="F5F8FA"/>
                </a:solidFill>
              </a:rPr>
              <a:t>Mixed expanded training keeps recall above 0.977 and FPR below 0.040 on both known test sets.</a:t>
            </a:r>
          </a:p>
        </p:txBody>
      </p:sp>
    </p:spTree>
    <p:extLst>
      <p:ext uri="{BB962C8B-B14F-4D97-AF65-F5344CB8AC3E}">
        <p14:creationId xmlns:p14="http://schemas.microsoft.com/office/powerpoint/2010/main" val="179260382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53112C9-9BBE-4E26-BBC4-C48B246BF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B9D14F-D5DF-4847-AB93-86C79DAC3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9C7D8"/>
                </a:solidFill>
              </a:defRPr>
            </a:defPPr>
            <a:lvl1pPr>
              <a:defRPr sz="900" b="1">
                <a:solidFill>
                  <a:srgbClr val="29C7D8"/>
                </a:solidFill>
              </a:defRPr>
            </a:lvl1pPr>
            <a:lvl2pPr>
              <a:defRPr sz="900" b="1">
                <a:solidFill>
                  <a:srgbClr val="29C7D8"/>
                </a:solidFill>
              </a:defRPr>
            </a:lvl2pPr>
            <a:lvl3pPr>
              <a:defRPr sz="900" b="1">
                <a:solidFill>
                  <a:srgbClr val="29C7D8"/>
                </a:solidFill>
              </a:defRPr>
            </a:lvl3pPr>
            <a:lvl4pPr>
              <a:defRPr sz="900" b="1">
                <a:solidFill>
                  <a:srgbClr val="29C7D8"/>
                </a:solidFill>
              </a:defRPr>
            </a:lvl4pPr>
            <a:lvl5pPr>
              <a:defRPr sz="900" b="1">
                <a:solidFill>
                  <a:srgbClr val="29C7D8"/>
                </a:solidFill>
              </a:defRPr>
            </a:lvl5pPr>
            <a:lvl6pPr>
              <a:defRPr sz="900" b="1">
                <a:solidFill>
                  <a:srgbClr val="29C7D8"/>
                </a:solidFill>
              </a:defRPr>
            </a:lvl6pPr>
            <a:lvl7pPr>
              <a:defRPr sz="900" b="1">
                <a:solidFill>
                  <a:srgbClr val="29C7D8"/>
                </a:solidFill>
              </a:defRPr>
            </a:lvl7pPr>
            <a:lvl8pPr>
              <a:defRPr sz="900" b="1">
                <a:solidFill>
                  <a:srgbClr val="29C7D8"/>
                </a:solidFill>
              </a:defRPr>
            </a:lvl8pPr>
            <a:lvl9pPr>
              <a:defRPr sz="900" b="1">
                <a:solidFill>
                  <a:srgbClr val="29C7D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9C7D8"/>
                </a:solidFill>
              </a:defRPr>
            </a:pPr>
            <a:r>
              <a:rPr sz="900" b="1">
                <a:solidFill>
                  <a:srgbClr val="29C7D8"/>
                </a:solidFill>
              </a:rPr>
              <a:t>APPENDIX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3803BA-1435-4224-B72D-34B3EDB01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43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F5F8FA"/>
                </a:solidFill>
              </a:defRPr>
            </a:defPPr>
            <a:lvl1pPr>
              <a:defRPr sz="2550" b="1">
                <a:solidFill>
                  <a:srgbClr val="F5F8FA"/>
                </a:solidFill>
              </a:defRPr>
            </a:lvl1pPr>
            <a:lvl2pPr>
              <a:defRPr sz="2550" b="1">
                <a:solidFill>
                  <a:srgbClr val="F5F8FA"/>
                </a:solidFill>
              </a:defRPr>
            </a:lvl2pPr>
            <a:lvl3pPr>
              <a:defRPr sz="2550" b="1">
                <a:solidFill>
                  <a:srgbClr val="F5F8FA"/>
                </a:solidFill>
              </a:defRPr>
            </a:lvl3pPr>
            <a:lvl4pPr>
              <a:defRPr sz="2550" b="1">
                <a:solidFill>
                  <a:srgbClr val="F5F8FA"/>
                </a:solidFill>
              </a:defRPr>
            </a:lvl4pPr>
            <a:lvl5pPr>
              <a:defRPr sz="2550" b="1">
                <a:solidFill>
                  <a:srgbClr val="F5F8FA"/>
                </a:solidFill>
              </a:defRPr>
            </a:lvl5pPr>
            <a:lvl6pPr>
              <a:defRPr sz="2550" b="1">
                <a:solidFill>
                  <a:srgbClr val="F5F8FA"/>
                </a:solidFill>
              </a:defRPr>
            </a:lvl6pPr>
            <a:lvl7pPr>
              <a:defRPr sz="2550" b="1">
                <a:solidFill>
                  <a:srgbClr val="F5F8FA"/>
                </a:solidFill>
              </a:defRPr>
            </a:lvl7pPr>
            <a:lvl8pPr>
              <a:defRPr sz="2550" b="1">
                <a:solidFill>
                  <a:srgbClr val="F5F8FA"/>
                </a:solidFill>
              </a:defRPr>
            </a:lvl8pPr>
            <a:lvl9pPr>
              <a:defRPr sz="25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5F8FA"/>
                </a:solidFill>
              </a:defRPr>
            </a:pPr>
            <a:r>
              <a:rPr sz="2550" b="1">
                <a:solidFill>
                  <a:srgbClr val="F5F8FA"/>
                </a:solidFill>
              </a:rPr>
              <a:t>Appendix: technology components map to lifecycle needs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5648C3-CD6C-4298-BEB3-F7670C100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287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A8BAC8"/>
                </a:solidFill>
              </a:defRPr>
            </a:defPPr>
            <a:lvl1pPr>
              <a:defRPr sz="1275" b="0">
                <a:solidFill>
                  <a:srgbClr val="A8BAC8"/>
                </a:solidFill>
              </a:defRPr>
            </a:lvl1pPr>
            <a:lvl2pPr>
              <a:defRPr sz="1275" b="0">
                <a:solidFill>
                  <a:srgbClr val="A8BAC8"/>
                </a:solidFill>
              </a:defRPr>
            </a:lvl2pPr>
            <a:lvl3pPr>
              <a:defRPr sz="1275" b="0">
                <a:solidFill>
                  <a:srgbClr val="A8BAC8"/>
                </a:solidFill>
              </a:defRPr>
            </a:lvl3pPr>
            <a:lvl4pPr>
              <a:defRPr sz="1275" b="0">
                <a:solidFill>
                  <a:srgbClr val="A8BAC8"/>
                </a:solidFill>
              </a:defRPr>
            </a:lvl4pPr>
            <a:lvl5pPr>
              <a:defRPr sz="1275" b="0">
                <a:solidFill>
                  <a:srgbClr val="A8BAC8"/>
                </a:solidFill>
              </a:defRPr>
            </a:lvl5pPr>
            <a:lvl6pPr>
              <a:defRPr sz="1275" b="0">
                <a:solidFill>
                  <a:srgbClr val="A8BAC8"/>
                </a:solidFill>
              </a:defRPr>
            </a:lvl6pPr>
            <a:lvl7pPr>
              <a:defRPr sz="1275" b="0">
                <a:solidFill>
                  <a:srgbClr val="A8BAC8"/>
                </a:solidFill>
              </a:defRPr>
            </a:lvl7pPr>
            <a:lvl8pPr>
              <a:defRPr sz="1275" b="0">
                <a:solidFill>
                  <a:srgbClr val="A8BAC8"/>
                </a:solidFill>
              </a:defRPr>
            </a:lvl8pPr>
            <a:lvl9pPr>
              <a:defRPr sz="127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A8BAC8"/>
                </a:solidFill>
              </a:defRPr>
            </a:pPr>
            <a:r>
              <a:rPr sz="1275" b="0">
                <a:solidFill>
                  <a:srgbClr val="A8BAC8"/>
                </a:solidFill>
              </a:rPr>
              <a:t>A modular stack supports an incremental path from prototype to production.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80DF2B-5625-41EC-B276-8189C1F29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71600"/>
            <a:ext cx="11239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FBF654-F45F-450D-B4DC-B8FC6BB2B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A8BAC8"/>
                </a:solidFill>
              </a:defRPr>
            </a:defPPr>
            <a:lvl1pPr>
              <a:defRPr sz="900" b="1">
                <a:solidFill>
                  <a:srgbClr val="A8BAC8"/>
                </a:solidFill>
              </a:defRPr>
            </a:lvl1pPr>
            <a:lvl2pPr>
              <a:defRPr sz="900" b="1">
                <a:solidFill>
                  <a:srgbClr val="A8BAC8"/>
                </a:solidFill>
              </a:defRPr>
            </a:lvl2pPr>
            <a:lvl3pPr>
              <a:defRPr sz="900" b="1">
                <a:solidFill>
                  <a:srgbClr val="A8BAC8"/>
                </a:solidFill>
              </a:defRPr>
            </a:lvl3pPr>
            <a:lvl4pPr>
              <a:defRPr sz="900" b="1">
                <a:solidFill>
                  <a:srgbClr val="A8BAC8"/>
                </a:solidFill>
              </a:defRPr>
            </a:lvl4pPr>
            <a:lvl5pPr>
              <a:defRPr sz="900" b="1">
                <a:solidFill>
                  <a:srgbClr val="A8BAC8"/>
                </a:solidFill>
              </a:defRPr>
            </a:lvl5pPr>
            <a:lvl6pPr>
              <a:defRPr sz="900" b="1">
                <a:solidFill>
                  <a:srgbClr val="A8BAC8"/>
                </a:solidFill>
              </a:defRPr>
            </a:lvl6pPr>
            <a:lvl7pPr>
              <a:defRPr sz="900" b="1">
                <a:solidFill>
                  <a:srgbClr val="A8BAC8"/>
                </a:solidFill>
              </a:defRPr>
            </a:lvl7pPr>
            <a:lvl8pPr>
              <a:defRPr sz="900" b="1">
                <a:solidFill>
                  <a:srgbClr val="A8BAC8"/>
                </a:solidFill>
              </a:defRPr>
            </a:lvl8pPr>
            <a:lvl9pPr>
              <a:defRPr sz="900" b="1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A8BAC8"/>
                </a:solidFill>
              </a:defRPr>
            </a:pPr>
            <a:r>
              <a:rPr sz="900" b="1">
                <a:solidFill>
                  <a:srgbClr val="A8BAC8"/>
                </a:solidFill>
              </a:rPr>
              <a:t>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377048-BBFB-4E30-BA54-C8426522F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5095875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1DC439-1B0B-486D-AD03-37BA5FF9C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666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8780C4-F54C-4DA0-A860-6FC00795C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90700"/>
            <a:ext cx="1571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F5F8FA"/>
                </a:solidFill>
              </a:defRPr>
            </a:defPPr>
            <a:lvl1pPr>
              <a:defRPr sz="1200" b="1">
                <a:solidFill>
                  <a:srgbClr val="F5F8FA"/>
                </a:solidFill>
              </a:defRPr>
            </a:lvl1pPr>
            <a:lvl2pPr>
              <a:defRPr sz="1200" b="1">
                <a:solidFill>
                  <a:srgbClr val="F5F8FA"/>
                </a:solidFill>
              </a:defRPr>
            </a:lvl2pPr>
            <a:lvl3pPr>
              <a:defRPr sz="1200" b="1">
                <a:solidFill>
                  <a:srgbClr val="F5F8FA"/>
                </a:solidFill>
              </a:defRPr>
            </a:lvl3pPr>
            <a:lvl4pPr>
              <a:defRPr sz="1200" b="1">
                <a:solidFill>
                  <a:srgbClr val="F5F8FA"/>
                </a:solidFill>
              </a:defRPr>
            </a:lvl4pPr>
            <a:lvl5pPr>
              <a:defRPr sz="1200" b="1">
                <a:solidFill>
                  <a:srgbClr val="F5F8FA"/>
                </a:solidFill>
              </a:defRPr>
            </a:lvl5pPr>
            <a:lvl6pPr>
              <a:defRPr sz="1200" b="1">
                <a:solidFill>
                  <a:srgbClr val="F5F8FA"/>
                </a:solidFill>
              </a:defRPr>
            </a:lvl6pPr>
            <a:lvl7pPr>
              <a:defRPr sz="1200" b="1">
                <a:solidFill>
                  <a:srgbClr val="F5F8FA"/>
                </a:solidFill>
              </a:defRPr>
            </a:lvl7pPr>
            <a:lvl8pPr>
              <a:defRPr sz="1200" b="1">
                <a:solidFill>
                  <a:srgbClr val="F5F8FA"/>
                </a:solidFill>
              </a:defRPr>
            </a:lvl8pPr>
            <a:lvl9pPr>
              <a:defRPr sz="120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5F8FA"/>
                </a:solidFill>
              </a:defRPr>
            </a:pPr>
            <a:r>
              <a:rPr sz="1200" b="1">
                <a:solidFill>
                  <a:srgbClr val="F5F8FA"/>
                </a:solidFill>
              </a:rPr>
              <a:t>Collect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510BB0-7491-4C77-B92D-3BD85EB48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790700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A8BAC8"/>
                </a:solidFill>
              </a:defRPr>
            </a:defPPr>
            <a:lvl1pPr>
              <a:defRPr sz="975" b="0">
                <a:solidFill>
                  <a:srgbClr val="A8BAC8"/>
                </a:solidFill>
              </a:defRPr>
            </a:lvl1pPr>
            <a:lvl2pPr>
              <a:defRPr sz="975" b="0">
                <a:solidFill>
                  <a:srgbClr val="A8BAC8"/>
                </a:solidFill>
              </a:defRPr>
            </a:lvl2pPr>
            <a:lvl3pPr>
              <a:defRPr sz="975" b="0">
                <a:solidFill>
                  <a:srgbClr val="A8BAC8"/>
                </a:solidFill>
              </a:defRPr>
            </a:lvl3pPr>
            <a:lvl4pPr>
              <a:defRPr sz="975" b="0">
                <a:solidFill>
                  <a:srgbClr val="A8BAC8"/>
                </a:solidFill>
              </a:defRPr>
            </a:lvl4pPr>
            <a:lvl5pPr>
              <a:defRPr sz="975" b="0">
                <a:solidFill>
                  <a:srgbClr val="A8BAC8"/>
                </a:solidFill>
              </a:defRPr>
            </a:lvl5pPr>
            <a:lvl6pPr>
              <a:defRPr sz="975" b="0">
                <a:solidFill>
                  <a:srgbClr val="A8BAC8"/>
                </a:solidFill>
              </a:defRPr>
            </a:lvl6pPr>
            <a:lvl7pPr>
              <a:defRPr sz="975" b="0">
                <a:solidFill>
                  <a:srgbClr val="A8BAC8"/>
                </a:solidFill>
              </a:defRPr>
            </a:lvl7pPr>
            <a:lvl8pPr>
              <a:defRPr sz="975" b="0">
                <a:solidFill>
                  <a:srgbClr val="A8BAC8"/>
                </a:solidFill>
              </a:defRPr>
            </a:lvl8pPr>
            <a:lvl9pPr>
              <a:defRPr sz="97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A8BAC8"/>
                </a:solidFill>
              </a:defRPr>
            </a:pPr>
            <a:r>
              <a:rPr sz="975" b="0">
                <a:solidFill>
                  <a:srgbClr val="A8BAC8"/>
                </a:solidFill>
              </a:rPr>
              <a:t>Zeek • Suricata • NetFlow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B53D8E-0FA4-4DFC-A7DF-EB52EEA6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14500"/>
            <a:ext cx="5095875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286694-8B86-491E-B40D-3053457D3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14500"/>
            <a:ext cx="666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77B758-2EA3-4E47-A43C-353FDA265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790700"/>
            <a:ext cx="1571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F5F8FA"/>
                </a:solidFill>
              </a:defRPr>
            </a:defPPr>
            <a:lvl1pPr>
              <a:defRPr sz="1200" b="1">
                <a:solidFill>
                  <a:srgbClr val="F5F8FA"/>
                </a:solidFill>
              </a:defRPr>
            </a:lvl1pPr>
            <a:lvl2pPr>
              <a:defRPr sz="1200" b="1">
                <a:solidFill>
                  <a:srgbClr val="F5F8FA"/>
                </a:solidFill>
              </a:defRPr>
            </a:lvl2pPr>
            <a:lvl3pPr>
              <a:defRPr sz="1200" b="1">
                <a:solidFill>
                  <a:srgbClr val="F5F8FA"/>
                </a:solidFill>
              </a:defRPr>
            </a:lvl3pPr>
            <a:lvl4pPr>
              <a:defRPr sz="1200" b="1">
                <a:solidFill>
                  <a:srgbClr val="F5F8FA"/>
                </a:solidFill>
              </a:defRPr>
            </a:lvl4pPr>
            <a:lvl5pPr>
              <a:defRPr sz="1200" b="1">
                <a:solidFill>
                  <a:srgbClr val="F5F8FA"/>
                </a:solidFill>
              </a:defRPr>
            </a:lvl5pPr>
            <a:lvl6pPr>
              <a:defRPr sz="1200" b="1">
                <a:solidFill>
                  <a:srgbClr val="F5F8FA"/>
                </a:solidFill>
              </a:defRPr>
            </a:lvl6pPr>
            <a:lvl7pPr>
              <a:defRPr sz="1200" b="1">
                <a:solidFill>
                  <a:srgbClr val="F5F8FA"/>
                </a:solidFill>
              </a:defRPr>
            </a:lvl7pPr>
            <a:lvl8pPr>
              <a:defRPr sz="1200" b="1">
                <a:solidFill>
                  <a:srgbClr val="F5F8FA"/>
                </a:solidFill>
              </a:defRPr>
            </a:lvl8pPr>
            <a:lvl9pPr>
              <a:defRPr sz="120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5F8FA"/>
                </a:solidFill>
              </a:defRPr>
            </a:pPr>
            <a:r>
              <a:rPr sz="1200" b="1">
                <a:solidFill>
                  <a:srgbClr val="F5F8FA"/>
                </a:solidFill>
              </a:rPr>
              <a:t>Stream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452CAB-9F7E-4847-8727-464BD9D0B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790700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A8BAC8"/>
                </a:solidFill>
              </a:defRPr>
            </a:defPPr>
            <a:lvl1pPr>
              <a:defRPr sz="975" b="0">
                <a:solidFill>
                  <a:srgbClr val="A8BAC8"/>
                </a:solidFill>
              </a:defRPr>
            </a:lvl1pPr>
            <a:lvl2pPr>
              <a:defRPr sz="975" b="0">
                <a:solidFill>
                  <a:srgbClr val="A8BAC8"/>
                </a:solidFill>
              </a:defRPr>
            </a:lvl2pPr>
            <a:lvl3pPr>
              <a:defRPr sz="975" b="0">
                <a:solidFill>
                  <a:srgbClr val="A8BAC8"/>
                </a:solidFill>
              </a:defRPr>
            </a:lvl3pPr>
            <a:lvl4pPr>
              <a:defRPr sz="975" b="0">
                <a:solidFill>
                  <a:srgbClr val="A8BAC8"/>
                </a:solidFill>
              </a:defRPr>
            </a:lvl4pPr>
            <a:lvl5pPr>
              <a:defRPr sz="975" b="0">
                <a:solidFill>
                  <a:srgbClr val="A8BAC8"/>
                </a:solidFill>
              </a:defRPr>
            </a:lvl5pPr>
            <a:lvl6pPr>
              <a:defRPr sz="975" b="0">
                <a:solidFill>
                  <a:srgbClr val="A8BAC8"/>
                </a:solidFill>
              </a:defRPr>
            </a:lvl6pPr>
            <a:lvl7pPr>
              <a:defRPr sz="975" b="0">
                <a:solidFill>
                  <a:srgbClr val="A8BAC8"/>
                </a:solidFill>
              </a:defRPr>
            </a:lvl7pPr>
            <a:lvl8pPr>
              <a:defRPr sz="975" b="0">
                <a:solidFill>
                  <a:srgbClr val="A8BAC8"/>
                </a:solidFill>
              </a:defRPr>
            </a:lvl8pPr>
            <a:lvl9pPr>
              <a:defRPr sz="97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A8BAC8"/>
                </a:solidFill>
              </a:defRPr>
            </a:pPr>
            <a:r>
              <a:rPr sz="975" b="0">
                <a:solidFill>
                  <a:srgbClr val="A8BAC8"/>
                </a:solidFill>
              </a:rPr>
              <a:t>Kafka / Redpanda • Flink later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F7F865-6297-49EB-AE80-E19345CCD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5095875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5BB746-7210-4A4B-8EA5-44E4565CF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666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398A66-91C3-4D94-8A2E-1483EE55C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743200"/>
            <a:ext cx="1571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F5F8FA"/>
                </a:solidFill>
              </a:defRPr>
            </a:defPPr>
            <a:lvl1pPr>
              <a:defRPr sz="1200" b="1">
                <a:solidFill>
                  <a:srgbClr val="F5F8FA"/>
                </a:solidFill>
              </a:defRPr>
            </a:lvl1pPr>
            <a:lvl2pPr>
              <a:defRPr sz="1200" b="1">
                <a:solidFill>
                  <a:srgbClr val="F5F8FA"/>
                </a:solidFill>
              </a:defRPr>
            </a:lvl2pPr>
            <a:lvl3pPr>
              <a:defRPr sz="1200" b="1">
                <a:solidFill>
                  <a:srgbClr val="F5F8FA"/>
                </a:solidFill>
              </a:defRPr>
            </a:lvl3pPr>
            <a:lvl4pPr>
              <a:defRPr sz="1200" b="1">
                <a:solidFill>
                  <a:srgbClr val="F5F8FA"/>
                </a:solidFill>
              </a:defRPr>
            </a:lvl4pPr>
            <a:lvl5pPr>
              <a:defRPr sz="1200" b="1">
                <a:solidFill>
                  <a:srgbClr val="F5F8FA"/>
                </a:solidFill>
              </a:defRPr>
            </a:lvl5pPr>
            <a:lvl6pPr>
              <a:defRPr sz="1200" b="1">
                <a:solidFill>
                  <a:srgbClr val="F5F8FA"/>
                </a:solidFill>
              </a:defRPr>
            </a:lvl6pPr>
            <a:lvl7pPr>
              <a:defRPr sz="1200" b="1">
                <a:solidFill>
                  <a:srgbClr val="F5F8FA"/>
                </a:solidFill>
              </a:defRPr>
            </a:lvl7pPr>
            <a:lvl8pPr>
              <a:defRPr sz="1200" b="1">
                <a:solidFill>
                  <a:srgbClr val="F5F8FA"/>
                </a:solidFill>
              </a:defRPr>
            </a:lvl8pPr>
            <a:lvl9pPr>
              <a:defRPr sz="120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5F8FA"/>
                </a:solidFill>
              </a:defRPr>
            </a:pPr>
            <a:r>
              <a:rPr sz="1200" b="1">
                <a:solidFill>
                  <a:srgbClr val="F5F8FA"/>
                </a:solidFill>
              </a:rPr>
              <a:t>Store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72403D-DCC4-47F6-A923-40938811F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743200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A8BAC8"/>
                </a:solidFill>
              </a:defRPr>
            </a:defPPr>
            <a:lvl1pPr>
              <a:defRPr sz="975" b="0">
                <a:solidFill>
                  <a:srgbClr val="A8BAC8"/>
                </a:solidFill>
              </a:defRPr>
            </a:lvl1pPr>
            <a:lvl2pPr>
              <a:defRPr sz="975" b="0">
                <a:solidFill>
                  <a:srgbClr val="A8BAC8"/>
                </a:solidFill>
              </a:defRPr>
            </a:lvl2pPr>
            <a:lvl3pPr>
              <a:defRPr sz="975" b="0">
                <a:solidFill>
                  <a:srgbClr val="A8BAC8"/>
                </a:solidFill>
              </a:defRPr>
            </a:lvl3pPr>
            <a:lvl4pPr>
              <a:defRPr sz="975" b="0">
                <a:solidFill>
                  <a:srgbClr val="A8BAC8"/>
                </a:solidFill>
              </a:defRPr>
            </a:lvl4pPr>
            <a:lvl5pPr>
              <a:defRPr sz="975" b="0">
                <a:solidFill>
                  <a:srgbClr val="A8BAC8"/>
                </a:solidFill>
              </a:defRPr>
            </a:lvl5pPr>
            <a:lvl6pPr>
              <a:defRPr sz="975" b="0">
                <a:solidFill>
                  <a:srgbClr val="A8BAC8"/>
                </a:solidFill>
              </a:defRPr>
            </a:lvl6pPr>
            <a:lvl7pPr>
              <a:defRPr sz="975" b="0">
                <a:solidFill>
                  <a:srgbClr val="A8BAC8"/>
                </a:solidFill>
              </a:defRPr>
            </a:lvl7pPr>
            <a:lvl8pPr>
              <a:defRPr sz="975" b="0">
                <a:solidFill>
                  <a:srgbClr val="A8BAC8"/>
                </a:solidFill>
              </a:defRPr>
            </a:lvl8pPr>
            <a:lvl9pPr>
              <a:defRPr sz="97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A8BAC8"/>
                </a:solidFill>
              </a:defRPr>
            </a:pPr>
            <a:r>
              <a:rPr sz="975" b="0">
                <a:solidFill>
                  <a:srgbClr val="A8BAC8"/>
                </a:solidFill>
              </a:rPr>
              <a:t>Parquet • S3/MinIO • PostgreSQL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69A02E-E940-4FAF-9A28-FEDC2898F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67000"/>
            <a:ext cx="5095875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516DAD-2E2C-43B8-9DFD-53E830C02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67000"/>
            <a:ext cx="666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34C1DC-624D-4192-8B62-F57744776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743200"/>
            <a:ext cx="1571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F5F8FA"/>
                </a:solidFill>
              </a:defRPr>
            </a:defPPr>
            <a:lvl1pPr>
              <a:defRPr sz="1200" b="1">
                <a:solidFill>
                  <a:srgbClr val="F5F8FA"/>
                </a:solidFill>
              </a:defRPr>
            </a:lvl1pPr>
            <a:lvl2pPr>
              <a:defRPr sz="1200" b="1">
                <a:solidFill>
                  <a:srgbClr val="F5F8FA"/>
                </a:solidFill>
              </a:defRPr>
            </a:lvl2pPr>
            <a:lvl3pPr>
              <a:defRPr sz="1200" b="1">
                <a:solidFill>
                  <a:srgbClr val="F5F8FA"/>
                </a:solidFill>
              </a:defRPr>
            </a:lvl3pPr>
            <a:lvl4pPr>
              <a:defRPr sz="1200" b="1">
                <a:solidFill>
                  <a:srgbClr val="F5F8FA"/>
                </a:solidFill>
              </a:defRPr>
            </a:lvl4pPr>
            <a:lvl5pPr>
              <a:defRPr sz="1200" b="1">
                <a:solidFill>
                  <a:srgbClr val="F5F8FA"/>
                </a:solidFill>
              </a:defRPr>
            </a:lvl5pPr>
            <a:lvl6pPr>
              <a:defRPr sz="1200" b="1">
                <a:solidFill>
                  <a:srgbClr val="F5F8FA"/>
                </a:solidFill>
              </a:defRPr>
            </a:lvl6pPr>
            <a:lvl7pPr>
              <a:defRPr sz="1200" b="1">
                <a:solidFill>
                  <a:srgbClr val="F5F8FA"/>
                </a:solidFill>
              </a:defRPr>
            </a:lvl7pPr>
            <a:lvl8pPr>
              <a:defRPr sz="1200" b="1">
                <a:solidFill>
                  <a:srgbClr val="F5F8FA"/>
                </a:solidFill>
              </a:defRPr>
            </a:lvl8pPr>
            <a:lvl9pPr>
              <a:defRPr sz="120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5F8FA"/>
                </a:solidFill>
              </a:defRPr>
            </a:pPr>
            <a:r>
              <a:rPr sz="1200" b="1">
                <a:solidFill>
                  <a:srgbClr val="F5F8FA"/>
                </a:solidFill>
              </a:rPr>
              <a:t>Train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5AFAC2-45B8-4E9E-8363-5F064EE98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743200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A8BAC8"/>
                </a:solidFill>
              </a:defRPr>
            </a:defPPr>
            <a:lvl1pPr>
              <a:defRPr sz="975" b="0">
                <a:solidFill>
                  <a:srgbClr val="A8BAC8"/>
                </a:solidFill>
              </a:defRPr>
            </a:lvl1pPr>
            <a:lvl2pPr>
              <a:defRPr sz="975" b="0">
                <a:solidFill>
                  <a:srgbClr val="A8BAC8"/>
                </a:solidFill>
              </a:defRPr>
            </a:lvl2pPr>
            <a:lvl3pPr>
              <a:defRPr sz="975" b="0">
                <a:solidFill>
                  <a:srgbClr val="A8BAC8"/>
                </a:solidFill>
              </a:defRPr>
            </a:lvl3pPr>
            <a:lvl4pPr>
              <a:defRPr sz="975" b="0">
                <a:solidFill>
                  <a:srgbClr val="A8BAC8"/>
                </a:solidFill>
              </a:defRPr>
            </a:lvl4pPr>
            <a:lvl5pPr>
              <a:defRPr sz="975" b="0">
                <a:solidFill>
                  <a:srgbClr val="A8BAC8"/>
                </a:solidFill>
              </a:defRPr>
            </a:lvl5pPr>
            <a:lvl6pPr>
              <a:defRPr sz="975" b="0">
                <a:solidFill>
                  <a:srgbClr val="A8BAC8"/>
                </a:solidFill>
              </a:defRPr>
            </a:lvl6pPr>
            <a:lvl7pPr>
              <a:defRPr sz="975" b="0">
                <a:solidFill>
                  <a:srgbClr val="A8BAC8"/>
                </a:solidFill>
              </a:defRPr>
            </a:lvl7pPr>
            <a:lvl8pPr>
              <a:defRPr sz="975" b="0">
                <a:solidFill>
                  <a:srgbClr val="A8BAC8"/>
                </a:solidFill>
              </a:defRPr>
            </a:lvl8pPr>
            <a:lvl9pPr>
              <a:defRPr sz="97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A8BAC8"/>
                </a:solidFill>
              </a:defRPr>
            </a:pPr>
            <a:r>
              <a:rPr sz="975" b="0">
                <a:solidFill>
                  <a:srgbClr val="A8BAC8"/>
                </a:solidFill>
              </a:rPr>
              <a:t>scikit-learn • LightGBM • MLflow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03427C-2131-43FD-87CA-B9876947F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0"/>
            <a:ext cx="5095875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EC94D2-4A35-42DD-BF88-E5FA80A6F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0"/>
            <a:ext cx="666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8F9942-3427-4509-B05E-40C0A171C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695700"/>
            <a:ext cx="1571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F5F8FA"/>
                </a:solidFill>
              </a:defRPr>
            </a:defPPr>
            <a:lvl1pPr>
              <a:defRPr sz="1200" b="1">
                <a:solidFill>
                  <a:srgbClr val="F5F8FA"/>
                </a:solidFill>
              </a:defRPr>
            </a:lvl1pPr>
            <a:lvl2pPr>
              <a:defRPr sz="1200" b="1">
                <a:solidFill>
                  <a:srgbClr val="F5F8FA"/>
                </a:solidFill>
              </a:defRPr>
            </a:lvl2pPr>
            <a:lvl3pPr>
              <a:defRPr sz="1200" b="1">
                <a:solidFill>
                  <a:srgbClr val="F5F8FA"/>
                </a:solidFill>
              </a:defRPr>
            </a:lvl3pPr>
            <a:lvl4pPr>
              <a:defRPr sz="1200" b="1">
                <a:solidFill>
                  <a:srgbClr val="F5F8FA"/>
                </a:solidFill>
              </a:defRPr>
            </a:lvl4pPr>
            <a:lvl5pPr>
              <a:defRPr sz="1200" b="1">
                <a:solidFill>
                  <a:srgbClr val="F5F8FA"/>
                </a:solidFill>
              </a:defRPr>
            </a:lvl5pPr>
            <a:lvl6pPr>
              <a:defRPr sz="1200" b="1">
                <a:solidFill>
                  <a:srgbClr val="F5F8FA"/>
                </a:solidFill>
              </a:defRPr>
            </a:lvl6pPr>
            <a:lvl7pPr>
              <a:defRPr sz="1200" b="1">
                <a:solidFill>
                  <a:srgbClr val="F5F8FA"/>
                </a:solidFill>
              </a:defRPr>
            </a:lvl7pPr>
            <a:lvl8pPr>
              <a:defRPr sz="1200" b="1">
                <a:solidFill>
                  <a:srgbClr val="F5F8FA"/>
                </a:solidFill>
              </a:defRPr>
            </a:lvl8pPr>
            <a:lvl9pPr>
              <a:defRPr sz="120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5F8FA"/>
                </a:solidFill>
              </a:defRPr>
            </a:pPr>
            <a:r>
              <a:rPr sz="1200" b="1">
                <a:solidFill>
                  <a:srgbClr val="F5F8FA"/>
                </a:solidFill>
              </a:rPr>
              <a:t>Serve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FA5709-2FD8-4499-B30F-97F73328D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695700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A8BAC8"/>
                </a:solidFill>
              </a:defRPr>
            </a:defPPr>
            <a:lvl1pPr>
              <a:defRPr sz="975" b="0">
                <a:solidFill>
                  <a:srgbClr val="A8BAC8"/>
                </a:solidFill>
              </a:defRPr>
            </a:lvl1pPr>
            <a:lvl2pPr>
              <a:defRPr sz="975" b="0">
                <a:solidFill>
                  <a:srgbClr val="A8BAC8"/>
                </a:solidFill>
              </a:defRPr>
            </a:lvl2pPr>
            <a:lvl3pPr>
              <a:defRPr sz="975" b="0">
                <a:solidFill>
                  <a:srgbClr val="A8BAC8"/>
                </a:solidFill>
              </a:defRPr>
            </a:lvl3pPr>
            <a:lvl4pPr>
              <a:defRPr sz="975" b="0">
                <a:solidFill>
                  <a:srgbClr val="A8BAC8"/>
                </a:solidFill>
              </a:defRPr>
            </a:lvl4pPr>
            <a:lvl5pPr>
              <a:defRPr sz="975" b="0">
                <a:solidFill>
                  <a:srgbClr val="A8BAC8"/>
                </a:solidFill>
              </a:defRPr>
            </a:lvl5pPr>
            <a:lvl6pPr>
              <a:defRPr sz="975" b="0">
                <a:solidFill>
                  <a:srgbClr val="A8BAC8"/>
                </a:solidFill>
              </a:defRPr>
            </a:lvl6pPr>
            <a:lvl7pPr>
              <a:defRPr sz="975" b="0">
                <a:solidFill>
                  <a:srgbClr val="A8BAC8"/>
                </a:solidFill>
              </a:defRPr>
            </a:lvl7pPr>
            <a:lvl8pPr>
              <a:defRPr sz="975" b="0">
                <a:solidFill>
                  <a:srgbClr val="A8BAC8"/>
                </a:solidFill>
              </a:defRPr>
            </a:lvl8pPr>
            <a:lvl9pPr>
              <a:defRPr sz="97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A8BAC8"/>
                </a:solidFill>
              </a:defRPr>
            </a:pPr>
            <a:r>
              <a:rPr sz="975" b="0">
                <a:solidFill>
                  <a:srgbClr val="A8BAC8"/>
                </a:solidFill>
              </a:rPr>
              <a:t>ONNX Runtime • FastAPI/gRPC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48B9C9-5004-4852-B7EE-33B11B748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19500"/>
            <a:ext cx="5095875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26BF1E-4108-4C36-A8FF-1A578EE72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19500"/>
            <a:ext cx="666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C1A384-723C-4484-8EAC-85892967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695700"/>
            <a:ext cx="1571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F5F8FA"/>
                </a:solidFill>
              </a:defRPr>
            </a:defPPr>
            <a:lvl1pPr>
              <a:defRPr sz="1200" b="1">
                <a:solidFill>
                  <a:srgbClr val="F5F8FA"/>
                </a:solidFill>
              </a:defRPr>
            </a:lvl1pPr>
            <a:lvl2pPr>
              <a:defRPr sz="1200" b="1">
                <a:solidFill>
                  <a:srgbClr val="F5F8FA"/>
                </a:solidFill>
              </a:defRPr>
            </a:lvl2pPr>
            <a:lvl3pPr>
              <a:defRPr sz="1200" b="1">
                <a:solidFill>
                  <a:srgbClr val="F5F8FA"/>
                </a:solidFill>
              </a:defRPr>
            </a:lvl3pPr>
            <a:lvl4pPr>
              <a:defRPr sz="1200" b="1">
                <a:solidFill>
                  <a:srgbClr val="F5F8FA"/>
                </a:solidFill>
              </a:defRPr>
            </a:lvl4pPr>
            <a:lvl5pPr>
              <a:defRPr sz="1200" b="1">
                <a:solidFill>
                  <a:srgbClr val="F5F8FA"/>
                </a:solidFill>
              </a:defRPr>
            </a:lvl5pPr>
            <a:lvl6pPr>
              <a:defRPr sz="1200" b="1">
                <a:solidFill>
                  <a:srgbClr val="F5F8FA"/>
                </a:solidFill>
              </a:defRPr>
            </a:lvl6pPr>
            <a:lvl7pPr>
              <a:defRPr sz="1200" b="1">
                <a:solidFill>
                  <a:srgbClr val="F5F8FA"/>
                </a:solidFill>
              </a:defRPr>
            </a:lvl7pPr>
            <a:lvl8pPr>
              <a:defRPr sz="1200" b="1">
                <a:solidFill>
                  <a:srgbClr val="F5F8FA"/>
                </a:solidFill>
              </a:defRPr>
            </a:lvl8pPr>
            <a:lvl9pPr>
              <a:defRPr sz="120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5F8FA"/>
                </a:solidFill>
              </a:defRPr>
            </a:pPr>
            <a:r>
              <a:rPr sz="1200" b="1">
                <a:solidFill>
                  <a:srgbClr val="F5F8FA"/>
                </a:solidFill>
              </a:rPr>
              <a:t>Observe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DC84500-6973-4EEE-9B50-71B203A59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695700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A8BAC8"/>
                </a:solidFill>
              </a:defRPr>
            </a:defPPr>
            <a:lvl1pPr>
              <a:defRPr sz="975" b="0">
                <a:solidFill>
                  <a:srgbClr val="A8BAC8"/>
                </a:solidFill>
              </a:defRPr>
            </a:lvl1pPr>
            <a:lvl2pPr>
              <a:defRPr sz="975" b="0">
                <a:solidFill>
                  <a:srgbClr val="A8BAC8"/>
                </a:solidFill>
              </a:defRPr>
            </a:lvl2pPr>
            <a:lvl3pPr>
              <a:defRPr sz="975" b="0">
                <a:solidFill>
                  <a:srgbClr val="A8BAC8"/>
                </a:solidFill>
              </a:defRPr>
            </a:lvl3pPr>
            <a:lvl4pPr>
              <a:defRPr sz="975" b="0">
                <a:solidFill>
                  <a:srgbClr val="A8BAC8"/>
                </a:solidFill>
              </a:defRPr>
            </a:lvl4pPr>
            <a:lvl5pPr>
              <a:defRPr sz="975" b="0">
                <a:solidFill>
                  <a:srgbClr val="A8BAC8"/>
                </a:solidFill>
              </a:defRPr>
            </a:lvl5pPr>
            <a:lvl6pPr>
              <a:defRPr sz="975" b="0">
                <a:solidFill>
                  <a:srgbClr val="A8BAC8"/>
                </a:solidFill>
              </a:defRPr>
            </a:lvl6pPr>
            <a:lvl7pPr>
              <a:defRPr sz="975" b="0">
                <a:solidFill>
                  <a:srgbClr val="A8BAC8"/>
                </a:solidFill>
              </a:defRPr>
            </a:lvl7pPr>
            <a:lvl8pPr>
              <a:defRPr sz="975" b="0">
                <a:solidFill>
                  <a:srgbClr val="A8BAC8"/>
                </a:solidFill>
              </a:defRPr>
            </a:lvl8pPr>
            <a:lvl9pPr>
              <a:defRPr sz="97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A8BAC8"/>
                </a:solidFill>
              </a:defRPr>
            </a:pPr>
            <a:r>
              <a:rPr sz="975" b="0">
                <a:solidFill>
                  <a:srgbClr val="A8BAC8"/>
                </a:solidFill>
              </a:rPr>
              <a:t>Prometheus • Grafana • OpenTelemetry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829935-4CA1-4694-849F-D70AD498E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0"/>
            <a:ext cx="5095875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07F4BA-6B89-441C-B1AB-FABEF50F1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0"/>
            <a:ext cx="666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83A88C4-C107-450A-9E6F-7C2692EB6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648200"/>
            <a:ext cx="1571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F5F8FA"/>
                </a:solidFill>
              </a:defRPr>
            </a:defPPr>
            <a:lvl1pPr>
              <a:defRPr sz="1200" b="1">
                <a:solidFill>
                  <a:srgbClr val="F5F8FA"/>
                </a:solidFill>
              </a:defRPr>
            </a:lvl1pPr>
            <a:lvl2pPr>
              <a:defRPr sz="1200" b="1">
                <a:solidFill>
                  <a:srgbClr val="F5F8FA"/>
                </a:solidFill>
              </a:defRPr>
            </a:lvl2pPr>
            <a:lvl3pPr>
              <a:defRPr sz="1200" b="1">
                <a:solidFill>
                  <a:srgbClr val="F5F8FA"/>
                </a:solidFill>
              </a:defRPr>
            </a:lvl3pPr>
            <a:lvl4pPr>
              <a:defRPr sz="1200" b="1">
                <a:solidFill>
                  <a:srgbClr val="F5F8FA"/>
                </a:solidFill>
              </a:defRPr>
            </a:lvl4pPr>
            <a:lvl5pPr>
              <a:defRPr sz="1200" b="1">
                <a:solidFill>
                  <a:srgbClr val="F5F8FA"/>
                </a:solidFill>
              </a:defRPr>
            </a:lvl5pPr>
            <a:lvl6pPr>
              <a:defRPr sz="1200" b="1">
                <a:solidFill>
                  <a:srgbClr val="F5F8FA"/>
                </a:solidFill>
              </a:defRPr>
            </a:lvl6pPr>
            <a:lvl7pPr>
              <a:defRPr sz="1200" b="1">
                <a:solidFill>
                  <a:srgbClr val="F5F8FA"/>
                </a:solidFill>
              </a:defRPr>
            </a:lvl7pPr>
            <a:lvl8pPr>
              <a:defRPr sz="1200" b="1">
                <a:solidFill>
                  <a:srgbClr val="F5F8FA"/>
                </a:solidFill>
              </a:defRPr>
            </a:lvl8pPr>
            <a:lvl9pPr>
              <a:defRPr sz="120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5F8FA"/>
                </a:solidFill>
              </a:defRPr>
            </a:pPr>
            <a:r>
              <a:rPr sz="1200" b="1">
                <a:solidFill>
                  <a:srgbClr val="F5F8FA"/>
                </a:solidFill>
              </a:rPr>
              <a:t>Integrate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6F61DB3-4F73-49DB-BBBB-A3776F3B9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648200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A8BAC8"/>
                </a:solidFill>
              </a:defRPr>
            </a:defPPr>
            <a:lvl1pPr>
              <a:defRPr sz="975" b="0">
                <a:solidFill>
                  <a:srgbClr val="A8BAC8"/>
                </a:solidFill>
              </a:defRPr>
            </a:lvl1pPr>
            <a:lvl2pPr>
              <a:defRPr sz="975" b="0">
                <a:solidFill>
                  <a:srgbClr val="A8BAC8"/>
                </a:solidFill>
              </a:defRPr>
            </a:lvl2pPr>
            <a:lvl3pPr>
              <a:defRPr sz="975" b="0">
                <a:solidFill>
                  <a:srgbClr val="A8BAC8"/>
                </a:solidFill>
              </a:defRPr>
            </a:lvl3pPr>
            <a:lvl4pPr>
              <a:defRPr sz="975" b="0">
                <a:solidFill>
                  <a:srgbClr val="A8BAC8"/>
                </a:solidFill>
              </a:defRPr>
            </a:lvl4pPr>
            <a:lvl5pPr>
              <a:defRPr sz="975" b="0">
                <a:solidFill>
                  <a:srgbClr val="A8BAC8"/>
                </a:solidFill>
              </a:defRPr>
            </a:lvl5pPr>
            <a:lvl6pPr>
              <a:defRPr sz="975" b="0">
                <a:solidFill>
                  <a:srgbClr val="A8BAC8"/>
                </a:solidFill>
              </a:defRPr>
            </a:lvl6pPr>
            <a:lvl7pPr>
              <a:defRPr sz="975" b="0">
                <a:solidFill>
                  <a:srgbClr val="A8BAC8"/>
                </a:solidFill>
              </a:defRPr>
            </a:lvl7pPr>
            <a:lvl8pPr>
              <a:defRPr sz="975" b="0">
                <a:solidFill>
                  <a:srgbClr val="A8BAC8"/>
                </a:solidFill>
              </a:defRPr>
            </a:lvl8pPr>
            <a:lvl9pPr>
              <a:defRPr sz="97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A8BAC8"/>
                </a:solidFill>
              </a:defRPr>
            </a:pPr>
            <a:r>
              <a:rPr sz="975" b="0">
                <a:solidFill>
                  <a:srgbClr val="A8BAC8"/>
                </a:solidFill>
              </a:rPr>
              <a:t>Splunk • Sentinel • Elastic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C8D1447-1F4F-4095-B6A3-8E078EAE4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572000"/>
            <a:ext cx="5095875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D6E852A-D5E0-4939-A05A-9631B1D65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572000"/>
            <a:ext cx="666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716F33B-F995-4F7E-9CFF-FC57BC63D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648200"/>
            <a:ext cx="1571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F5F8FA"/>
                </a:solidFill>
              </a:defRPr>
            </a:defPPr>
            <a:lvl1pPr>
              <a:defRPr sz="1200" b="1">
                <a:solidFill>
                  <a:srgbClr val="F5F8FA"/>
                </a:solidFill>
              </a:defRPr>
            </a:lvl1pPr>
            <a:lvl2pPr>
              <a:defRPr sz="1200" b="1">
                <a:solidFill>
                  <a:srgbClr val="F5F8FA"/>
                </a:solidFill>
              </a:defRPr>
            </a:lvl2pPr>
            <a:lvl3pPr>
              <a:defRPr sz="1200" b="1">
                <a:solidFill>
                  <a:srgbClr val="F5F8FA"/>
                </a:solidFill>
              </a:defRPr>
            </a:lvl3pPr>
            <a:lvl4pPr>
              <a:defRPr sz="1200" b="1">
                <a:solidFill>
                  <a:srgbClr val="F5F8FA"/>
                </a:solidFill>
              </a:defRPr>
            </a:lvl4pPr>
            <a:lvl5pPr>
              <a:defRPr sz="1200" b="1">
                <a:solidFill>
                  <a:srgbClr val="F5F8FA"/>
                </a:solidFill>
              </a:defRPr>
            </a:lvl5pPr>
            <a:lvl6pPr>
              <a:defRPr sz="1200" b="1">
                <a:solidFill>
                  <a:srgbClr val="F5F8FA"/>
                </a:solidFill>
              </a:defRPr>
            </a:lvl6pPr>
            <a:lvl7pPr>
              <a:defRPr sz="1200" b="1">
                <a:solidFill>
                  <a:srgbClr val="F5F8FA"/>
                </a:solidFill>
              </a:defRPr>
            </a:lvl7pPr>
            <a:lvl8pPr>
              <a:defRPr sz="1200" b="1">
                <a:solidFill>
                  <a:srgbClr val="F5F8FA"/>
                </a:solidFill>
              </a:defRPr>
            </a:lvl8pPr>
            <a:lvl9pPr>
              <a:defRPr sz="120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5F8FA"/>
                </a:solidFill>
              </a:defRPr>
            </a:pPr>
            <a:r>
              <a:rPr sz="1200" b="1">
                <a:solidFill>
                  <a:srgbClr val="F5F8FA"/>
                </a:solidFill>
              </a:rPr>
              <a:t>Secure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D671F96-641D-4017-AE5F-5B89528F3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648200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A8BAC8"/>
                </a:solidFill>
              </a:defRPr>
            </a:defPPr>
            <a:lvl1pPr>
              <a:defRPr sz="975" b="0">
                <a:solidFill>
                  <a:srgbClr val="A8BAC8"/>
                </a:solidFill>
              </a:defRPr>
            </a:lvl1pPr>
            <a:lvl2pPr>
              <a:defRPr sz="975" b="0">
                <a:solidFill>
                  <a:srgbClr val="A8BAC8"/>
                </a:solidFill>
              </a:defRPr>
            </a:lvl2pPr>
            <a:lvl3pPr>
              <a:defRPr sz="975" b="0">
                <a:solidFill>
                  <a:srgbClr val="A8BAC8"/>
                </a:solidFill>
              </a:defRPr>
            </a:lvl3pPr>
            <a:lvl4pPr>
              <a:defRPr sz="975" b="0">
                <a:solidFill>
                  <a:srgbClr val="A8BAC8"/>
                </a:solidFill>
              </a:defRPr>
            </a:lvl4pPr>
            <a:lvl5pPr>
              <a:defRPr sz="975" b="0">
                <a:solidFill>
                  <a:srgbClr val="A8BAC8"/>
                </a:solidFill>
              </a:defRPr>
            </a:lvl5pPr>
            <a:lvl6pPr>
              <a:defRPr sz="975" b="0">
                <a:solidFill>
                  <a:srgbClr val="A8BAC8"/>
                </a:solidFill>
              </a:defRPr>
            </a:lvl6pPr>
            <a:lvl7pPr>
              <a:defRPr sz="975" b="0">
                <a:solidFill>
                  <a:srgbClr val="A8BAC8"/>
                </a:solidFill>
              </a:defRPr>
            </a:lvl7pPr>
            <a:lvl8pPr>
              <a:defRPr sz="975" b="0">
                <a:solidFill>
                  <a:srgbClr val="A8BAC8"/>
                </a:solidFill>
              </a:defRPr>
            </a:lvl8pPr>
            <a:lvl9pPr>
              <a:defRPr sz="97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A8BAC8"/>
                </a:solidFill>
              </a:defRPr>
            </a:pPr>
            <a:r>
              <a:rPr sz="975" b="0">
                <a:solidFill>
                  <a:srgbClr val="A8BAC8"/>
                </a:solidFill>
              </a:rPr>
              <a:t>Vault/KMS • OPA • Cosign • mTLS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BF1E1BE-5E45-4FC8-98DA-D429856F0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24550"/>
            <a:ext cx="10810875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9525">
            <a:solidFill>
              <a:srgbClr val="2EC4A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0F7025C-C2EB-49A9-B2FA-CAC9E212E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2455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EC4A6"/>
                </a:solidFill>
              </a:defRPr>
            </a:defPPr>
            <a:lvl1pPr>
              <a:defRPr sz="900" b="1">
                <a:solidFill>
                  <a:srgbClr val="2EC4A6"/>
                </a:solidFill>
              </a:defRPr>
            </a:lvl1pPr>
            <a:lvl2pPr>
              <a:defRPr sz="900" b="1">
                <a:solidFill>
                  <a:srgbClr val="2EC4A6"/>
                </a:solidFill>
              </a:defRPr>
            </a:lvl2pPr>
            <a:lvl3pPr>
              <a:defRPr sz="900" b="1">
                <a:solidFill>
                  <a:srgbClr val="2EC4A6"/>
                </a:solidFill>
              </a:defRPr>
            </a:lvl3pPr>
            <a:lvl4pPr>
              <a:defRPr sz="900" b="1">
                <a:solidFill>
                  <a:srgbClr val="2EC4A6"/>
                </a:solidFill>
              </a:defRPr>
            </a:lvl4pPr>
            <a:lvl5pPr>
              <a:defRPr sz="900" b="1">
                <a:solidFill>
                  <a:srgbClr val="2EC4A6"/>
                </a:solidFill>
              </a:defRPr>
            </a:lvl5pPr>
            <a:lvl6pPr>
              <a:defRPr sz="900" b="1">
                <a:solidFill>
                  <a:srgbClr val="2EC4A6"/>
                </a:solidFill>
              </a:defRPr>
            </a:lvl6pPr>
            <a:lvl7pPr>
              <a:defRPr sz="900" b="1">
                <a:solidFill>
                  <a:srgbClr val="2EC4A6"/>
                </a:solidFill>
              </a:defRPr>
            </a:lvl7pPr>
            <a:lvl8pPr>
              <a:defRPr sz="900" b="1">
                <a:solidFill>
                  <a:srgbClr val="2EC4A6"/>
                </a:solidFill>
              </a:defRPr>
            </a:lvl8pPr>
            <a:lvl9pPr>
              <a:defRPr sz="900" b="1">
                <a:solidFill>
                  <a:srgbClr val="2EC4A6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EC4A6"/>
                </a:solidFill>
              </a:defRPr>
            </a:pPr>
            <a:r>
              <a:rPr sz="900" b="1">
                <a:solidFill>
                  <a:srgbClr val="2EC4A6"/>
                </a:solidFill>
              </a:rPr>
              <a:t>TAKEAWAY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BF570E4-C7C1-4F94-B89C-07459FD78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924550"/>
            <a:ext cx="938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F5F8FA"/>
                </a:solidFill>
              </a:defRPr>
            </a:defPPr>
            <a:lvl1pPr>
              <a:defRPr sz="1125" b="1">
                <a:solidFill>
                  <a:srgbClr val="F5F8FA"/>
                </a:solidFill>
              </a:defRPr>
            </a:lvl1pPr>
            <a:lvl2pPr>
              <a:defRPr sz="1125" b="1">
                <a:solidFill>
                  <a:srgbClr val="F5F8FA"/>
                </a:solidFill>
              </a:defRPr>
            </a:lvl2pPr>
            <a:lvl3pPr>
              <a:defRPr sz="1125" b="1">
                <a:solidFill>
                  <a:srgbClr val="F5F8FA"/>
                </a:solidFill>
              </a:defRPr>
            </a:lvl3pPr>
            <a:lvl4pPr>
              <a:defRPr sz="1125" b="1">
                <a:solidFill>
                  <a:srgbClr val="F5F8FA"/>
                </a:solidFill>
              </a:defRPr>
            </a:lvl4pPr>
            <a:lvl5pPr>
              <a:defRPr sz="1125" b="1">
                <a:solidFill>
                  <a:srgbClr val="F5F8FA"/>
                </a:solidFill>
              </a:defRPr>
            </a:lvl5pPr>
            <a:lvl6pPr>
              <a:defRPr sz="1125" b="1">
                <a:solidFill>
                  <a:srgbClr val="F5F8FA"/>
                </a:solidFill>
              </a:defRPr>
            </a:lvl6pPr>
            <a:lvl7pPr>
              <a:defRPr sz="1125" b="1">
                <a:solidFill>
                  <a:srgbClr val="F5F8FA"/>
                </a:solidFill>
              </a:defRPr>
            </a:lvl7pPr>
            <a:lvl8pPr>
              <a:defRPr sz="1125" b="1">
                <a:solidFill>
                  <a:srgbClr val="F5F8FA"/>
                </a:solidFill>
              </a:defRPr>
            </a:lvl8pPr>
            <a:lvl9pPr>
              <a:defRPr sz="1125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F5F8FA"/>
                </a:solidFill>
              </a:defRPr>
            </a:pPr>
            <a:r>
              <a:rPr sz="1125" b="1">
                <a:solidFill>
                  <a:srgbClr val="F5F8FA"/>
                </a:solidFill>
              </a:rPr>
              <a:t>Start with the smallest viable stack, then add streaming and orchestration as volume and latency demand it.</a:t>
            </a:r>
          </a:p>
        </p:txBody>
      </p:sp>
    </p:spTree>
    <p:extLst>
      <p:ext uri="{BB962C8B-B14F-4D97-AF65-F5344CB8AC3E}">
        <p14:creationId xmlns:p14="http://schemas.microsoft.com/office/powerpoint/2010/main" val="126976917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24D893-8672-4B1C-8704-BC075BD06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767FB9-B7F7-4C0E-939D-9F92484A0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9C7D8"/>
                </a:solidFill>
              </a:defRPr>
            </a:defPPr>
            <a:lvl1pPr>
              <a:defRPr sz="900" b="1">
                <a:solidFill>
                  <a:srgbClr val="29C7D8"/>
                </a:solidFill>
              </a:defRPr>
            </a:lvl1pPr>
            <a:lvl2pPr>
              <a:defRPr sz="900" b="1">
                <a:solidFill>
                  <a:srgbClr val="29C7D8"/>
                </a:solidFill>
              </a:defRPr>
            </a:lvl2pPr>
            <a:lvl3pPr>
              <a:defRPr sz="900" b="1">
                <a:solidFill>
                  <a:srgbClr val="29C7D8"/>
                </a:solidFill>
              </a:defRPr>
            </a:lvl3pPr>
            <a:lvl4pPr>
              <a:defRPr sz="900" b="1">
                <a:solidFill>
                  <a:srgbClr val="29C7D8"/>
                </a:solidFill>
              </a:defRPr>
            </a:lvl4pPr>
            <a:lvl5pPr>
              <a:defRPr sz="900" b="1">
                <a:solidFill>
                  <a:srgbClr val="29C7D8"/>
                </a:solidFill>
              </a:defRPr>
            </a:lvl5pPr>
            <a:lvl6pPr>
              <a:defRPr sz="900" b="1">
                <a:solidFill>
                  <a:srgbClr val="29C7D8"/>
                </a:solidFill>
              </a:defRPr>
            </a:lvl6pPr>
            <a:lvl7pPr>
              <a:defRPr sz="900" b="1">
                <a:solidFill>
                  <a:srgbClr val="29C7D8"/>
                </a:solidFill>
              </a:defRPr>
            </a:lvl7pPr>
            <a:lvl8pPr>
              <a:defRPr sz="900" b="1">
                <a:solidFill>
                  <a:srgbClr val="29C7D8"/>
                </a:solidFill>
              </a:defRPr>
            </a:lvl8pPr>
            <a:lvl9pPr>
              <a:defRPr sz="900" b="1">
                <a:solidFill>
                  <a:srgbClr val="29C7D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9C7D8"/>
                </a:solidFill>
              </a:defRPr>
            </a:pPr>
            <a:r>
              <a:rPr sz="900" b="1">
                <a:solidFill>
                  <a:srgbClr val="29C7D8"/>
                </a:solidFill>
              </a:rPr>
              <a:t>APPENDIX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9AB38E-CB12-4683-A734-536336B10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43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F5F8FA"/>
                </a:solidFill>
              </a:defRPr>
            </a:defPPr>
            <a:lvl1pPr>
              <a:defRPr sz="2550" b="1">
                <a:solidFill>
                  <a:srgbClr val="F5F8FA"/>
                </a:solidFill>
              </a:defRPr>
            </a:lvl1pPr>
            <a:lvl2pPr>
              <a:defRPr sz="2550" b="1">
                <a:solidFill>
                  <a:srgbClr val="F5F8FA"/>
                </a:solidFill>
              </a:defRPr>
            </a:lvl2pPr>
            <a:lvl3pPr>
              <a:defRPr sz="2550" b="1">
                <a:solidFill>
                  <a:srgbClr val="F5F8FA"/>
                </a:solidFill>
              </a:defRPr>
            </a:lvl3pPr>
            <a:lvl4pPr>
              <a:defRPr sz="2550" b="1">
                <a:solidFill>
                  <a:srgbClr val="F5F8FA"/>
                </a:solidFill>
              </a:defRPr>
            </a:lvl4pPr>
            <a:lvl5pPr>
              <a:defRPr sz="2550" b="1">
                <a:solidFill>
                  <a:srgbClr val="F5F8FA"/>
                </a:solidFill>
              </a:defRPr>
            </a:lvl5pPr>
            <a:lvl6pPr>
              <a:defRPr sz="2550" b="1">
                <a:solidFill>
                  <a:srgbClr val="F5F8FA"/>
                </a:solidFill>
              </a:defRPr>
            </a:lvl6pPr>
            <a:lvl7pPr>
              <a:defRPr sz="2550" b="1">
                <a:solidFill>
                  <a:srgbClr val="F5F8FA"/>
                </a:solidFill>
              </a:defRPr>
            </a:lvl7pPr>
            <a:lvl8pPr>
              <a:defRPr sz="2550" b="1">
                <a:solidFill>
                  <a:srgbClr val="F5F8FA"/>
                </a:solidFill>
              </a:defRPr>
            </a:lvl8pPr>
            <a:lvl9pPr>
              <a:defRPr sz="25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5F8FA"/>
                </a:solidFill>
              </a:defRPr>
            </a:pPr>
            <a:r>
              <a:rPr sz="2550" b="1">
                <a:solidFill>
                  <a:srgbClr val="F5F8FA"/>
                </a:solidFill>
              </a:rPr>
              <a:t>Appendix: MLOps, AIOps, and SecOps close different loops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14913D-0AD7-4F43-B775-2DF21B0C3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287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A8BAC8"/>
                </a:solidFill>
              </a:defRPr>
            </a:defPPr>
            <a:lvl1pPr>
              <a:defRPr sz="1275" b="0">
                <a:solidFill>
                  <a:srgbClr val="A8BAC8"/>
                </a:solidFill>
              </a:defRPr>
            </a:lvl1pPr>
            <a:lvl2pPr>
              <a:defRPr sz="1275" b="0">
                <a:solidFill>
                  <a:srgbClr val="A8BAC8"/>
                </a:solidFill>
              </a:defRPr>
            </a:lvl2pPr>
            <a:lvl3pPr>
              <a:defRPr sz="1275" b="0">
                <a:solidFill>
                  <a:srgbClr val="A8BAC8"/>
                </a:solidFill>
              </a:defRPr>
            </a:lvl3pPr>
            <a:lvl4pPr>
              <a:defRPr sz="1275" b="0">
                <a:solidFill>
                  <a:srgbClr val="A8BAC8"/>
                </a:solidFill>
              </a:defRPr>
            </a:lvl4pPr>
            <a:lvl5pPr>
              <a:defRPr sz="1275" b="0">
                <a:solidFill>
                  <a:srgbClr val="A8BAC8"/>
                </a:solidFill>
              </a:defRPr>
            </a:lvl5pPr>
            <a:lvl6pPr>
              <a:defRPr sz="1275" b="0">
                <a:solidFill>
                  <a:srgbClr val="A8BAC8"/>
                </a:solidFill>
              </a:defRPr>
            </a:lvl6pPr>
            <a:lvl7pPr>
              <a:defRPr sz="1275" b="0">
                <a:solidFill>
                  <a:srgbClr val="A8BAC8"/>
                </a:solidFill>
              </a:defRPr>
            </a:lvl7pPr>
            <a:lvl8pPr>
              <a:defRPr sz="1275" b="0">
                <a:solidFill>
                  <a:srgbClr val="A8BAC8"/>
                </a:solidFill>
              </a:defRPr>
            </a:lvl8pPr>
            <a:lvl9pPr>
              <a:defRPr sz="127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A8BAC8"/>
                </a:solidFill>
              </a:defRPr>
            </a:pPr>
            <a:r>
              <a:rPr sz="1275" b="0">
                <a:solidFill>
                  <a:srgbClr val="A8BAC8"/>
                </a:solidFill>
              </a:rPr>
              <a:t>Production reliability needs model, platform, and analyst feedback to work together.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34A931-8EEF-4571-BE9F-D436799BA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71600"/>
            <a:ext cx="11239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26FDBB-BAC8-4B03-99CF-C24916AE4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A8BAC8"/>
                </a:solidFill>
              </a:defRPr>
            </a:defPPr>
            <a:lvl1pPr>
              <a:defRPr sz="900" b="1">
                <a:solidFill>
                  <a:srgbClr val="A8BAC8"/>
                </a:solidFill>
              </a:defRPr>
            </a:lvl1pPr>
            <a:lvl2pPr>
              <a:defRPr sz="900" b="1">
                <a:solidFill>
                  <a:srgbClr val="A8BAC8"/>
                </a:solidFill>
              </a:defRPr>
            </a:lvl2pPr>
            <a:lvl3pPr>
              <a:defRPr sz="900" b="1">
                <a:solidFill>
                  <a:srgbClr val="A8BAC8"/>
                </a:solidFill>
              </a:defRPr>
            </a:lvl3pPr>
            <a:lvl4pPr>
              <a:defRPr sz="900" b="1">
                <a:solidFill>
                  <a:srgbClr val="A8BAC8"/>
                </a:solidFill>
              </a:defRPr>
            </a:lvl4pPr>
            <a:lvl5pPr>
              <a:defRPr sz="900" b="1">
                <a:solidFill>
                  <a:srgbClr val="A8BAC8"/>
                </a:solidFill>
              </a:defRPr>
            </a:lvl5pPr>
            <a:lvl6pPr>
              <a:defRPr sz="900" b="1">
                <a:solidFill>
                  <a:srgbClr val="A8BAC8"/>
                </a:solidFill>
              </a:defRPr>
            </a:lvl6pPr>
            <a:lvl7pPr>
              <a:defRPr sz="900" b="1">
                <a:solidFill>
                  <a:srgbClr val="A8BAC8"/>
                </a:solidFill>
              </a:defRPr>
            </a:lvl7pPr>
            <a:lvl8pPr>
              <a:defRPr sz="900" b="1">
                <a:solidFill>
                  <a:srgbClr val="A8BAC8"/>
                </a:solidFill>
              </a:defRPr>
            </a:lvl8pPr>
            <a:lvl9pPr>
              <a:defRPr sz="900" b="1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A8BAC8"/>
                </a:solidFill>
              </a:defRPr>
            </a:pPr>
            <a:r>
              <a:rPr sz="900" b="1">
                <a:solidFill>
                  <a:srgbClr val="A8BAC8"/>
                </a:solidFill>
              </a:rPr>
              <a:t>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40184F-6B26-44CD-ADDF-A7C9D49F5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621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98F668-499A-4833-8008-529E27637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62125"/>
            <a:ext cx="666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42FEFB-BEF9-4D33-897A-7C70BC1A8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33575"/>
            <a:ext cx="2905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MLOps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82C3EA-0118-4D09-8724-195781089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290512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AC8"/>
                </a:solidFill>
              </a:defRPr>
            </a:defPPr>
            <a:lvl1pPr>
              <a:defRPr sz="1125" b="0">
                <a:solidFill>
                  <a:srgbClr val="A8BAC8"/>
                </a:solidFill>
              </a:defRPr>
            </a:lvl1pPr>
            <a:lvl2pPr>
              <a:defRPr sz="1125" b="0">
                <a:solidFill>
                  <a:srgbClr val="A8BAC8"/>
                </a:solidFill>
              </a:defRPr>
            </a:lvl2pPr>
            <a:lvl3pPr>
              <a:defRPr sz="1125" b="0">
                <a:solidFill>
                  <a:srgbClr val="A8BAC8"/>
                </a:solidFill>
              </a:defRPr>
            </a:lvl3pPr>
            <a:lvl4pPr>
              <a:defRPr sz="1125" b="0">
                <a:solidFill>
                  <a:srgbClr val="A8BAC8"/>
                </a:solidFill>
              </a:defRPr>
            </a:lvl4pPr>
            <a:lvl5pPr>
              <a:defRPr sz="1125" b="0">
                <a:solidFill>
                  <a:srgbClr val="A8BAC8"/>
                </a:solidFill>
              </a:defRPr>
            </a:lvl5pPr>
            <a:lvl6pPr>
              <a:defRPr sz="1125" b="0">
                <a:solidFill>
                  <a:srgbClr val="A8BAC8"/>
                </a:solidFill>
              </a:defRPr>
            </a:lvl6pPr>
            <a:lvl7pPr>
              <a:defRPr sz="1125" b="0">
                <a:solidFill>
                  <a:srgbClr val="A8BAC8"/>
                </a:solidFill>
              </a:defRPr>
            </a:lvl7pPr>
            <a:lvl8pPr>
              <a:defRPr sz="1125" b="0">
                <a:solidFill>
                  <a:srgbClr val="A8BAC8"/>
                </a:solidFill>
              </a:defRPr>
            </a:lvl8pPr>
            <a:lvl9pPr>
              <a:defRPr sz="112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Data and model lineage</a:t>
            </a:r>
          </a:p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Validation gates</a:t>
            </a:r>
          </a:p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Registry and rollout</a:t>
            </a:r>
          </a:p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Drift and performance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9C6438-8F8F-4E73-AE87-5E394C812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621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663CB1-5C9C-4B31-A0BD-D0BB922D6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62125"/>
            <a:ext cx="666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743EF3-5858-4F68-B905-5F1CB54B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933575"/>
            <a:ext cx="2905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AIOps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8BC998-B263-438A-832A-8A34A640C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33625"/>
            <a:ext cx="290512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AC8"/>
                </a:solidFill>
              </a:defRPr>
            </a:defPPr>
            <a:lvl1pPr>
              <a:defRPr sz="1125" b="0">
                <a:solidFill>
                  <a:srgbClr val="A8BAC8"/>
                </a:solidFill>
              </a:defRPr>
            </a:lvl1pPr>
            <a:lvl2pPr>
              <a:defRPr sz="1125" b="0">
                <a:solidFill>
                  <a:srgbClr val="A8BAC8"/>
                </a:solidFill>
              </a:defRPr>
            </a:lvl2pPr>
            <a:lvl3pPr>
              <a:defRPr sz="1125" b="0">
                <a:solidFill>
                  <a:srgbClr val="A8BAC8"/>
                </a:solidFill>
              </a:defRPr>
            </a:lvl3pPr>
            <a:lvl4pPr>
              <a:defRPr sz="1125" b="0">
                <a:solidFill>
                  <a:srgbClr val="A8BAC8"/>
                </a:solidFill>
              </a:defRPr>
            </a:lvl4pPr>
            <a:lvl5pPr>
              <a:defRPr sz="1125" b="0">
                <a:solidFill>
                  <a:srgbClr val="A8BAC8"/>
                </a:solidFill>
              </a:defRPr>
            </a:lvl5pPr>
            <a:lvl6pPr>
              <a:defRPr sz="1125" b="0">
                <a:solidFill>
                  <a:srgbClr val="A8BAC8"/>
                </a:solidFill>
              </a:defRPr>
            </a:lvl6pPr>
            <a:lvl7pPr>
              <a:defRPr sz="1125" b="0">
                <a:solidFill>
                  <a:srgbClr val="A8BAC8"/>
                </a:solidFill>
              </a:defRPr>
            </a:lvl7pPr>
            <a:lvl8pPr>
              <a:defRPr sz="1125" b="0">
                <a:solidFill>
                  <a:srgbClr val="A8BAC8"/>
                </a:solidFill>
              </a:defRPr>
            </a:lvl8pPr>
            <a:lvl9pPr>
              <a:defRPr sz="112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Pipeline and service health</a:t>
            </a:r>
          </a:p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Event correlation</a:t>
            </a:r>
          </a:p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Capacity and latency</a:t>
            </a:r>
          </a:p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Automated recovery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F712F9-025D-4CBE-B234-A65F6BF35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762125"/>
            <a:ext cx="36195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9B1A43-A334-47FD-A2CC-5C6722BC8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762125"/>
            <a:ext cx="666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929BD0-F39E-4323-A161-D2EEA631A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33575"/>
            <a:ext cx="319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SecOps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D34DAA-4244-4A1F-9648-4D13182CD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33625"/>
            <a:ext cx="319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AC8"/>
                </a:solidFill>
              </a:defRPr>
            </a:defPPr>
            <a:lvl1pPr>
              <a:defRPr sz="1125" b="0">
                <a:solidFill>
                  <a:srgbClr val="A8BAC8"/>
                </a:solidFill>
              </a:defRPr>
            </a:lvl1pPr>
            <a:lvl2pPr>
              <a:defRPr sz="1125" b="0">
                <a:solidFill>
                  <a:srgbClr val="A8BAC8"/>
                </a:solidFill>
              </a:defRPr>
            </a:lvl2pPr>
            <a:lvl3pPr>
              <a:defRPr sz="1125" b="0">
                <a:solidFill>
                  <a:srgbClr val="A8BAC8"/>
                </a:solidFill>
              </a:defRPr>
            </a:lvl3pPr>
            <a:lvl4pPr>
              <a:defRPr sz="1125" b="0">
                <a:solidFill>
                  <a:srgbClr val="A8BAC8"/>
                </a:solidFill>
              </a:defRPr>
            </a:lvl4pPr>
            <a:lvl5pPr>
              <a:defRPr sz="1125" b="0">
                <a:solidFill>
                  <a:srgbClr val="A8BAC8"/>
                </a:solidFill>
              </a:defRPr>
            </a:lvl5pPr>
            <a:lvl6pPr>
              <a:defRPr sz="1125" b="0">
                <a:solidFill>
                  <a:srgbClr val="A8BAC8"/>
                </a:solidFill>
              </a:defRPr>
            </a:lvl6pPr>
            <a:lvl7pPr>
              <a:defRPr sz="1125" b="0">
                <a:solidFill>
                  <a:srgbClr val="A8BAC8"/>
                </a:solidFill>
              </a:defRPr>
            </a:lvl7pPr>
            <a:lvl8pPr>
              <a:defRPr sz="1125" b="0">
                <a:solidFill>
                  <a:srgbClr val="A8BAC8"/>
                </a:solidFill>
              </a:defRPr>
            </a:lvl8pPr>
            <a:lvl9pPr>
              <a:defRPr sz="112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Alert investigation</a:t>
            </a:r>
          </a:p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Incident response</a:t>
            </a:r>
          </a:p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Reviewed labels</a:t>
            </a:r>
          </a:p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Policy and threat context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D464FB-061A-42D7-9F49-046B7F779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333750"/>
            <a:ext cx="2381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F09EDE-5240-4397-9FE5-352B4898E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67075"/>
            <a:ext cx="11430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746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EAB4EB-0CD4-435F-8709-797B2053C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33750"/>
            <a:ext cx="2381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3E2C00-4CD3-42A4-91AE-5A6581B7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267075"/>
            <a:ext cx="11430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746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2ECB4C-7ED3-4156-9A2E-36D13A961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24550"/>
            <a:ext cx="10810875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9525">
            <a:solidFill>
              <a:srgbClr val="2EC4A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5502BD-1101-4B68-B502-38C4E0065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2455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EC4A6"/>
                </a:solidFill>
              </a:defRPr>
            </a:defPPr>
            <a:lvl1pPr>
              <a:defRPr sz="900" b="1">
                <a:solidFill>
                  <a:srgbClr val="2EC4A6"/>
                </a:solidFill>
              </a:defRPr>
            </a:lvl1pPr>
            <a:lvl2pPr>
              <a:defRPr sz="900" b="1">
                <a:solidFill>
                  <a:srgbClr val="2EC4A6"/>
                </a:solidFill>
              </a:defRPr>
            </a:lvl2pPr>
            <a:lvl3pPr>
              <a:defRPr sz="900" b="1">
                <a:solidFill>
                  <a:srgbClr val="2EC4A6"/>
                </a:solidFill>
              </a:defRPr>
            </a:lvl3pPr>
            <a:lvl4pPr>
              <a:defRPr sz="900" b="1">
                <a:solidFill>
                  <a:srgbClr val="2EC4A6"/>
                </a:solidFill>
              </a:defRPr>
            </a:lvl4pPr>
            <a:lvl5pPr>
              <a:defRPr sz="900" b="1">
                <a:solidFill>
                  <a:srgbClr val="2EC4A6"/>
                </a:solidFill>
              </a:defRPr>
            </a:lvl5pPr>
            <a:lvl6pPr>
              <a:defRPr sz="900" b="1">
                <a:solidFill>
                  <a:srgbClr val="2EC4A6"/>
                </a:solidFill>
              </a:defRPr>
            </a:lvl6pPr>
            <a:lvl7pPr>
              <a:defRPr sz="900" b="1">
                <a:solidFill>
                  <a:srgbClr val="2EC4A6"/>
                </a:solidFill>
              </a:defRPr>
            </a:lvl7pPr>
            <a:lvl8pPr>
              <a:defRPr sz="900" b="1">
                <a:solidFill>
                  <a:srgbClr val="2EC4A6"/>
                </a:solidFill>
              </a:defRPr>
            </a:lvl8pPr>
            <a:lvl9pPr>
              <a:defRPr sz="900" b="1">
                <a:solidFill>
                  <a:srgbClr val="2EC4A6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EC4A6"/>
                </a:solidFill>
              </a:defRPr>
            </a:pPr>
            <a:r>
              <a:rPr sz="900" b="1">
                <a:solidFill>
                  <a:srgbClr val="2EC4A6"/>
                </a:solidFill>
              </a:rPr>
              <a:t>TAKEAWAY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CD053F-067B-4FDE-AC80-72D38814B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924550"/>
            <a:ext cx="938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F5F8FA"/>
                </a:solidFill>
              </a:defRPr>
            </a:defPPr>
            <a:lvl1pPr>
              <a:defRPr sz="1125" b="1">
                <a:solidFill>
                  <a:srgbClr val="F5F8FA"/>
                </a:solidFill>
              </a:defRPr>
            </a:lvl1pPr>
            <a:lvl2pPr>
              <a:defRPr sz="1125" b="1">
                <a:solidFill>
                  <a:srgbClr val="F5F8FA"/>
                </a:solidFill>
              </a:defRPr>
            </a:lvl2pPr>
            <a:lvl3pPr>
              <a:defRPr sz="1125" b="1">
                <a:solidFill>
                  <a:srgbClr val="F5F8FA"/>
                </a:solidFill>
              </a:defRPr>
            </a:lvl3pPr>
            <a:lvl4pPr>
              <a:defRPr sz="1125" b="1">
                <a:solidFill>
                  <a:srgbClr val="F5F8FA"/>
                </a:solidFill>
              </a:defRPr>
            </a:lvl4pPr>
            <a:lvl5pPr>
              <a:defRPr sz="1125" b="1">
                <a:solidFill>
                  <a:srgbClr val="F5F8FA"/>
                </a:solidFill>
              </a:defRPr>
            </a:lvl5pPr>
            <a:lvl6pPr>
              <a:defRPr sz="1125" b="1">
                <a:solidFill>
                  <a:srgbClr val="F5F8FA"/>
                </a:solidFill>
              </a:defRPr>
            </a:lvl6pPr>
            <a:lvl7pPr>
              <a:defRPr sz="1125" b="1">
                <a:solidFill>
                  <a:srgbClr val="F5F8FA"/>
                </a:solidFill>
              </a:defRPr>
            </a:lvl7pPr>
            <a:lvl8pPr>
              <a:defRPr sz="1125" b="1">
                <a:solidFill>
                  <a:srgbClr val="F5F8FA"/>
                </a:solidFill>
              </a:defRPr>
            </a:lvl8pPr>
            <a:lvl9pPr>
              <a:defRPr sz="1125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F5F8FA"/>
                </a:solidFill>
              </a:defRPr>
            </a:pPr>
            <a:r>
              <a:rPr sz="1125" b="1">
                <a:solidFill>
                  <a:srgbClr val="F5F8FA"/>
                </a:solidFill>
              </a:rPr>
              <a:t>The continuous-learning loop is only trustworthy when analyst feedback is reviewed and governed.</a:t>
            </a:r>
          </a:p>
        </p:txBody>
      </p:sp>
    </p:spTree>
    <p:extLst>
      <p:ext uri="{BB962C8B-B14F-4D97-AF65-F5344CB8AC3E}">
        <p14:creationId xmlns:p14="http://schemas.microsoft.com/office/powerpoint/2010/main" val="10321185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9ACCEE-143B-43DD-94B4-9C6EFDD7E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99965E-DB7D-49A5-9EA7-AB45E4E3C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9C7D8"/>
                </a:solidFill>
              </a:defRPr>
            </a:defPPr>
            <a:lvl1pPr>
              <a:defRPr sz="900" b="1">
                <a:solidFill>
                  <a:srgbClr val="29C7D8"/>
                </a:solidFill>
              </a:defRPr>
            </a:lvl1pPr>
            <a:lvl2pPr>
              <a:defRPr sz="900" b="1">
                <a:solidFill>
                  <a:srgbClr val="29C7D8"/>
                </a:solidFill>
              </a:defRPr>
            </a:lvl2pPr>
            <a:lvl3pPr>
              <a:defRPr sz="900" b="1">
                <a:solidFill>
                  <a:srgbClr val="29C7D8"/>
                </a:solidFill>
              </a:defRPr>
            </a:lvl3pPr>
            <a:lvl4pPr>
              <a:defRPr sz="900" b="1">
                <a:solidFill>
                  <a:srgbClr val="29C7D8"/>
                </a:solidFill>
              </a:defRPr>
            </a:lvl4pPr>
            <a:lvl5pPr>
              <a:defRPr sz="900" b="1">
                <a:solidFill>
                  <a:srgbClr val="29C7D8"/>
                </a:solidFill>
              </a:defRPr>
            </a:lvl5pPr>
            <a:lvl6pPr>
              <a:defRPr sz="900" b="1">
                <a:solidFill>
                  <a:srgbClr val="29C7D8"/>
                </a:solidFill>
              </a:defRPr>
            </a:lvl6pPr>
            <a:lvl7pPr>
              <a:defRPr sz="900" b="1">
                <a:solidFill>
                  <a:srgbClr val="29C7D8"/>
                </a:solidFill>
              </a:defRPr>
            </a:lvl7pPr>
            <a:lvl8pPr>
              <a:defRPr sz="900" b="1">
                <a:solidFill>
                  <a:srgbClr val="29C7D8"/>
                </a:solidFill>
              </a:defRPr>
            </a:lvl8pPr>
            <a:lvl9pPr>
              <a:defRPr sz="900" b="1">
                <a:solidFill>
                  <a:srgbClr val="29C7D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9C7D8"/>
                </a:solidFill>
              </a:defRPr>
            </a:pPr>
            <a:r>
              <a:rPr sz="900" b="1">
                <a:solidFill>
                  <a:srgbClr val="29C7D8"/>
                </a:solidFill>
              </a:rPr>
              <a:t>APPENDIX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0CB8F9-AC85-4E5E-AB6A-5E7BEB1CC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43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F5F8FA"/>
                </a:solidFill>
              </a:defRPr>
            </a:defPPr>
            <a:lvl1pPr>
              <a:defRPr sz="2550" b="1">
                <a:solidFill>
                  <a:srgbClr val="F5F8FA"/>
                </a:solidFill>
              </a:defRPr>
            </a:lvl1pPr>
            <a:lvl2pPr>
              <a:defRPr sz="2550" b="1">
                <a:solidFill>
                  <a:srgbClr val="F5F8FA"/>
                </a:solidFill>
              </a:defRPr>
            </a:lvl2pPr>
            <a:lvl3pPr>
              <a:defRPr sz="2550" b="1">
                <a:solidFill>
                  <a:srgbClr val="F5F8FA"/>
                </a:solidFill>
              </a:defRPr>
            </a:lvl3pPr>
            <a:lvl4pPr>
              <a:defRPr sz="2550" b="1">
                <a:solidFill>
                  <a:srgbClr val="F5F8FA"/>
                </a:solidFill>
              </a:defRPr>
            </a:lvl4pPr>
            <a:lvl5pPr>
              <a:defRPr sz="2550" b="1">
                <a:solidFill>
                  <a:srgbClr val="F5F8FA"/>
                </a:solidFill>
              </a:defRPr>
            </a:lvl5pPr>
            <a:lvl6pPr>
              <a:defRPr sz="2550" b="1">
                <a:solidFill>
                  <a:srgbClr val="F5F8FA"/>
                </a:solidFill>
              </a:defRPr>
            </a:lvl6pPr>
            <a:lvl7pPr>
              <a:defRPr sz="2550" b="1">
                <a:solidFill>
                  <a:srgbClr val="F5F8FA"/>
                </a:solidFill>
              </a:defRPr>
            </a:lvl7pPr>
            <a:lvl8pPr>
              <a:defRPr sz="2550" b="1">
                <a:solidFill>
                  <a:srgbClr val="F5F8FA"/>
                </a:solidFill>
              </a:defRPr>
            </a:lvl8pPr>
            <a:lvl9pPr>
              <a:defRPr sz="25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5F8FA"/>
                </a:solidFill>
              </a:defRPr>
            </a:pPr>
            <a:r>
              <a:rPr sz="2550" b="1">
                <a:solidFill>
                  <a:srgbClr val="F5F8FA"/>
                </a:solidFill>
              </a:rPr>
              <a:t>Appendix: limitations and responsible-use controls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B310AE-B6D8-42FD-BF50-624B97C7B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287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A8BAC8"/>
                </a:solidFill>
              </a:defRPr>
            </a:defPPr>
            <a:lvl1pPr>
              <a:defRPr sz="1275" b="0">
                <a:solidFill>
                  <a:srgbClr val="A8BAC8"/>
                </a:solidFill>
              </a:defRPr>
            </a:lvl1pPr>
            <a:lvl2pPr>
              <a:defRPr sz="1275" b="0">
                <a:solidFill>
                  <a:srgbClr val="A8BAC8"/>
                </a:solidFill>
              </a:defRPr>
            </a:lvl2pPr>
            <a:lvl3pPr>
              <a:defRPr sz="1275" b="0">
                <a:solidFill>
                  <a:srgbClr val="A8BAC8"/>
                </a:solidFill>
              </a:defRPr>
            </a:lvl3pPr>
            <a:lvl4pPr>
              <a:defRPr sz="1275" b="0">
                <a:solidFill>
                  <a:srgbClr val="A8BAC8"/>
                </a:solidFill>
              </a:defRPr>
            </a:lvl4pPr>
            <a:lvl5pPr>
              <a:defRPr sz="1275" b="0">
                <a:solidFill>
                  <a:srgbClr val="A8BAC8"/>
                </a:solidFill>
              </a:defRPr>
            </a:lvl5pPr>
            <a:lvl6pPr>
              <a:defRPr sz="1275" b="0">
                <a:solidFill>
                  <a:srgbClr val="A8BAC8"/>
                </a:solidFill>
              </a:defRPr>
            </a:lvl6pPr>
            <a:lvl7pPr>
              <a:defRPr sz="1275" b="0">
                <a:solidFill>
                  <a:srgbClr val="A8BAC8"/>
                </a:solidFill>
              </a:defRPr>
            </a:lvl7pPr>
            <a:lvl8pPr>
              <a:defRPr sz="1275" b="0">
                <a:solidFill>
                  <a:srgbClr val="A8BAC8"/>
                </a:solidFill>
              </a:defRPr>
            </a:lvl8pPr>
            <a:lvl9pPr>
              <a:defRPr sz="127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A8BAC8"/>
                </a:solidFill>
              </a:defRPr>
            </a:pPr>
            <a:r>
              <a:rPr sz="1275" b="0">
                <a:solidFill>
                  <a:srgbClr val="A8BAC8"/>
                </a:solidFill>
              </a:rPr>
              <a:t>These boundaries define what the current evidence does and does not support.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04D000-E1E0-438F-A173-5C2938351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71600"/>
            <a:ext cx="11239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3AFD9D-A4C3-498E-B6DF-13F0BADEF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A8BAC8"/>
                </a:solidFill>
              </a:defRPr>
            </a:defPPr>
            <a:lvl1pPr>
              <a:defRPr sz="900" b="1">
                <a:solidFill>
                  <a:srgbClr val="A8BAC8"/>
                </a:solidFill>
              </a:defRPr>
            </a:lvl1pPr>
            <a:lvl2pPr>
              <a:defRPr sz="900" b="1">
                <a:solidFill>
                  <a:srgbClr val="A8BAC8"/>
                </a:solidFill>
              </a:defRPr>
            </a:lvl2pPr>
            <a:lvl3pPr>
              <a:defRPr sz="900" b="1">
                <a:solidFill>
                  <a:srgbClr val="A8BAC8"/>
                </a:solidFill>
              </a:defRPr>
            </a:lvl3pPr>
            <a:lvl4pPr>
              <a:defRPr sz="900" b="1">
                <a:solidFill>
                  <a:srgbClr val="A8BAC8"/>
                </a:solidFill>
              </a:defRPr>
            </a:lvl4pPr>
            <a:lvl5pPr>
              <a:defRPr sz="900" b="1">
                <a:solidFill>
                  <a:srgbClr val="A8BAC8"/>
                </a:solidFill>
              </a:defRPr>
            </a:lvl5pPr>
            <a:lvl6pPr>
              <a:defRPr sz="900" b="1">
                <a:solidFill>
                  <a:srgbClr val="A8BAC8"/>
                </a:solidFill>
              </a:defRPr>
            </a:lvl6pPr>
            <a:lvl7pPr>
              <a:defRPr sz="900" b="1">
                <a:solidFill>
                  <a:srgbClr val="A8BAC8"/>
                </a:solidFill>
              </a:defRPr>
            </a:lvl7pPr>
            <a:lvl8pPr>
              <a:defRPr sz="900" b="1">
                <a:solidFill>
                  <a:srgbClr val="A8BAC8"/>
                </a:solidFill>
              </a:defRPr>
            </a:lvl8pPr>
            <a:lvl9pPr>
              <a:defRPr sz="900" b="1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A8BAC8"/>
                </a:solidFill>
              </a:defRPr>
            </a:pPr>
            <a:r>
              <a:rPr sz="900" b="1">
                <a:solidFill>
                  <a:srgbClr val="A8BAC8"/>
                </a:solidFill>
              </a:rPr>
              <a:t>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7B81EA-6E32-4D6C-87E3-F735688C8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14500"/>
            <a:ext cx="3333750" cy="3476625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F33EC8-5F62-49A7-B76A-2C75ACAD2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14500"/>
            <a:ext cx="66675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5F441C-897E-4585-8F2C-39985CB01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2905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Evidence limits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456769-4859-4FEE-B157-4010C89EE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2905125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AC8"/>
                </a:solidFill>
              </a:defRPr>
            </a:defPPr>
            <a:lvl1pPr>
              <a:defRPr sz="1125" b="0">
                <a:solidFill>
                  <a:srgbClr val="A8BAC8"/>
                </a:solidFill>
              </a:defRPr>
            </a:lvl1pPr>
            <a:lvl2pPr>
              <a:defRPr sz="1125" b="0">
                <a:solidFill>
                  <a:srgbClr val="A8BAC8"/>
                </a:solidFill>
              </a:defRPr>
            </a:lvl2pPr>
            <a:lvl3pPr>
              <a:defRPr sz="1125" b="0">
                <a:solidFill>
                  <a:srgbClr val="A8BAC8"/>
                </a:solidFill>
              </a:defRPr>
            </a:lvl3pPr>
            <a:lvl4pPr>
              <a:defRPr sz="1125" b="0">
                <a:solidFill>
                  <a:srgbClr val="A8BAC8"/>
                </a:solidFill>
              </a:defRPr>
            </a:lvl4pPr>
            <a:lvl5pPr>
              <a:defRPr sz="1125" b="0">
                <a:solidFill>
                  <a:srgbClr val="A8BAC8"/>
                </a:solidFill>
              </a:defRPr>
            </a:lvl5pPr>
            <a:lvl6pPr>
              <a:defRPr sz="1125" b="0">
                <a:solidFill>
                  <a:srgbClr val="A8BAC8"/>
                </a:solidFill>
              </a:defRPr>
            </a:lvl6pPr>
            <a:lvl7pPr>
              <a:defRPr sz="1125" b="0">
                <a:solidFill>
                  <a:srgbClr val="A8BAC8"/>
                </a:solidFill>
              </a:defRPr>
            </a:lvl7pPr>
            <a:lvl8pPr>
              <a:defRPr sz="1125" b="0">
                <a:solidFill>
                  <a:srgbClr val="A8BAC8"/>
                </a:solidFill>
              </a:defRPr>
            </a:lvl8pPr>
            <a:lvl9pPr>
              <a:defRPr sz="112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Two research datasets</a:t>
            </a:r>
          </a:p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Known lab conditions</a:t>
            </a:r>
          </a:p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No unseen third network</a:t>
            </a:r>
          </a:p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No adversarial validation</a:t>
            </a:r>
          </a:p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No live latency benchmark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E039E3-C435-4010-885D-2E5AB377F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14500"/>
            <a:ext cx="3333750" cy="3476625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9C46A3-AAAE-479F-8C1D-AC29CDB03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14500"/>
            <a:ext cx="66675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F61294-EC71-4318-B986-F92FF4245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885950"/>
            <a:ext cx="2905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Privacy controls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928DAC-713B-49AE-99B3-0F6291E8C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286000"/>
            <a:ext cx="2905125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AC8"/>
                </a:solidFill>
              </a:defRPr>
            </a:defPPr>
            <a:lvl1pPr>
              <a:defRPr sz="1125" b="0">
                <a:solidFill>
                  <a:srgbClr val="A8BAC8"/>
                </a:solidFill>
              </a:defRPr>
            </a:lvl1pPr>
            <a:lvl2pPr>
              <a:defRPr sz="1125" b="0">
                <a:solidFill>
                  <a:srgbClr val="A8BAC8"/>
                </a:solidFill>
              </a:defRPr>
            </a:lvl2pPr>
            <a:lvl3pPr>
              <a:defRPr sz="1125" b="0">
                <a:solidFill>
                  <a:srgbClr val="A8BAC8"/>
                </a:solidFill>
              </a:defRPr>
            </a:lvl3pPr>
            <a:lvl4pPr>
              <a:defRPr sz="1125" b="0">
                <a:solidFill>
                  <a:srgbClr val="A8BAC8"/>
                </a:solidFill>
              </a:defRPr>
            </a:lvl4pPr>
            <a:lvl5pPr>
              <a:defRPr sz="1125" b="0">
                <a:solidFill>
                  <a:srgbClr val="A8BAC8"/>
                </a:solidFill>
              </a:defRPr>
            </a:lvl5pPr>
            <a:lvl6pPr>
              <a:defRPr sz="1125" b="0">
                <a:solidFill>
                  <a:srgbClr val="A8BAC8"/>
                </a:solidFill>
              </a:defRPr>
            </a:lvl6pPr>
            <a:lvl7pPr>
              <a:defRPr sz="1125" b="0">
                <a:solidFill>
                  <a:srgbClr val="A8BAC8"/>
                </a:solidFill>
              </a:defRPr>
            </a:lvl7pPr>
            <a:lvl8pPr>
              <a:defRPr sz="1125" b="0">
                <a:solidFill>
                  <a:srgbClr val="A8BAC8"/>
                </a:solidFill>
              </a:defRPr>
            </a:lvl8pPr>
            <a:lvl9pPr>
              <a:defRPr sz="112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Local raw-data retention</a:t>
            </a:r>
          </a:p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Feature minimization</a:t>
            </a:r>
          </a:p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Redaction and aggregation</a:t>
            </a:r>
          </a:p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Encryption and access control</a:t>
            </a:r>
          </a:p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Governed retention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DFA269-A87F-4A20-B7B2-F183DB0B5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714500"/>
            <a:ext cx="3619500" cy="3476625"/>
          </a:xfrm>
          <a:prstGeom xmlns:a="http://schemas.openxmlformats.org/drawingml/2006/main" prst="roundRect">
            <a:avLst>
              <a:gd name="adj" fmla="val 3288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B5A092-CB66-4769-9431-39722008B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714500"/>
            <a:ext cx="66675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EAF109-9038-4387-92D9-783ECE2E8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85950"/>
            <a:ext cx="319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AI disclosure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40B569-AC97-461D-B197-83A403D69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86000"/>
            <a:ext cx="3190875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AC8"/>
                </a:solidFill>
              </a:defRPr>
            </a:defPPr>
            <a:lvl1pPr>
              <a:defRPr sz="1125" b="0">
                <a:solidFill>
                  <a:srgbClr val="A8BAC8"/>
                </a:solidFill>
              </a:defRPr>
            </a:lvl1pPr>
            <a:lvl2pPr>
              <a:defRPr sz="1125" b="0">
                <a:solidFill>
                  <a:srgbClr val="A8BAC8"/>
                </a:solidFill>
              </a:defRPr>
            </a:lvl2pPr>
            <a:lvl3pPr>
              <a:defRPr sz="1125" b="0">
                <a:solidFill>
                  <a:srgbClr val="A8BAC8"/>
                </a:solidFill>
              </a:defRPr>
            </a:lvl3pPr>
            <a:lvl4pPr>
              <a:defRPr sz="1125" b="0">
                <a:solidFill>
                  <a:srgbClr val="A8BAC8"/>
                </a:solidFill>
              </a:defRPr>
            </a:lvl4pPr>
            <a:lvl5pPr>
              <a:defRPr sz="1125" b="0">
                <a:solidFill>
                  <a:srgbClr val="A8BAC8"/>
                </a:solidFill>
              </a:defRPr>
            </a:lvl5pPr>
            <a:lvl6pPr>
              <a:defRPr sz="1125" b="0">
                <a:solidFill>
                  <a:srgbClr val="A8BAC8"/>
                </a:solidFill>
              </a:defRPr>
            </a:lvl6pPr>
            <a:lvl7pPr>
              <a:defRPr sz="1125" b="0">
                <a:solidFill>
                  <a:srgbClr val="A8BAC8"/>
                </a:solidFill>
              </a:defRPr>
            </a:lvl7pPr>
            <a:lvl8pPr>
              <a:defRPr sz="1125" b="0">
                <a:solidFill>
                  <a:srgbClr val="A8BAC8"/>
                </a:solidFill>
              </a:defRPr>
            </a:lvl8pPr>
            <a:lvl9pPr>
              <a:defRPr sz="112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LLM assistance may support drafting, code generation, and documentation. Results must remain reproducible, reviewed, and attributed according to course policy.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EA3DAF-39E2-46C7-8DD1-8B6A80DD9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24550"/>
            <a:ext cx="10810875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9525">
            <a:solidFill>
              <a:srgbClr val="2EC4A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FADDCF-347D-48AC-9264-A1B7B8954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2455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EC4A6"/>
                </a:solidFill>
              </a:defRPr>
            </a:defPPr>
            <a:lvl1pPr>
              <a:defRPr sz="900" b="1">
                <a:solidFill>
                  <a:srgbClr val="2EC4A6"/>
                </a:solidFill>
              </a:defRPr>
            </a:lvl1pPr>
            <a:lvl2pPr>
              <a:defRPr sz="900" b="1">
                <a:solidFill>
                  <a:srgbClr val="2EC4A6"/>
                </a:solidFill>
              </a:defRPr>
            </a:lvl2pPr>
            <a:lvl3pPr>
              <a:defRPr sz="900" b="1">
                <a:solidFill>
                  <a:srgbClr val="2EC4A6"/>
                </a:solidFill>
              </a:defRPr>
            </a:lvl3pPr>
            <a:lvl4pPr>
              <a:defRPr sz="900" b="1">
                <a:solidFill>
                  <a:srgbClr val="2EC4A6"/>
                </a:solidFill>
              </a:defRPr>
            </a:lvl4pPr>
            <a:lvl5pPr>
              <a:defRPr sz="900" b="1">
                <a:solidFill>
                  <a:srgbClr val="2EC4A6"/>
                </a:solidFill>
              </a:defRPr>
            </a:lvl5pPr>
            <a:lvl6pPr>
              <a:defRPr sz="900" b="1">
                <a:solidFill>
                  <a:srgbClr val="2EC4A6"/>
                </a:solidFill>
              </a:defRPr>
            </a:lvl6pPr>
            <a:lvl7pPr>
              <a:defRPr sz="900" b="1">
                <a:solidFill>
                  <a:srgbClr val="2EC4A6"/>
                </a:solidFill>
              </a:defRPr>
            </a:lvl7pPr>
            <a:lvl8pPr>
              <a:defRPr sz="900" b="1">
                <a:solidFill>
                  <a:srgbClr val="2EC4A6"/>
                </a:solidFill>
              </a:defRPr>
            </a:lvl8pPr>
            <a:lvl9pPr>
              <a:defRPr sz="900" b="1">
                <a:solidFill>
                  <a:srgbClr val="2EC4A6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EC4A6"/>
                </a:solidFill>
              </a:defRPr>
            </a:pPr>
            <a:r>
              <a:rPr sz="900" b="1">
                <a:solidFill>
                  <a:srgbClr val="2EC4A6"/>
                </a:solidFill>
              </a:rPr>
              <a:t>TAKEAWAY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A7B6A0-4F36-4BA5-B109-BE1CD33CA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924550"/>
            <a:ext cx="938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F5F8FA"/>
                </a:solidFill>
              </a:defRPr>
            </a:defPPr>
            <a:lvl1pPr>
              <a:defRPr sz="1125" b="1">
                <a:solidFill>
                  <a:srgbClr val="F5F8FA"/>
                </a:solidFill>
              </a:defRPr>
            </a:lvl1pPr>
            <a:lvl2pPr>
              <a:defRPr sz="1125" b="1">
                <a:solidFill>
                  <a:srgbClr val="F5F8FA"/>
                </a:solidFill>
              </a:defRPr>
            </a:lvl2pPr>
            <a:lvl3pPr>
              <a:defRPr sz="1125" b="1">
                <a:solidFill>
                  <a:srgbClr val="F5F8FA"/>
                </a:solidFill>
              </a:defRPr>
            </a:lvl3pPr>
            <a:lvl4pPr>
              <a:defRPr sz="1125" b="1">
                <a:solidFill>
                  <a:srgbClr val="F5F8FA"/>
                </a:solidFill>
              </a:defRPr>
            </a:lvl4pPr>
            <a:lvl5pPr>
              <a:defRPr sz="1125" b="1">
                <a:solidFill>
                  <a:srgbClr val="F5F8FA"/>
                </a:solidFill>
              </a:defRPr>
            </a:lvl5pPr>
            <a:lvl6pPr>
              <a:defRPr sz="1125" b="1">
                <a:solidFill>
                  <a:srgbClr val="F5F8FA"/>
                </a:solidFill>
              </a:defRPr>
            </a:lvl6pPr>
            <a:lvl7pPr>
              <a:defRPr sz="1125" b="1">
                <a:solidFill>
                  <a:srgbClr val="F5F8FA"/>
                </a:solidFill>
              </a:defRPr>
            </a:lvl7pPr>
            <a:lvl8pPr>
              <a:defRPr sz="1125" b="1">
                <a:solidFill>
                  <a:srgbClr val="F5F8FA"/>
                </a:solidFill>
              </a:defRPr>
            </a:lvl8pPr>
            <a:lvl9pPr>
              <a:defRPr sz="1125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F5F8FA"/>
                </a:solidFill>
              </a:defRPr>
            </a:pPr>
            <a:r>
              <a:rPr sz="1125" b="1">
                <a:solidFill>
                  <a:srgbClr val="F5F8FA"/>
                </a:solidFill>
              </a:rPr>
              <a:t>The next proof point is a controlled shadow deployment on newer, independently collected traffic.</a:t>
            </a:r>
          </a:p>
        </p:txBody>
      </p:sp>
    </p:spTree>
    <p:extLst>
      <p:ext uri="{BB962C8B-B14F-4D97-AF65-F5344CB8AC3E}">
        <p14:creationId xmlns:p14="http://schemas.microsoft.com/office/powerpoint/2010/main" val="12569264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2026-10-25T20:28:13.0190000Z</dcterms:created>
  <dcterms:modified xsi:type="dcterms:W3CDTF">2026-10-25T20:28:13.0190000Z</dcterms:modified>
</coreProperties>
</file>